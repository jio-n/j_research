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13817fa083554197" /><Relationship Type="http://schemas.openxmlformats.org/officeDocument/2006/relationships/extended-properties" Target="/docProps/app.xml" Id="Rf480df7efb4c4652" /><Relationship Type="http://schemas.openxmlformats.org/officeDocument/2006/relationships/officeDocument" Target="/ppt/presentation.xml" Id="R458a56b49002425a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05859661240f4976"/>
  </p:sldMasterIdLst>
  <p:notesMasterIdLst>
    <p:notesMasterId xmlns:r="http://schemas.openxmlformats.org/officeDocument/2006/relationships" r:id="R227b332075544f9a"/>
  </p:notesMasterIdLst>
  <p:sldIdLst>
    <p:sldId xmlns:r="http://schemas.openxmlformats.org/officeDocument/2006/relationships" id="256" r:id="Ra80fc5b1ac944772"/>
    <p:sldId xmlns:r="http://schemas.openxmlformats.org/officeDocument/2006/relationships" id="257" r:id="Re0cb917965e44b50"/>
    <p:sldId xmlns:r="http://schemas.openxmlformats.org/officeDocument/2006/relationships" id="258" r:id="R014a27ca44d24166"/>
    <p:sldId xmlns:r="http://schemas.openxmlformats.org/officeDocument/2006/relationships" id="259" r:id="Rc19e13053aab434d"/>
    <p:sldId xmlns:r="http://schemas.openxmlformats.org/officeDocument/2006/relationships" id="260" r:id="R16d555d98e714d78"/>
    <p:sldId xmlns:r="http://schemas.openxmlformats.org/officeDocument/2006/relationships" id="261" r:id="R4d8778524b474934"/>
    <p:sldId xmlns:r="http://schemas.openxmlformats.org/officeDocument/2006/relationships" id="262" r:id="Rf7484ecb0cd64768"/>
    <p:sldId xmlns:r="http://schemas.openxmlformats.org/officeDocument/2006/relationships" id="263" r:id="Rc086aaa0abca4f6d"/>
    <p:sldId xmlns:r="http://schemas.openxmlformats.org/officeDocument/2006/relationships" id="264" r:id="R80b262b13f5346e1"/>
    <p:sldId xmlns:r="http://schemas.openxmlformats.org/officeDocument/2006/relationships" id="265" r:id="R32399a3b3f634cee"/>
    <p:sldId xmlns:r="http://schemas.openxmlformats.org/officeDocument/2006/relationships" id="266" r:id="R03bcdd6b886140e6"/>
    <p:sldId xmlns:r="http://schemas.openxmlformats.org/officeDocument/2006/relationships" id="267" r:id="R810d025853274b45"/>
  </p:sldIdLst>
  <p:sldSz cx="18288000" cy="10287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d305a00f11d14b30" /><Relationship Type="http://schemas.openxmlformats.org/officeDocument/2006/relationships/slideMaster" Target="/ppt/slideMasters/slideMaster1.xml" Id="R05859661240f4976" /><Relationship Type="http://schemas.openxmlformats.org/officeDocument/2006/relationships/notesMaster" Target="/ppt/notesMasters/notesMaster1.xml" Id="R227b332075544f9a" /><Relationship Type="http://schemas.openxmlformats.org/officeDocument/2006/relationships/presProps" Target="/ppt/presProps.xml" Id="R968968eea942467a" /><Relationship Type="http://schemas.openxmlformats.org/officeDocument/2006/relationships/tableStyles" Target="/ppt/tableStyles.xml" Id="R8ea5c79589434b32" /><Relationship Type="http://schemas.openxmlformats.org/officeDocument/2006/relationships/slide" Target="/ppt/slides/slide1.xml" Id="Ra80fc5b1ac944772" /><Relationship Type="http://schemas.openxmlformats.org/officeDocument/2006/relationships/slide" Target="/ppt/slides/slide2.xml" Id="Re0cb917965e44b50" /><Relationship Type="http://schemas.openxmlformats.org/officeDocument/2006/relationships/slide" Target="/ppt/slides/slide3.xml" Id="R014a27ca44d24166" /><Relationship Type="http://schemas.openxmlformats.org/officeDocument/2006/relationships/slide" Target="/ppt/slides/slide4.xml" Id="Rc19e13053aab434d" /><Relationship Type="http://schemas.openxmlformats.org/officeDocument/2006/relationships/slide" Target="/ppt/slides/slide5.xml" Id="R16d555d98e714d78" /><Relationship Type="http://schemas.openxmlformats.org/officeDocument/2006/relationships/slide" Target="/ppt/slides/slide6.xml" Id="R4d8778524b474934" /><Relationship Type="http://schemas.openxmlformats.org/officeDocument/2006/relationships/slide" Target="/ppt/slides/slide7.xml" Id="Rf7484ecb0cd64768" /><Relationship Type="http://schemas.openxmlformats.org/officeDocument/2006/relationships/slide" Target="/ppt/slides/slide8.xml" Id="Rc086aaa0abca4f6d" /><Relationship Type="http://schemas.openxmlformats.org/officeDocument/2006/relationships/slide" Target="/ppt/slides/slide9.xml" Id="R80b262b13f5346e1" /><Relationship Type="http://schemas.openxmlformats.org/officeDocument/2006/relationships/slide" Target="/ppt/slides/slide10.xml" Id="R32399a3b3f634cee" /><Relationship Type="http://schemas.openxmlformats.org/officeDocument/2006/relationships/slide" Target="/ppt/slides/slide11.xml" Id="R03bcdd6b886140e6" /><Relationship Type="http://schemas.openxmlformats.org/officeDocument/2006/relationships/slide" Target="/ppt/slides/slide12.xml" Id="R810d025853274b45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3c9519dd07d04bf9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e0bb7f7a22904a43" /><Relationship Type="http://schemas.openxmlformats.org/officeDocument/2006/relationships/notesMaster" Target="/ppt/notesMasters/notesMaster1.xml" Id="Rdd7cad41f6be4f6d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5f5d605a36d34545" /><Relationship Type="http://schemas.openxmlformats.org/officeDocument/2006/relationships/notesMaster" Target="/ppt/notesMasters/notesMaster1.xml" Id="Rad77ee13f10841b9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2d852c3201764b15" /><Relationship Type="http://schemas.openxmlformats.org/officeDocument/2006/relationships/notesMaster" Target="/ppt/notesMasters/notesMaster1.xml" Id="R6d21183e1e484c67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e5d33a4ae06642a0" /><Relationship Type="http://schemas.openxmlformats.org/officeDocument/2006/relationships/notesMaster" Target="/ppt/notesMasters/notesMaster1.xml" Id="Ra73b530ad1524e96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d0acec88f68d4735" /><Relationship Type="http://schemas.openxmlformats.org/officeDocument/2006/relationships/notesMaster" Target="/ppt/notesMasters/notesMaster1.xml" Id="R8229c578539a4560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f0666d0367a343dd" /><Relationship Type="http://schemas.openxmlformats.org/officeDocument/2006/relationships/notesMaster" Target="/ppt/notesMasters/notesMaster1.xml" Id="R3fd5267fc76e4df4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28be08058dda4153" /><Relationship Type="http://schemas.openxmlformats.org/officeDocument/2006/relationships/notesMaster" Target="/ppt/notesMasters/notesMaster1.xml" Id="R7023e135a34a434d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6c498bd452474c00" /><Relationship Type="http://schemas.openxmlformats.org/officeDocument/2006/relationships/notesMaster" Target="/ppt/notesMasters/notesMaster1.xml" Id="R0c1ed41b1d7e4d4c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682f026bb88a4c4a" /><Relationship Type="http://schemas.openxmlformats.org/officeDocument/2006/relationships/notesMaster" Target="/ppt/notesMasters/notesMaster1.xml" Id="R840032a0566541da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5fa296772d504e19" /><Relationship Type="http://schemas.openxmlformats.org/officeDocument/2006/relationships/notesMaster" Target="/ppt/notesMasters/notesMaster1.xml" Id="R9528f026096a4bd6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f80f6978b6bb4d7d" /><Relationship Type="http://schemas.openxmlformats.org/officeDocument/2006/relationships/notesMaster" Target="/ppt/notesMasters/notesMaster1.xml" Id="R580836dc8b4f451b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cfdccf4202e240ec" /><Relationship Type="http://schemas.openxmlformats.org/officeDocument/2006/relationships/notesMaster" Target="/ppt/notesMasters/notesMaster1.xml" Id="Rac61f648e4c64411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S01 図面と原価情報を使う見積支援</a:t>
            </a:r>
          </a:p>
          <a:p xmlns:a="http://schemas.openxmlformats.org/drawingml/2006/main">
            <a:r>
              <a:t>FC062</a:t>
            </a:r>
          </a:p>
          <a:p xmlns:a="http://schemas.openxmlformats.org/drawingml/2006/main">
            <a:r>
              <a:t>EOV-V041-2026-1</a:t>
            </a:r>
          </a:p>
          <a:p xmlns:a="http://schemas.openxmlformats.org/drawingml/2006/main">
            <a:r>
              <a:t>JIMTOF2026公式カタログ：匠技研工業株式会社 (S3011)</a:t>
            </a:r>
          </a:p>
          <a:p xmlns:a="http://schemas.openxmlformats.org/drawingml/2006/main">
            <a:r>
              <a:t>https://www.jimtof.org/search/jp/ESdetails?e=i_4zCxJP258</a:t>
            </a:r>
          </a:p>
          <a:p xmlns:a="http://schemas.openxmlformats.org/drawingml/2006/main">
            <a:r>
              <a:t>該当箇所 main &gt; div.col-md-8.mb-5 の出展紹介、見出し「主な出展物」直後</a:t>
            </a:r>
          </a:p>
          <a:p xmlns:a="http://schemas.openxmlformats.org/drawingml/2006/main">
            <a:r>
              <a:t>確認日 2026-10-16</a:t>
            </a:r>
          </a:p>
          <a:p xmlns:a="http://schemas.openxmlformats.org/drawingml/2006/main">
            <a:r>
              <a:t>種類 公式掲載の出展者記述（メーカー主張）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EDP-05</a:t>
            </a:r>
          </a:p>
          <a:p xmlns:a="http://schemas.openxmlformats.org/drawingml/2006/main">
            <a:r>
              <a:t>匠フォースAIエージェント発表</a:t>
            </a:r>
          </a:p>
          <a:p xmlns:a="http://schemas.openxmlformats.org/drawingml/2006/main">
            <a:r>
              <a:t>https://prtimes.jp/main/html/rd/p/000000031.000057137.html</a:t>
            </a:r>
          </a:p>
          <a:p xmlns:a="http://schemas.openxmlformats.org/drawingml/2006/main">
            <a:r>
              <a:t>該当箇所 見積金額算出／人の修正による再学習／引合受領から見積書作成</a:t>
            </a:r>
          </a:p>
          <a:p xmlns:a="http://schemas.openxmlformats.org/drawingml/2006/main">
            <a:r>
              <a:t>確認日 2026-10-16</a:t>
            </a:r>
          </a:p>
          <a:p xmlns:a="http://schemas.openxmlformats.org/drawingml/2006/main">
            <a:r>
              <a:t>種類 企業／開発元公式説明・メーカー主張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S08 主軸負荷を使う加工中の適応制御</a:t>
            </a:r>
          </a:p>
          <a:p xmlns:a="http://schemas.openxmlformats.org/drawingml/2006/main">
            <a:r>
              <a:t>RPT002</a:t>
            </a:r>
          </a:p>
          <a:p xmlns:a="http://schemas.openxmlformats.org/drawingml/2006/main">
            <a:r>
              <a:t>RPT-EXH-2026-107042c6cf64ba96</a:t>
            </a:r>
          </a:p>
          <a:p xmlns:a="http://schemas.openxmlformats.org/drawingml/2006/main">
            <a:r>
              <a:t>西部商工株式会社 JIMTOF2026</a:t>
            </a:r>
          </a:p>
          <a:p xmlns:a="http://schemas.openxmlformats.org/drawingml/2006/main">
            <a:r>
              <a:t>https://www.jimtof.org/search/jp/ESdetails?e=OC6R-wdDduM</a:t>
            </a:r>
          </a:p>
          <a:p xmlns:a="http://schemas.openxmlformats.org/drawingml/2006/main">
            <a:r>
              <a:t>該当箇所 main &gt; div.container &gt; div.row &gt; div.col-md-8.mb-5; 見出し「主な出展物」と直後のp</a:t>
            </a:r>
          </a:p>
          <a:p xmlns:a="http://schemas.openxmlformats.org/drawingml/2006/main">
            <a:r>
              <a:t>確認日 2026-10-16</a:t>
            </a:r>
          </a:p>
          <a:p xmlns:a="http://schemas.openxmlformats.org/drawingml/2006/main">
            <a:r>
              <a:t>種類 公式カタログ掲載・出展者記述。2026は展示予定で現地実演未確認。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RPT-EXH-2024-151b23d9e05ccb13</a:t>
            </a:r>
          </a:p>
          <a:p xmlns:a="http://schemas.openxmlformats.org/drawingml/2006/main">
            <a:r>
              <a:t>西部商工株式会社 JIMTOF2024</a:t>
            </a:r>
          </a:p>
          <a:p xmlns:a="http://schemas.openxmlformats.org/drawingml/2006/main">
            <a:r>
              <a:t>https://www.jimtof.org/2024/search/jp/ESdetails?e=YRTw8XJWi9g</a:t>
            </a:r>
          </a:p>
          <a:p xmlns:a="http://schemas.openxmlformats.org/drawingml/2006/main">
            <a:r>
              <a:t>該当箇所 main &gt; div.container &gt; div.row &gt; div.col-md-8.mb-5; 見出し「主な出展物」と直後のp</a:t>
            </a:r>
          </a:p>
          <a:p xmlns:a="http://schemas.openxmlformats.org/drawingml/2006/main">
            <a:r>
              <a:t>確認日 2026-10-16</a:t>
            </a:r>
          </a:p>
          <a:p xmlns:a="http://schemas.openxmlformats.org/drawingml/2006/main">
            <a:r>
              <a:t>種類 公式カタログ掲載・出展者記述。2026は展示予定で現地実演未確認。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S12 工具摩耗の判定と寿命の推定</a:t>
            </a:r>
          </a:p>
          <a:p xmlns:a="http://schemas.openxmlformats.org/drawingml/2006/main">
            <a:r>
              <a:t>FC039, FC040</a:t>
            </a:r>
          </a:p>
          <a:p xmlns:a="http://schemas.openxmlformats.org/drawingml/2006/main">
            <a:r>
              <a:t>EOV-V024-2026-1</a:t>
            </a:r>
          </a:p>
          <a:p xmlns:a="http://schemas.openxmlformats.org/drawingml/2006/main">
            <a:r>
              <a:t>JIMTOF2026公式カタログ：モリマシナリー株式会社 (S3048)</a:t>
            </a:r>
          </a:p>
          <a:p xmlns:a="http://schemas.openxmlformats.org/drawingml/2006/main">
            <a:r>
              <a:t>https://www.jimtof.org/search/jp/ESdetails?e=ZvT3Lci-hnM</a:t>
            </a:r>
          </a:p>
          <a:p xmlns:a="http://schemas.openxmlformats.org/drawingml/2006/main">
            <a:r>
              <a:t>該当箇所 main &gt; div.col-md-8.mb-5 の出展紹介、見出し「主な出展物」直後</a:t>
            </a:r>
          </a:p>
          <a:p xmlns:a="http://schemas.openxmlformats.org/drawingml/2006/main">
            <a:r>
              <a:t>確認日 2026-10-16</a:t>
            </a:r>
          </a:p>
          <a:p xmlns:a="http://schemas.openxmlformats.org/drawingml/2006/main">
            <a:r>
              <a:t>種類 公式掲載の出展者記述（メーカー主張）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EOV-V024-2024-1</a:t>
            </a:r>
          </a:p>
          <a:p xmlns:a="http://schemas.openxmlformats.org/drawingml/2006/main">
            <a:r>
              <a:t>JIMTOF2024公式カタログ：モリマシナリー株式会社 (S3017)</a:t>
            </a:r>
          </a:p>
          <a:p xmlns:a="http://schemas.openxmlformats.org/drawingml/2006/main">
            <a:r>
              <a:t>https://www.jimtof.org/2024/search/jp/ESdetails?e=yEoPl5sH6Sg</a:t>
            </a:r>
          </a:p>
          <a:p xmlns:a="http://schemas.openxmlformats.org/drawingml/2006/main">
            <a:r>
              <a:t>該当箇所 main &gt; div.col-md-8.mb-5 の出展紹介、見出し「主な出展物」直後</a:t>
            </a:r>
          </a:p>
          <a:p xmlns:a="http://schemas.openxmlformats.org/drawingml/2006/main">
            <a:r>
              <a:t>確認日 2026-10-16</a:t>
            </a:r>
          </a:p>
          <a:p xmlns:a="http://schemas.openxmlformats.org/drawingml/2006/main">
            <a:r>
              <a:t>種類 公式掲載の出展者記述（メーカー主張）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EOV-W08</a:t>
            </a:r>
          </a:p>
          <a:p xmlns:a="http://schemas.openxmlformats.org/drawingml/2006/main">
            <a:r>
              <a:t>工具の欠け・摩耗・寿命を推定するAI研究発表</a:t>
            </a:r>
          </a:p>
          <a:p xmlns:a="http://schemas.openxmlformats.org/drawingml/2006/main">
            <a:r>
              <a:t>https://mori-machinery.com/wp-content/uploads/2023/06/%E7%86%9F%E7%B7%B4%E8%80%85%E3%81%AE%E7%B5%8C%E9%A8%93%E7%9F%A5%E3%82%92%E3%82%82%E3%81%A8%E3%81%AB%E5%88%87%E5%89%8A%E5%B7%A5%E5%85%B7%E3%81%AE%E6%AC%A0%E3%81%91%E3%83%BB%E6%91%A9%E8%80%97%E3%83%BB%E5%AF%BF%E5%91%BD%E3%82%92%E6%8E%A8%E5%AE%9A%E3%81%99%E3%82%8BAI%E3%82%92%E9%96%8B%E7%99%BA.pdf</a:t>
            </a:r>
          </a:p>
          <a:p xmlns:a="http://schemas.openxmlformats.org/drawingml/2006/main">
            <a:r>
              <a:t>該当箇所 2023年6月2日、成果と今後の展望</a:t>
            </a:r>
          </a:p>
          <a:p xmlns:a="http://schemas.openxmlformats.org/drawingml/2006/main">
            <a:r>
              <a:t>確認日 2026-10-16</a:t>
            </a:r>
          </a:p>
          <a:p xmlns:a="http://schemas.openxmlformats.org/drawingml/2006/main">
            <a:r>
              <a:t>種類 企業公式資料・メーカー主張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EDP-12</a:t>
            </a:r>
          </a:p>
          <a:p xmlns:a="http://schemas.openxmlformats.org/drawingml/2006/main">
            <a:r>
              <a:t>TOOL SOMMELIER／TOOL COLLAGE</a:t>
            </a:r>
          </a:p>
          <a:p xmlns:a="http://schemas.openxmlformats.org/drawingml/2006/main">
            <a:r>
              <a:t>https://mori-machinery.com/en/product/tool-sommelier?post_id=1066</a:t>
            </a:r>
          </a:p>
          <a:p xmlns:a="http://schemas.openxmlformats.org/drawingml/2006/main">
            <a:r>
              <a:t>該当箇所 刃先撮像・欠け摩耗自動検出／FAQの工具・径制約</a:t>
            </a:r>
          </a:p>
          <a:p xmlns:a="http://schemas.openxmlformats.org/drawingml/2006/main">
            <a:r>
              <a:t>確認日 2026-10-16</a:t>
            </a:r>
          </a:p>
          <a:p xmlns:a="http://schemas.openxmlformats.org/drawingml/2006/main">
            <a:r>
              <a:t>種類 企業／開発元公式説明・メーカー主張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S16 主軸に絡む切粉の認識と除去</a:t>
            </a:r>
          </a:p>
          <a:p xmlns:a="http://schemas.openxmlformats.org/drawingml/2006/main">
            <a:r>
              <a:t>FC049</a:t>
            </a:r>
          </a:p>
          <a:p xmlns:a="http://schemas.openxmlformats.org/drawingml/2006/main">
            <a:r>
              <a:t>EOV-V030-2026-1</a:t>
            </a:r>
          </a:p>
          <a:p xmlns:a="http://schemas.openxmlformats.org/drawingml/2006/main">
            <a:r>
              <a:t>JIMTOF2026公式カタログ：株式会社TAKISAWA (E3013)</a:t>
            </a:r>
          </a:p>
          <a:p xmlns:a="http://schemas.openxmlformats.org/drawingml/2006/main">
            <a:r>
              <a:t>https://www.jimtof.org/search/jp/ESdetails?e=3dTDRAMwZpM</a:t>
            </a:r>
          </a:p>
          <a:p xmlns:a="http://schemas.openxmlformats.org/drawingml/2006/main">
            <a:r>
              <a:t>該当箇所 main &gt; div.col-md-8.mb-5 の出展紹介、見出し「主な出展物」直後</a:t>
            </a:r>
          </a:p>
          <a:p xmlns:a="http://schemas.openxmlformats.org/drawingml/2006/main">
            <a:r>
              <a:t>確認日 2026-10-16</a:t>
            </a:r>
          </a:p>
          <a:p xmlns:a="http://schemas.openxmlformats.org/drawingml/2006/main">
            <a:r>
              <a:t>種類 公式掲載の出展者記述（メーカー主張）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EOV-V030-2024-1</a:t>
            </a:r>
          </a:p>
          <a:p xmlns:a="http://schemas.openxmlformats.org/drawingml/2006/main">
            <a:r>
              <a:t>JIMTOF2024公式カタログ：株式会社TAKISAWA (E3013)</a:t>
            </a:r>
          </a:p>
          <a:p xmlns:a="http://schemas.openxmlformats.org/drawingml/2006/main">
            <a:r>
              <a:t>https://www.jimtof.org/2024/search/jp/ESdetails?e=K00DRD-BngA</a:t>
            </a:r>
          </a:p>
          <a:p xmlns:a="http://schemas.openxmlformats.org/drawingml/2006/main">
            <a:r>
              <a:t>該当箇所 main &gt; div.col-md-8.mb-5 の出展紹介、見出し「主な出展物」直後</a:t>
            </a:r>
          </a:p>
          <a:p xmlns:a="http://schemas.openxmlformats.org/drawingml/2006/main">
            <a:r>
              <a:t>確認日 2026-10-16</a:t>
            </a:r>
          </a:p>
          <a:p xmlns:a="http://schemas.openxmlformats.org/drawingml/2006/main">
            <a:r>
              <a:t>種類 公式掲載の出展者記述（メーカー主張）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ERF-13</a:t>
            </a:r>
          </a:p>
          <a:p xmlns:a="http://schemas.openxmlformats.org/drawingml/2006/main">
            <a:r>
              <a:t>JIMTOF2026：TR-20W参考出品</a:t>
            </a:r>
          </a:p>
          <a:p xmlns:a="http://schemas.openxmlformats.org/drawingml/2006/main">
            <a:r>
              <a:t>https://www.nidec.com/jp/products/machine-tools/contents/machine-tool-jimtof2026/</a:t>
            </a:r>
          </a:p>
          <a:p xmlns:a="http://schemas.openxmlformats.org/drawingml/2006/main">
            <a:r>
              <a:t>該当箇所 TAKISAWA／TR-20W、主軸の切粉認識・判断・除去、参考出品</a:t>
            </a:r>
          </a:p>
          <a:p xmlns:a="http://schemas.openxmlformats.org/drawingml/2006/main">
            <a:r>
              <a:t>確認日 2026-10-18</a:t>
            </a:r>
          </a:p>
          <a:p xmlns:a="http://schemas.openxmlformats.org/drawingml/2006/main">
            <a:r>
              <a:t>種類 企業／開発元／展示会の公式説明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S05 設備アラームの診断と対処案</a:t>
            </a:r>
          </a:p>
          <a:p xmlns:a="http://schemas.openxmlformats.org/drawingml/2006/main">
            <a:r>
              <a:t>FC013</a:t>
            </a:r>
          </a:p>
          <a:p xmlns:a="http://schemas.openxmlformats.org/drawingml/2006/main">
            <a:r>
              <a:t>EOV-V005-2026-1</a:t>
            </a:r>
          </a:p>
          <a:p xmlns:a="http://schemas.openxmlformats.org/drawingml/2006/main">
            <a:r>
              <a:t>JIMTOF2026公式カタログ：ベッコフオートメーション株式会社 (E2028)</a:t>
            </a:r>
          </a:p>
          <a:p xmlns:a="http://schemas.openxmlformats.org/drawingml/2006/main">
            <a:r>
              <a:t>https://www.jimtof.org/search/jp/ESdetails?e=K7DqahO2h08</a:t>
            </a:r>
          </a:p>
          <a:p xmlns:a="http://schemas.openxmlformats.org/drawingml/2006/main">
            <a:r>
              <a:t>該当箇所 main &gt; div.col-md-8.mb-5 の出展紹介、見出し「主な出展物」直後</a:t>
            </a:r>
          </a:p>
          <a:p xmlns:a="http://schemas.openxmlformats.org/drawingml/2006/main">
            <a:r>
              <a:t>確認日 2026-10-16</a:t>
            </a:r>
          </a:p>
          <a:p xmlns:a="http://schemas.openxmlformats.org/drawingml/2006/main">
            <a:r>
              <a:t>種類 公式掲載の出展者記述（メーカー主張）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ERF-02</a:t>
            </a:r>
          </a:p>
          <a:p xmlns:a="http://schemas.openxmlformats.org/drawingml/2006/main">
            <a:r>
              <a:t>TF1700 CoAgent for Operations</a:t>
            </a:r>
          </a:p>
          <a:p xmlns:a="http://schemas.openxmlformats.org/drawingml/2006/main">
            <a:r>
              <a:t>https://www.beckhoff.com/en-en/products/automation/twincat/tfxxxx-twincat-3-functions/tf1xxx-system/tf1700.html</a:t>
            </a:r>
          </a:p>
          <a:p xmlns:a="http://schemas.openxmlformats.org/drawingml/2006/main">
            <a:r>
              <a:t>該当箇所 Properties／direct system access；Product status／market release on request</a:t>
            </a:r>
          </a:p>
          <a:p xmlns:a="http://schemas.openxmlformats.org/drawingml/2006/main">
            <a:r>
              <a:t>確認日 2026-10-18</a:t>
            </a:r>
          </a:p>
          <a:p xmlns:a="http://schemas.openxmlformats.org/drawingml/2006/main">
            <a:r>
              <a:t>種類 企業／開発元／展示会の公式説明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EAT-N04</a:t>
            </a:r>
          </a:p>
          <a:p xmlns:a="http://schemas.openxmlformats.org/drawingml/2006/main">
            <a:r>
              <a:t>CoAgent for Operations TF1700</a:t>
            </a:r>
          </a:p>
          <a:p xmlns:a="http://schemas.openxmlformats.org/drawingml/2006/main">
            <a:r>
              <a:t>https://www.beckhoff.com/ko-kr/products/automation/twincat/tfxxxx-twincat-3-functions/tf1xxx-system/tf1700.html</a:t>
            </a:r>
          </a:p>
          <a:p xmlns:a="http://schemas.openxmlformats.org/drawingml/2006/main">
            <a:r>
              <a:t>該当箇所 Properties／Product status</a:t>
            </a:r>
          </a:p>
          <a:p xmlns:a="http://schemas.openxmlformats.org/drawingml/2006/main">
            <a:r>
              <a:t>確認日 2026-10-16</a:t>
            </a:r>
          </a:p>
          <a:p xmlns:a="http://schemas.openxmlformats.org/drawingml/2006/main">
            <a:r>
              <a:t>種類 企業公式説明・メーカー主張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公式記載はメーカー説明。横断解釈は分析。開発提案と将来像は未検証の仮説。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S01 図面と原価情報を使う見積支援</a:t>
            </a:r>
          </a:p>
          <a:p xmlns:a="http://schemas.openxmlformats.org/drawingml/2006/main">
            <a:r>
              <a:t>FC062</a:t>
            </a:r>
          </a:p>
          <a:p xmlns:a="http://schemas.openxmlformats.org/drawingml/2006/main">
            <a:r>
              <a:t>EOV-V041-2026-1</a:t>
            </a:r>
          </a:p>
          <a:p xmlns:a="http://schemas.openxmlformats.org/drawingml/2006/main">
            <a:r>
              <a:t>JIMTOF2026公式カタログ：匠技研工業株式会社 (S3011)</a:t>
            </a:r>
          </a:p>
          <a:p xmlns:a="http://schemas.openxmlformats.org/drawingml/2006/main">
            <a:r>
              <a:t>https://www.jimtof.org/search/jp/ESdetails?e=i_4zCxJP258</a:t>
            </a:r>
          </a:p>
          <a:p xmlns:a="http://schemas.openxmlformats.org/drawingml/2006/main">
            <a:r>
              <a:t>該当箇所 main &gt; div.col-md-8.mb-5 の出展紹介、見出し「主な出展物」直後</a:t>
            </a:r>
          </a:p>
          <a:p xmlns:a="http://schemas.openxmlformats.org/drawingml/2006/main">
            <a:r>
              <a:t>確認日 2026-10-16</a:t>
            </a:r>
          </a:p>
          <a:p xmlns:a="http://schemas.openxmlformats.org/drawingml/2006/main">
            <a:r>
              <a:t>種類 公式掲載の出展者記述（メーカー主張）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EDP-05</a:t>
            </a:r>
          </a:p>
          <a:p xmlns:a="http://schemas.openxmlformats.org/drawingml/2006/main">
            <a:r>
              <a:t>匠フォースAIエージェント発表</a:t>
            </a:r>
          </a:p>
          <a:p xmlns:a="http://schemas.openxmlformats.org/drawingml/2006/main">
            <a:r>
              <a:t>https://prtimes.jp/main/html/rd/p/000000031.000057137.html</a:t>
            </a:r>
          </a:p>
          <a:p xmlns:a="http://schemas.openxmlformats.org/drawingml/2006/main">
            <a:r>
              <a:t>該当箇所 見積金額算出／人の修正による再学習／引合受領から見積書作成</a:t>
            </a:r>
          </a:p>
          <a:p xmlns:a="http://schemas.openxmlformats.org/drawingml/2006/main">
            <a:r>
              <a:t>確認日 2026-10-16</a:t>
            </a:r>
          </a:p>
          <a:p xmlns:a="http://schemas.openxmlformats.org/drawingml/2006/main">
            <a:r>
              <a:t>種類 企業／開発元公式説明・メーカー主張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S04 PLCとHMIの設計支援</a:t>
            </a:r>
          </a:p>
          <a:p xmlns:a="http://schemas.openxmlformats.org/drawingml/2006/main">
            <a:r>
              <a:t>FC011, FC012</a:t>
            </a:r>
          </a:p>
          <a:p xmlns:a="http://schemas.openxmlformats.org/drawingml/2006/main">
            <a:r>
              <a:t>EOV-V005-2026-1</a:t>
            </a:r>
          </a:p>
          <a:p xmlns:a="http://schemas.openxmlformats.org/drawingml/2006/main">
            <a:r>
              <a:t>JIMTOF2026公式カタログ：ベッコフオートメーション株式会社 (E2028)</a:t>
            </a:r>
          </a:p>
          <a:p xmlns:a="http://schemas.openxmlformats.org/drawingml/2006/main">
            <a:r>
              <a:t>https://www.jimtof.org/search/jp/ESdetails?e=K7DqahO2h08</a:t>
            </a:r>
          </a:p>
          <a:p xmlns:a="http://schemas.openxmlformats.org/drawingml/2006/main">
            <a:r>
              <a:t>該当箇所 main &gt; div.col-md-8.mb-5 の出展紹介、見出し「主な出展物」直後</a:t>
            </a:r>
          </a:p>
          <a:p xmlns:a="http://schemas.openxmlformats.org/drawingml/2006/main">
            <a:r>
              <a:t>確認日 2026-10-16</a:t>
            </a:r>
          </a:p>
          <a:p xmlns:a="http://schemas.openxmlformats.org/drawingml/2006/main">
            <a:r>
              <a:t>種類 公式掲載の出展者記述（メーカー主張）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ERF-01</a:t>
            </a:r>
          </a:p>
          <a:p xmlns:a="http://schemas.openxmlformats.org/drawingml/2006/main">
            <a:r>
              <a:t>From chatbot to intelligent agent</a:t>
            </a:r>
          </a:p>
          <a:p xmlns:a="http://schemas.openxmlformats.org/drawingml/2006/main">
            <a:r>
              <a:t>https://www.beckhoff.com/en-gb/company/news/from-chatbot-to-intelligent-agent.html</a:t>
            </a:r>
          </a:p>
          <a:p xmlns:a="http://schemas.openxmlformats.org/drawingml/2006/main">
            <a:r>
              <a:t>該当箇所 2025/6/13／Placing people at the heart of automation；PLC・I/O・HMI、専門家がreview・confirm・approve</a:t>
            </a:r>
          </a:p>
          <a:p xmlns:a="http://schemas.openxmlformats.org/drawingml/2006/main">
            <a:r>
              <a:t>確認日 2026-10-18</a:t>
            </a:r>
          </a:p>
          <a:p xmlns:a="http://schemas.openxmlformats.org/drawingml/2006/main">
            <a:r>
              <a:t>種類 企業／開発元／展示会の公式説明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EDP-03</a:t>
            </a:r>
          </a:p>
          <a:p xmlns:a="http://schemas.openxmlformats.org/drawingml/2006/main">
            <a:r>
              <a:t>TwinCAT Chat発表</a:t>
            </a:r>
          </a:p>
          <a:p xmlns:a="http://schemas.openxmlformats.org/drawingml/2006/main">
            <a:r>
              <a:t>https://www.beckhoff.com/en-en/company/press/twincat-chat-using-innovative-chatbot-technology-in-twincat-engineering-2023-04.html</a:t>
            </a:r>
          </a:p>
          <a:p xmlns:a="http://schemas.openxmlformats.org/drawingml/2006/main">
            <a:r>
              <a:t>該当箇所 TwinCAT XAE／コード作成・追加・最適化・文書化</a:t>
            </a:r>
          </a:p>
          <a:p xmlns:a="http://schemas.openxmlformats.org/drawingml/2006/main">
            <a:r>
              <a:t>確認日 2026-10-16</a:t>
            </a:r>
          </a:p>
          <a:p xmlns:a="http://schemas.openxmlformats.org/drawingml/2006/main">
            <a:r>
              <a:t>種類 企業／開発元公式説明・メーカー主張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S07 NC検証と切削物理による最適化</a:t>
            </a:r>
          </a:p>
          <a:p xmlns:a="http://schemas.openxmlformats.org/drawingml/2006/main">
            <a:r>
              <a:t>FC022</a:t>
            </a:r>
          </a:p>
          <a:p xmlns:a="http://schemas.openxmlformats.org/drawingml/2006/main">
            <a:r>
              <a:t>EOV-V009-2026-1</a:t>
            </a:r>
          </a:p>
          <a:p xmlns:a="http://schemas.openxmlformats.org/drawingml/2006/main">
            <a:r>
              <a:t>JIMTOF2026公式カタログ：株式会社CGTech (S3014)</a:t>
            </a:r>
          </a:p>
          <a:p xmlns:a="http://schemas.openxmlformats.org/drawingml/2006/main">
            <a:r>
              <a:t>https://www.jimtof.org/search/jp/ESdetails?e=41U8xW4UkcM</a:t>
            </a:r>
          </a:p>
          <a:p xmlns:a="http://schemas.openxmlformats.org/drawingml/2006/main">
            <a:r>
              <a:t>該当箇所 main &gt; div.col-md-8.mb-5 の出展紹介、見出し「主な出展物」直後</a:t>
            </a:r>
          </a:p>
          <a:p xmlns:a="http://schemas.openxmlformats.org/drawingml/2006/main">
            <a:r>
              <a:t>確認日 2026-10-16</a:t>
            </a:r>
          </a:p>
          <a:p xmlns:a="http://schemas.openxmlformats.org/drawingml/2006/main">
            <a:r>
              <a:t>種類 公式掲載の出展者記述（メーカー主張）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EOV-V009-2024-1</a:t>
            </a:r>
          </a:p>
          <a:p xmlns:a="http://schemas.openxmlformats.org/drawingml/2006/main">
            <a:r>
              <a:t>JIMTOF2024公式カタログ：株式会社CGTech (E5042)</a:t>
            </a:r>
          </a:p>
          <a:p xmlns:a="http://schemas.openxmlformats.org/drawingml/2006/main">
            <a:r>
              <a:t>https://www.jimtof.org/2024/search/jp/ESdetails?e=AxDUk3YbQDI</a:t>
            </a:r>
          </a:p>
          <a:p xmlns:a="http://schemas.openxmlformats.org/drawingml/2006/main">
            <a:r>
              <a:t>該当箇所 main &gt; div.col-md-8.mb-5 の出展紹介、見出し「主な出展物」直後</a:t>
            </a:r>
          </a:p>
          <a:p xmlns:a="http://schemas.openxmlformats.org/drawingml/2006/main">
            <a:r>
              <a:t>確認日 2026-10-16</a:t>
            </a:r>
          </a:p>
          <a:p xmlns:a="http://schemas.openxmlformats.org/drawingml/2006/main">
            <a:r>
              <a:t>種類 公式掲載の出展者記述（メーカー主張）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RPT-S04</a:t>
            </a:r>
          </a:p>
          <a:p xmlns:a="http://schemas.openxmlformats.org/drawingml/2006/main">
            <a:r>
              <a:t>Vericut Force FAQ</a:t>
            </a:r>
          </a:p>
          <a:p xmlns:a="http://schemas.openxmlformats.org/drawingml/2006/main">
            <a:r>
              <a:t>https://archive.vericut.com/force-faq/</a:t>
            </a:r>
          </a:p>
          <a:p xmlns:a="http://schemas.openxmlformats.org/drawingml/2006/main">
            <a:r>
              <a:t>該当箇所 Force physics-based optimization</a:t>
            </a:r>
          </a:p>
          <a:p xmlns:a="http://schemas.openxmlformats.org/drawingml/2006/main">
            <a:r>
              <a:t>確認日 2026-10-18</a:t>
            </a:r>
          </a:p>
          <a:p xmlns:a="http://schemas.openxmlformats.org/drawingml/2006/main">
            <a:r>
              <a:t>種類 公式記載（メーカー主張）。実測・独立評価ではない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S09 寸法計測と工具補正の連携</a:t>
            </a:r>
          </a:p>
          <a:p xmlns:a="http://schemas.openxmlformats.org/drawingml/2006/main">
            <a:r>
              <a:t>FC033</a:t>
            </a:r>
          </a:p>
          <a:p xmlns:a="http://schemas.openxmlformats.org/drawingml/2006/main">
            <a:r>
              <a:t>EOV-V018-2026-1</a:t>
            </a:r>
          </a:p>
          <a:p xmlns:a="http://schemas.openxmlformats.org/drawingml/2006/main">
            <a:r>
              <a:t>JIMTOF2026公式カタログ：レニショー株式会社 (E7089)</a:t>
            </a:r>
          </a:p>
          <a:p xmlns:a="http://schemas.openxmlformats.org/drawingml/2006/main">
            <a:r>
              <a:t>https://www.jimtof.org/search/jp/ESdetails?e=pYGmVz5GC1c</a:t>
            </a:r>
          </a:p>
          <a:p xmlns:a="http://schemas.openxmlformats.org/drawingml/2006/main">
            <a:r>
              <a:t>該当箇所 main &gt; div.col-md-8.mb-5 の出展紹介、見出し「主な出展物」直後</a:t>
            </a:r>
          </a:p>
          <a:p xmlns:a="http://schemas.openxmlformats.org/drawingml/2006/main">
            <a:r>
              <a:t>確認日 2026-10-16</a:t>
            </a:r>
          </a:p>
          <a:p xmlns:a="http://schemas.openxmlformats.org/drawingml/2006/main">
            <a:r>
              <a:t>種類 公式掲載の出展者記述（メーカー主張）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EOV-V018-2024-1</a:t>
            </a:r>
          </a:p>
          <a:p xmlns:a="http://schemas.openxmlformats.org/drawingml/2006/main">
            <a:r>
              <a:t>JIMTOF2024公式カタログ：レニショー株式会社 (E7026)</a:t>
            </a:r>
          </a:p>
          <a:p xmlns:a="http://schemas.openxmlformats.org/drawingml/2006/main">
            <a:r>
              <a:t>https://www.jimtof.org/2024/search/jp/ESdetails?e=ekM3exgIAtc</a:t>
            </a:r>
          </a:p>
          <a:p xmlns:a="http://schemas.openxmlformats.org/drawingml/2006/main">
            <a:r>
              <a:t>該当箇所 main &gt; div.col-md-8.mb-5 の出展紹介、見出し「主な出展物」直後</a:t>
            </a:r>
          </a:p>
          <a:p xmlns:a="http://schemas.openxmlformats.org/drawingml/2006/main">
            <a:r>
              <a:t>確認日 2026-10-16</a:t>
            </a:r>
          </a:p>
          <a:p xmlns:a="http://schemas.openxmlformats.org/drawingml/2006/main">
            <a:r>
              <a:t>種類 公式掲載の出展者記述（メーカー主張）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EOV-W03</a:t>
            </a:r>
          </a:p>
          <a:p xmlns:a="http://schemas.openxmlformats.org/drawingml/2006/main">
            <a:r>
              <a:t>Renishaw Central データプラットフォーム</a:t>
            </a:r>
          </a:p>
          <a:p xmlns:a="http://schemas.openxmlformats.org/drawingml/2006/main">
            <a:r>
              <a:t>https://www.renishaw.com/jp/smart-manufacturing-data-platform-for-industrial-process-control--47853</a:t>
            </a:r>
          </a:p>
          <a:p xmlns:a="http://schemas.openxmlformats.org/drawingml/2006/main">
            <a:r>
              <a:t>該当箇所 メカニズム、現場でのクローズドループ、導入効果</a:t>
            </a:r>
          </a:p>
          <a:p xmlns:a="http://schemas.openxmlformats.org/drawingml/2006/main">
            <a:r>
              <a:t>確認日 2026-10-16</a:t>
            </a:r>
          </a:p>
          <a:p xmlns:a="http://schemas.openxmlformats.org/drawingml/2006/main">
            <a:r>
              <a:t>種類 企業公式資料・メーカー主張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S12 工具摩耗の判定と寿命の推定</a:t>
            </a:r>
          </a:p>
          <a:p xmlns:a="http://schemas.openxmlformats.org/drawingml/2006/main">
            <a:r>
              <a:t>FC039, FC040</a:t>
            </a:r>
          </a:p>
          <a:p xmlns:a="http://schemas.openxmlformats.org/drawingml/2006/main">
            <a:r>
              <a:t>EOV-V024-2026-1</a:t>
            </a:r>
          </a:p>
          <a:p xmlns:a="http://schemas.openxmlformats.org/drawingml/2006/main">
            <a:r>
              <a:t>JIMTOF2026公式カタログ：モリマシナリー株式会社 (S3048)</a:t>
            </a:r>
          </a:p>
          <a:p xmlns:a="http://schemas.openxmlformats.org/drawingml/2006/main">
            <a:r>
              <a:t>https://www.jimtof.org/search/jp/ESdetails?e=ZvT3Lci-hnM</a:t>
            </a:r>
          </a:p>
          <a:p xmlns:a="http://schemas.openxmlformats.org/drawingml/2006/main">
            <a:r>
              <a:t>該当箇所 main &gt; div.col-md-8.mb-5 の出展紹介、見出し「主な出展物」直後</a:t>
            </a:r>
          </a:p>
          <a:p xmlns:a="http://schemas.openxmlformats.org/drawingml/2006/main">
            <a:r>
              <a:t>確認日 2026-10-16</a:t>
            </a:r>
          </a:p>
          <a:p xmlns:a="http://schemas.openxmlformats.org/drawingml/2006/main">
            <a:r>
              <a:t>種類 公式掲載の出展者記述（メーカー主張）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EOV-V024-2024-1</a:t>
            </a:r>
          </a:p>
          <a:p xmlns:a="http://schemas.openxmlformats.org/drawingml/2006/main">
            <a:r>
              <a:t>JIMTOF2024公式カタログ：モリマシナリー株式会社 (S3017)</a:t>
            </a:r>
          </a:p>
          <a:p xmlns:a="http://schemas.openxmlformats.org/drawingml/2006/main">
            <a:r>
              <a:t>https://www.jimtof.org/2024/search/jp/ESdetails?e=yEoPl5sH6Sg</a:t>
            </a:r>
          </a:p>
          <a:p xmlns:a="http://schemas.openxmlformats.org/drawingml/2006/main">
            <a:r>
              <a:t>該当箇所 main &gt; div.col-md-8.mb-5 の出展紹介、見出し「主な出展物」直後</a:t>
            </a:r>
          </a:p>
          <a:p xmlns:a="http://schemas.openxmlformats.org/drawingml/2006/main">
            <a:r>
              <a:t>確認日 2026-10-16</a:t>
            </a:r>
          </a:p>
          <a:p xmlns:a="http://schemas.openxmlformats.org/drawingml/2006/main">
            <a:r>
              <a:t>種類 公式掲載の出展者記述（メーカー主張）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EOV-W08</a:t>
            </a:r>
          </a:p>
          <a:p xmlns:a="http://schemas.openxmlformats.org/drawingml/2006/main">
            <a:r>
              <a:t>工具の欠け・摩耗・寿命を推定するAI研究発表</a:t>
            </a:r>
          </a:p>
          <a:p xmlns:a="http://schemas.openxmlformats.org/drawingml/2006/main">
            <a:r>
              <a:t>https://mori-machinery.com/wp-content/uploads/2023/06/%E7%86%9F%E7%B7%B4%E8%80%85%E3%81%AE%E7%B5%8C%E9%A8%93%E7%9F%A5%E3%82%92%E3%82%82%E3%81%A8%E3%81%AB%E5%88%87%E5%89%8A%E5%B7%A5%E5%85%B7%E3%81%AE%E6%AC%A0%E3%81%91%E3%83%BB%E6%91%A9%E8%80%97%E3%83%BB%E5%AF%BF%E5%91%BD%E3%82%92%E6%8E%A8%E5%AE%9A%E3%81%99%E3%82%8BAI%E3%82%92%E9%96%8B%E7%99%BA.pdf</a:t>
            </a:r>
          </a:p>
          <a:p xmlns:a="http://schemas.openxmlformats.org/drawingml/2006/main">
            <a:r>
              <a:t>該当箇所 2023年6月2日、成果と今後の展望</a:t>
            </a:r>
          </a:p>
          <a:p xmlns:a="http://schemas.openxmlformats.org/drawingml/2006/main">
            <a:r>
              <a:t>確認日 2026-10-16</a:t>
            </a:r>
          </a:p>
          <a:p xmlns:a="http://schemas.openxmlformats.org/drawingml/2006/main">
            <a:r>
              <a:t>種類 企業公式資料・メーカー主張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EDP-12</a:t>
            </a:r>
          </a:p>
          <a:p xmlns:a="http://schemas.openxmlformats.org/drawingml/2006/main">
            <a:r>
              <a:t>TOOL SOMMELIER／TOOL COLLAGE</a:t>
            </a:r>
          </a:p>
          <a:p xmlns:a="http://schemas.openxmlformats.org/drawingml/2006/main">
            <a:r>
              <a:t>https://mori-machinery.com/en/product/tool-sommelier?post_id=1066</a:t>
            </a:r>
          </a:p>
          <a:p xmlns:a="http://schemas.openxmlformats.org/drawingml/2006/main">
            <a:r>
              <a:t>該当箇所 刃先撮像・欠け摩耗自動検出／FAQの工具・径制約</a:t>
            </a:r>
          </a:p>
          <a:p xmlns:a="http://schemas.openxmlformats.org/drawingml/2006/main">
            <a:r>
              <a:t>確認日 2026-10-16</a:t>
            </a:r>
          </a:p>
          <a:p xmlns:a="http://schemas.openxmlformats.org/drawingml/2006/main">
            <a:r>
              <a:t>種類 企業／開発元公式説明・メーカー主張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S16 主軸に絡む切粉の認識と除去</a:t>
            </a:r>
          </a:p>
          <a:p xmlns:a="http://schemas.openxmlformats.org/drawingml/2006/main">
            <a:r>
              <a:t>FC049</a:t>
            </a:r>
          </a:p>
          <a:p xmlns:a="http://schemas.openxmlformats.org/drawingml/2006/main">
            <a:r>
              <a:t>EOV-V030-2026-1</a:t>
            </a:r>
          </a:p>
          <a:p xmlns:a="http://schemas.openxmlformats.org/drawingml/2006/main">
            <a:r>
              <a:t>JIMTOF2026公式カタログ：株式会社TAKISAWA (E3013)</a:t>
            </a:r>
          </a:p>
          <a:p xmlns:a="http://schemas.openxmlformats.org/drawingml/2006/main">
            <a:r>
              <a:t>https://www.jimtof.org/search/jp/ESdetails?e=3dTDRAMwZpM</a:t>
            </a:r>
          </a:p>
          <a:p xmlns:a="http://schemas.openxmlformats.org/drawingml/2006/main">
            <a:r>
              <a:t>該当箇所 main &gt; div.col-md-8.mb-5 の出展紹介、見出し「主な出展物」直後</a:t>
            </a:r>
          </a:p>
          <a:p xmlns:a="http://schemas.openxmlformats.org/drawingml/2006/main">
            <a:r>
              <a:t>確認日 2026-10-16</a:t>
            </a:r>
          </a:p>
          <a:p xmlns:a="http://schemas.openxmlformats.org/drawingml/2006/main">
            <a:r>
              <a:t>種類 公式掲載の出展者記述（メーカー主張）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EOV-V030-2024-1</a:t>
            </a:r>
          </a:p>
          <a:p xmlns:a="http://schemas.openxmlformats.org/drawingml/2006/main">
            <a:r>
              <a:t>JIMTOF2024公式カタログ：株式会社TAKISAWA (E3013)</a:t>
            </a:r>
          </a:p>
          <a:p xmlns:a="http://schemas.openxmlformats.org/drawingml/2006/main">
            <a:r>
              <a:t>https://www.jimtof.org/2024/search/jp/ESdetails?e=K00DRD-BngA</a:t>
            </a:r>
          </a:p>
          <a:p xmlns:a="http://schemas.openxmlformats.org/drawingml/2006/main">
            <a:r>
              <a:t>該当箇所 main &gt; div.col-md-8.mb-5 の出展紹介、見出し「主な出展物」直後</a:t>
            </a:r>
          </a:p>
          <a:p xmlns:a="http://schemas.openxmlformats.org/drawingml/2006/main">
            <a:r>
              <a:t>確認日 2026-10-16</a:t>
            </a:r>
          </a:p>
          <a:p xmlns:a="http://schemas.openxmlformats.org/drawingml/2006/main">
            <a:r>
              <a:t>種類 公式掲載の出展者記述（メーカー主張）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ERF-13</a:t>
            </a:r>
          </a:p>
          <a:p xmlns:a="http://schemas.openxmlformats.org/drawingml/2006/main">
            <a:r>
              <a:t>JIMTOF2026：TR-20W参考出品</a:t>
            </a:r>
          </a:p>
          <a:p xmlns:a="http://schemas.openxmlformats.org/drawingml/2006/main">
            <a:r>
              <a:t>https://www.nidec.com/jp/products/machine-tools/contents/machine-tool-jimtof2026/</a:t>
            </a:r>
          </a:p>
          <a:p xmlns:a="http://schemas.openxmlformats.org/drawingml/2006/main">
            <a:r>
              <a:t>該当箇所 TAKISAWA／TR-20W、主軸の切粉認識・判断・除去、参考出品</a:t>
            </a:r>
          </a:p>
          <a:p xmlns:a="http://schemas.openxmlformats.org/drawingml/2006/main">
            <a:r>
              <a:t>確認日 2026-10-18</a:t>
            </a:r>
          </a:p>
          <a:p xmlns:a="http://schemas.openxmlformats.org/drawingml/2006/main">
            <a:r>
              <a:t>種類 企業／開発元／展示会の公式説明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S20 爪と工具の自動交換</a:t>
            </a:r>
          </a:p>
          <a:p xmlns:a="http://schemas.openxmlformats.org/drawingml/2006/main">
            <a:r>
              <a:t>AC214</a:t>
            </a:r>
          </a:p>
          <a:p xmlns:a="http://schemas.openxmlformats.org/drawingml/2006/main">
            <a:r>
              <a:t>EEX-EXH-2026-0daa587f8abf6076</a:t>
            </a:r>
          </a:p>
          <a:p xmlns:a="http://schemas.openxmlformats.org/drawingml/2006/main">
            <a:r>
              <a:t>JIMTOF2026公式出展説明：松本機械工業株式会社 (W2070)</a:t>
            </a:r>
          </a:p>
          <a:p xmlns:a="http://schemas.openxmlformats.org/drawingml/2006/main">
            <a:r>
              <a:t>https://www.jimtof.org/search/jp/ESdetails?e=bhpEIIjKNb4</a:t>
            </a:r>
          </a:p>
          <a:p xmlns:a="http://schemas.openxmlformats.org/drawingml/2006/main">
            <a:r>
              <a:t>該当箇所 出展紹介・主な出展物。追加カードの原典抜粋で検索</a:t>
            </a:r>
          </a:p>
          <a:p xmlns:a="http://schemas.openxmlformats.org/drawingml/2006/main">
            <a:r>
              <a:t>確認日 2026-10-16</a:t>
            </a:r>
          </a:p>
          <a:p xmlns:a="http://schemas.openxmlformats.org/drawingml/2006/main">
            <a:r>
              <a:t>種類 公式掲載の出展者記述・メーカー主張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EEX-EXH-2024-1dc10e3b594ed9d8</a:t>
            </a:r>
          </a:p>
          <a:p xmlns:a="http://schemas.openxmlformats.org/drawingml/2006/main">
            <a:r>
              <a:t>JIMTOF2024公式出展説明：松本機械工業株式会社 (W2055)</a:t>
            </a:r>
          </a:p>
          <a:p xmlns:a="http://schemas.openxmlformats.org/drawingml/2006/main">
            <a:r>
              <a:t>https://www.jimtof.org/2024/search/jp/ESdetails?e=1cGhqW04Qes</a:t>
            </a:r>
          </a:p>
          <a:p xmlns:a="http://schemas.openxmlformats.org/drawingml/2006/main">
            <a:r>
              <a:t>該当箇所 出展紹介・主な出展物。追加カードの原典抜粋で検索</a:t>
            </a:r>
          </a:p>
          <a:p xmlns:a="http://schemas.openxmlformats.org/drawingml/2006/main">
            <a:r>
              <a:t>確認日 2026-10-16</a:t>
            </a:r>
          </a:p>
          <a:p xmlns:a="http://schemas.openxmlformats.org/drawingml/2006/main">
            <a:r>
              <a:t>種類 公式掲載の出展者記述・メーカー主張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EDP-26</a:t>
            </a:r>
          </a:p>
          <a:p xmlns:a="http://schemas.openxmlformats.org/drawingml/2006/main">
            <a:r>
              <a:t>Smart Terrace Adv</a:t>
            </a:r>
          </a:p>
          <a:p xmlns:a="http://schemas.openxmlformats.org/drawingml/2006/main">
            <a:r>
              <a:t>https://mmkchuck.com/product/7218/</a:t>
            </a:r>
          </a:p>
          <a:p xmlns:a="http://schemas.openxmlformats.org/drawingml/2006/main">
            <a:r>
              <a:t>該当箇所 7つの革新／寸法パラメータ入力・出荷時組込プログラム／レトロフィット</a:t>
            </a:r>
          </a:p>
          <a:p xmlns:a="http://schemas.openxmlformats.org/drawingml/2006/main">
            <a:r>
              <a:t>確認日 2026-10-16</a:t>
            </a:r>
          </a:p>
          <a:p xmlns:a="http://schemas.openxmlformats.org/drawingml/2006/main">
            <a:r>
              <a:t>種類 企業／開発元公式説明・メーカー主張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S28 搬送車の遠隔操作による復帰</a:t>
            </a:r>
          </a:p>
          <a:p xmlns:a="http://schemas.openxmlformats.org/drawingml/2006/main">
            <a:r>
              <a:t>FC031</a:t>
            </a:r>
          </a:p>
          <a:p xmlns:a="http://schemas.openxmlformats.org/drawingml/2006/main">
            <a:r>
              <a:t>EOV-V016-2026-1</a:t>
            </a:r>
          </a:p>
          <a:p xmlns:a="http://schemas.openxmlformats.org/drawingml/2006/main">
            <a:r>
              <a:t>JIMTOF2026公式カタログ：パナソニックプロダクションエンジニアリング株式会社 (W3086)</a:t>
            </a:r>
          </a:p>
          <a:p xmlns:a="http://schemas.openxmlformats.org/drawingml/2006/main">
            <a:r>
              <a:t>https://www.jimtof.org/search/jp/ESdetails?e=5mrMofo3nN8</a:t>
            </a:r>
          </a:p>
          <a:p xmlns:a="http://schemas.openxmlformats.org/drawingml/2006/main">
            <a:r>
              <a:t>該当箇所 main &gt; div.col-md-8.mb-5 の出展紹介、見出し「主な出展物」直後</a:t>
            </a:r>
          </a:p>
          <a:p xmlns:a="http://schemas.openxmlformats.org/drawingml/2006/main">
            <a:r>
              <a:t>確認日 2026-10-16</a:t>
            </a:r>
          </a:p>
          <a:p xmlns:a="http://schemas.openxmlformats.org/drawingml/2006/main">
            <a:r>
              <a:t>種類 公式掲載の出展者記述（メーカー主張）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EOV-W05</a:t>
            </a:r>
          </a:p>
          <a:p xmlns:a="http://schemas.openxmlformats.org/drawingml/2006/main">
            <a:r>
              <a:t>X-Area</a:t>
            </a:r>
          </a:p>
          <a:p xmlns:a="http://schemas.openxmlformats.org/drawingml/2006/main">
            <a:r>
              <a:t>https://www.panasonic.com/jp/company/ppe/products/x-area.html</a:t>
            </a:r>
          </a:p>
          <a:p xmlns:a="http://schemas.openxmlformats.org/drawingml/2006/main">
            <a:r>
              <a:t>該当箇所 サービス概要、システム構成</a:t>
            </a:r>
          </a:p>
          <a:p xmlns:a="http://schemas.openxmlformats.org/drawingml/2006/main">
            <a:r>
              <a:t>確認日 2026-10-16</a:t>
            </a:r>
          </a:p>
          <a:p xmlns:a="http://schemas.openxmlformats.org/drawingml/2006/main">
            <a:r>
              <a:t>種類 企業公式資料・メーカー主張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S21 移設後のロボット位置復旧</a:t>
            </a:r>
          </a:p>
          <a:p xmlns:a="http://schemas.openxmlformats.org/drawingml/2006/main">
            <a:r>
              <a:t>FC048</a:t>
            </a:r>
          </a:p>
          <a:p xmlns:a="http://schemas.openxmlformats.org/drawingml/2006/main">
            <a:r>
              <a:t>EOV-V029-2026-1</a:t>
            </a:r>
          </a:p>
          <a:p xmlns:a="http://schemas.openxmlformats.org/drawingml/2006/main">
            <a:r>
              <a:t>JIMTOF2026公式カタログ：中村留精密工業株式会社 (E2027)</a:t>
            </a:r>
          </a:p>
          <a:p xmlns:a="http://schemas.openxmlformats.org/drawingml/2006/main">
            <a:r>
              <a:t>https://www.jimtof.org/search/jp/ESdetails?e=C7A_2ZTDXNw</a:t>
            </a:r>
          </a:p>
          <a:p xmlns:a="http://schemas.openxmlformats.org/drawingml/2006/main">
            <a:r>
              <a:t>該当箇所 main &gt; div.col-md-8.mb-5 の出展紹介、見出し「主な出展物」直後</a:t>
            </a:r>
          </a:p>
          <a:p xmlns:a="http://schemas.openxmlformats.org/drawingml/2006/main">
            <a:r>
              <a:t>確認日 2026-10-16</a:t>
            </a:r>
          </a:p>
          <a:p xmlns:a="http://schemas.openxmlformats.org/drawingml/2006/main">
            <a:r>
              <a:t>種類 公式掲載の出展者記述（メーカー主張）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EOV-V029-2024-1</a:t>
            </a:r>
          </a:p>
          <a:p xmlns:a="http://schemas.openxmlformats.org/drawingml/2006/main">
            <a:r>
              <a:t>JIMTOF2024公式カタログ：中村留精密工業株式会社 (E5033)</a:t>
            </a:r>
          </a:p>
          <a:p xmlns:a="http://schemas.openxmlformats.org/drawingml/2006/main">
            <a:r>
              <a:t>https://www.jimtof.org/2024/search/jp/ESdetails?e=RYK326OoMn4</a:t>
            </a:r>
          </a:p>
          <a:p xmlns:a="http://schemas.openxmlformats.org/drawingml/2006/main">
            <a:r>
              <a:t>該当箇所 main &gt; div.col-md-8.mb-5 の出展紹介、見出し「主な出展物」直後</a:t>
            </a:r>
          </a:p>
          <a:p xmlns:a="http://schemas.openxmlformats.org/drawingml/2006/main">
            <a:r>
              <a:t>確認日 2026-10-16</a:t>
            </a:r>
          </a:p>
          <a:p xmlns:a="http://schemas.openxmlformats.org/drawingml/2006/main">
            <a:r>
              <a:t>種類 公式掲載の出展者記述（メーカー主張）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EOV-W04</a:t>
            </a:r>
          </a:p>
          <a:p xmlns:a="http://schemas.openxmlformats.org/drawingml/2006/main">
            <a:r>
              <a:t>RoboSync</a:t>
            </a:r>
          </a:p>
          <a:p xmlns:a="http://schemas.openxmlformats.org/drawingml/2006/main">
            <a:r>
              <a:t>https://www.nakamura-tome.co.jp/products/automation/robosync/</a:t>
            </a:r>
          </a:p>
          <a:p xmlns:a="http://schemas.openxmlformats.org/drawingml/2006/main">
            <a:r>
              <a:t>該当箇所 製品の特長 &gt; 簡単復旧、簡単操作</a:t>
            </a:r>
          </a:p>
          <a:p xmlns:a="http://schemas.openxmlformats.org/drawingml/2006/main">
            <a:r>
              <a:t>確認日 2026-10-16</a:t>
            </a:r>
          </a:p>
          <a:p xmlns:a="http://schemas.openxmlformats.org/drawingml/2006/main">
            <a:r>
              <a:t>種類 企業公式資料・メーカー主張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S10 工具刃先の3D計測と補正加工</a:t>
            </a:r>
          </a:p>
          <a:p xmlns:a="http://schemas.openxmlformats.org/drawingml/2006/main">
            <a:r>
              <a:t>AC085</a:t>
            </a:r>
          </a:p>
          <a:p xmlns:a="http://schemas.openxmlformats.org/drawingml/2006/main">
            <a:r>
              <a:t>EEX-EXH-2026-a0cbad27ea34d7c4</a:t>
            </a:r>
          </a:p>
          <a:p xmlns:a="http://schemas.openxmlformats.org/drawingml/2006/main">
            <a:r>
              <a:t>JIMTOF2026公式出展説明：株式会社サイバーRC (E7074)</a:t>
            </a:r>
          </a:p>
          <a:p xmlns:a="http://schemas.openxmlformats.org/drawingml/2006/main">
            <a:r>
              <a:t>https://www.jimtof.org/search/jp/ESdetails?e=8ealehgmk8o</a:t>
            </a:r>
          </a:p>
          <a:p xmlns:a="http://schemas.openxmlformats.org/drawingml/2006/main">
            <a:r>
              <a:t>該当箇所 出展紹介・主な出展物。追加カードの原典抜粋で検索</a:t>
            </a:r>
          </a:p>
          <a:p xmlns:a="http://schemas.openxmlformats.org/drawingml/2006/main">
            <a:r>
              <a:t>確認日 2026-10-16</a:t>
            </a:r>
          </a:p>
          <a:p xmlns:a="http://schemas.openxmlformats.org/drawingml/2006/main">
            <a:r>
              <a:t>種類 公式掲載の出展者記述・メーカー主張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EEX-EXH-2024-76ac534a229f7c29</a:t>
            </a:r>
          </a:p>
          <a:p xmlns:a="http://schemas.openxmlformats.org/drawingml/2006/main">
            <a:r>
              <a:t>JIMTOF2024公式出展説明：株式会社サイバーRC (W3046)</a:t>
            </a:r>
          </a:p>
          <a:p xmlns:a="http://schemas.openxmlformats.org/drawingml/2006/main">
            <a:r>
              <a:t>https://www.jimtof.org/2024/search/jp/ESdetails?e=wk2AEX5rHpw</a:t>
            </a:r>
          </a:p>
          <a:p xmlns:a="http://schemas.openxmlformats.org/drawingml/2006/main">
            <a:r>
              <a:t>該当箇所 出展紹介・主な出展物。追加カードの原典抜粋で検索</a:t>
            </a:r>
          </a:p>
          <a:p xmlns:a="http://schemas.openxmlformats.org/drawingml/2006/main">
            <a:r>
              <a:t>確認日 2026-10-16</a:t>
            </a:r>
          </a:p>
          <a:p xmlns:a="http://schemas.openxmlformats.org/drawingml/2006/main">
            <a:r>
              <a:t>種類 公式掲載の出展者記述・メーカー主張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EDP-02</a:t>
            </a:r>
          </a:p>
          <a:p xmlns:a="http://schemas.openxmlformats.org/drawingml/2006/main">
            <a:r>
              <a:t>GH5総合カタログ</a:t>
            </a:r>
          </a:p>
          <a:p xmlns:a="http://schemas.openxmlformats.org/drawingml/2006/main">
            <a:r>
              <a:t>https://cyber-rc.com/wp-content/uploads/2025/10/%E7%B7%8F%E5%90%88%E3%82%AB%E3%82%BF%E3%83%AD%E3%82%B0420-x-297-mm%E6%A8%AA%E4%B8%A6%E3%81%B3-.pdf</a:t>
            </a:r>
          </a:p>
          <a:p xmlns:a="http://schemas.openxmlformats.org/drawingml/2006/main">
            <a:r>
              <a:t>該当箇所 GRISTAR HONING 5 AXIS／幅・角度設定、Robot Eye、自動調整</a:t>
            </a:r>
          </a:p>
          <a:p xmlns:a="http://schemas.openxmlformats.org/drawingml/2006/main">
            <a:r>
              <a:t>確認日 2026-10-16</a:t>
            </a:r>
          </a:p>
          <a:p xmlns:a="http://schemas.openxmlformats.org/drawingml/2006/main">
            <a:r>
              <a:t>種類 企業／開発元公式説明・メーカー主張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S14 稼働データを使う設備診断</a:t>
            </a:r>
          </a:p>
          <a:p xmlns:a="http://schemas.openxmlformats.org/drawingml/2006/main">
            <a:r>
              <a:t>AC225</a:t>
            </a:r>
          </a:p>
          <a:p xmlns:a="http://schemas.openxmlformats.org/drawingml/2006/main">
            <a:r>
              <a:t>EEX-EXH-2026-308c5194f12fe009</a:t>
            </a:r>
          </a:p>
          <a:p xmlns:a="http://schemas.openxmlformats.org/drawingml/2006/main">
            <a:r>
              <a:t>JIMTOF2026公式出展説明：ムラテックＣＣＳ株式会社 (E3031)</a:t>
            </a:r>
          </a:p>
          <a:p xmlns:a="http://schemas.openxmlformats.org/drawingml/2006/main">
            <a:r>
              <a:t>https://www.jimtof.org/search/jp/ESdetails?e=Z_SbvK_hxBY</a:t>
            </a:r>
          </a:p>
          <a:p xmlns:a="http://schemas.openxmlformats.org/drawingml/2006/main">
            <a:r>
              <a:t>該当箇所 出展紹介・主な出展物。追加カードの原典抜粋で検索</a:t>
            </a:r>
          </a:p>
          <a:p xmlns:a="http://schemas.openxmlformats.org/drawingml/2006/main">
            <a:r>
              <a:t>確認日 2026-10-16</a:t>
            </a:r>
          </a:p>
          <a:p xmlns:a="http://schemas.openxmlformats.org/drawingml/2006/main">
            <a:r>
              <a:t>種類 公式掲載の出展者記述・メーカー主張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EEX-EXH-2024-b0a94c1cd407ea8a</a:t>
            </a:r>
          </a:p>
          <a:p xmlns:a="http://schemas.openxmlformats.org/drawingml/2006/main">
            <a:r>
              <a:t>JIMTOF2024公式出展説明：ムラテックCCS株式会社 (E6019)</a:t>
            </a:r>
          </a:p>
          <a:p xmlns:a="http://schemas.openxmlformats.org/drawingml/2006/main">
            <a:r>
              <a:t>https://www.jimtof.org/2024/search/jp/ESdetails?e=2N7pXq5Aehs</a:t>
            </a:r>
          </a:p>
          <a:p xmlns:a="http://schemas.openxmlformats.org/drawingml/2006/main">
            <a:r>
              <a:t>該当箇所 出展紹介・主な出展物。追加カードの原典抜粋で検索</a:t>
            </a:r>
          </a:p>
          <a:p xmlns:a="http://schemas.openxmlformats.org/drawingml/2006/main">
            <a:r>
              <a:t>確認日 2026-10-16</a:t>
            </a:r>
          </a:p>
          <a:p xmlns:a="http://schemas.openxmlformats.org/drawingml/2006/main">
            <a:r>
              <a:t>種類 公式掲載の出展者記述・メーカー主張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EDP-13</a:t>
            </a:r>
          </a:p>
          <a:p xmlns:a="http://schemas.openxmlformats.org/drawingml/2006/main">
            <a:r>
              <a:t>AIを用いた故障診断</a:t>
            </a:r>
          </a:p>
          <a:p xmlns:a="http://schemas.openxmlformats.org/drawingml/2006/main">
            <a:r>
              <a:t>https://www.muratec.jp/company/ti/rd/detail.php?id=7540</a:t>
            </a:r>
          </a:p>
          <a:p xmlns:a="http://schemas.openxmlformats.org/drawingml/2006/main">
            <a:r>
              <a:t>該当箇所 電流・振動を新品データと比較／補正入力回数・軸負荷による劣化判定</a:t>
            </a:r>
          </a:p>
          <a:p xmlns:a="http://schemas.openxmlformats.org/drawingml/2006/main">
            <a:r>
              <a:t>確認日 2026-10-16</a:t>
            </a:r>
          </a:p>
          <a:p xmlns:a="http://schemas.openxmlformats.org/drawingml/2006/main">
            <a:r>
              <a:t>種類 企業／開発元公式説明・メーカー主張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S08 主軸負荷を使う加工中の適応制御</a:t>
            </a:r>
          </a:p>
          <a:p xmlns:a="http://schemas.openxmlformats.org/drawingml/2006/main">
            <a:r>
              <a:t>RPT002</a:t>
            </a:r>
          </a:p>
          <a:p xmlns:a="http://schemas.openxmlformats.org/drawingml/2006/main">
            <a:r>
              <a:t>RPT-EXH-2026-107042c6cf64ba96</a:t>
            </a:r>
          </a:p>
          <a:p xmlns:a="http://schemas.openxmlformats.org/drawingml/2006/main">
            <a:r>
              <a:t>西部商工株式会社 JIMTOF2026</a:t>
            </a:r>
          </a:p>
          <a:p xmlns:a="http://schemas.openxmlformats.org/drawingml/2006/main">
            <a:r>
              <a:t>https://www.jimtof.org/search/jp/ESdetails?e=OC6R-wdDduM</a:t>
            </a:r>
          </a:p>
          <a:p xmlns:a="http://schemas.openxmlformats.org/drawingml/2006/main">
            <a:r>
              <a:t>該当箇所 main &gt; div.container &gt; div.row &gt; div.col-md-8.mb-5; 見出し「主な出展物」と直後のp</a:t>
            </a:r>
          </a:p>
          <a:p xmlns:a="http://schemas.openxmlformats.org/drawingml/2006/main">
            <a:r>
              <a:t>確認日 2026-10-16</a:t>
            </a:r>
          </a:p>
          <a:p xmlns:a="http://schemas.openxmlformats.org/drawingml/2006/main">
            <a:r>
              <a:t>種類 公式カタログ掲載・出展者記述。2026は展示予定で現地実演未確認。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RPT-EXH-2024-151b23d9e05ccb13</a:t>
            </a:r>
          </a:p>
          <a:p xmlns:a="http://schemas.openxmlformats.org/drawingml/2006/main">
            <a:r>
              <a:t>西部商工株式会社 JIMTOF2024</a:t>
            </a:r>
          </a:p>
          <a:p xmlns:a="http://schemas.openxmlformats.org/drawingml/2006/main">
            <a:r>
              <a:t>https://www.jimtof.org/2024/search/jp/ESdetails?e=YRTw8XJWi9g</a:t>
            </a:r>
          </a:p>
          <a:p xmlns:a="http://schemas.openxmlformats.org/drawingml/2006/main">
            <a:r>
              <a:t>該当箇所 main &gt; div.container &gt; div.row &gt; div.col-md-8.mb-5; 見出し「主な出展物」と直後のp</a:t>
            </a:r>
          </a:p>
          <a:p xmlns:a="http://schemas.openxmlformats.org/drawingml/2006/main">
            <a:r>
              <a:t>確認日 2026-10-16</a:t>
            </a:r>
          </a:p>
          <a:p xmlns:a="http://schemas.openxmlformats.org/drawingml/2006/main">
            <a:r>
              <a:t>種類 公式カタログ掲載・出展者記述。2026は展示予定で現地実演未確認。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S13 工具画像を使う摩耗診断</a:t>
            </a:r>
          </a:p>
          <a:p xmlns:a="http://schemas.openxmlformats.org/drawingml/2006/main">
            <a:r>
              <a:t>FC038</a:t>
            </a:r>
          </a:p>
          <a:p xmlns:a="http://schemas.openxmlformats.org/drawingml/2006/main">
            <a:r>
              <a:t>EOV-V023-2026-1</a:t>
            </a:r>
          </a:p>
          <a:p xmlns:a="http://schemas.openxmlformats.org/drawingml/2006/main">
            <a:r>
              <a:t>JIMTOF2026公式カタログ：ハイデンハイン株式会社 (E7043)</a:t>
            </a:r>
          </a:p>
          <a:p xmlns:a="http://schemas.openxmlformats.org/drawingml/2006/main">
            <a:r>
              <a:t>https://www.jimtof.org/search/jp/ESdetails?e=iohDR5yR9VA</a:t>
            </a:r>
          </a:p>
          <a:p xmlns:a="http://schemas.openxmlformats.org/drawingml/2006/main">
            <a:r>
              <a:t>該当箇所 main &gt; div.col-md-8.mb-5 の出展紹介、見出し「主な出展物」直後</a:t>
            </a:r>
          </a:p>
          <a:p xmlns:a="http://schemas.openxmlformats.org/drawingml/2006/main">
            <a:r>
              <a:t>確認日 2026-10-16</a:t>
            </a:r>
          </a:p>
          <a:p xmlns:a="http://schemas.openxmlformats.org/drawingml/2006/main">
            <a:r>
              <a:t>種類 公式掲載の出展者記述（メーカー主張）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EOV-V023-2024-1</a:t>
            </a:r>
          </a:p>
          <a:p xmlns:a="http://schemas.openxmlformats.org/drawingml/2006/main">
            <a:r>
              <a:t>JIMTOF2024公式カタログ：ハイデンハイン株式会社 (E7123)</a:t>
            </a:r>
          </a:p>
          <a:p xmlns:a="http://schemas.openxmlformats.org/drawingml/2006/main">
            <a:r>
              <a:t>https://www.jimtof.org/2024/search/jp/ESdetails?e=GFSwCXSxe9o</a:t>
            </a:r>
          </a:p>
          <a:p xmlns:a="http://schemas.openxmlformats.org/drawingml/2006/main">
            <a:r>
              <a:t>該当箇所 main &gt; div.col-md-8.mb-5 の出展紹介、見出し「主な出展物」直後</a:t>
            </a:r>
          </a:p>
          <a:p xmlns:a="http://schemas.openxmlformats.org/drawingml/2006/main">
            <a:r>
              <a:t>確認日 2026-10-16</a:t>
            </a:r>
          </a:p>
          <a:p xmlns:a="http://schemas.openxmlformats.org/drawingml/2006/main">
            <a:r>
              <a:t>種類 公式掲載の出展者記述（メーカー主張）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S02 加工履歴に基づく工程予測</a:t>
            </a:r>
          </a:p>
          <a:p xmlns:a="http://schemas.openxmlformats.org/drawingml/2006/main">
            <a:r>
              <a:t>FC018</a:t>
            </a:r>
          </a:p>
          <a:p xmlns:a="http://schemas.openxmlformats.org/drawingml/2006/main">
            <a:r>
              <a:t>EOV-V007-2026-2</a:t>
            </a:r>
          </a:p>
          <a:p xmlns:a="http://schemas.openxmlformats.org/drawingml/2006/main">
            <a:r>
              <a:t>JIMTOF2026公式カタログ：Hexagon Manufacturing Intelligence株式会社 (E2013)</a:t>
            </a:r>
          </a:p>
          <a:p xmlns:a="http://schemas.openxmlformats.org/drawingml/2006/main">
            <a:r>
              <a:t>https://www.jimtof.org/search/jp/ESdetails?e=6l20Qo0pjl4</a:t>
            </a:r>
          </a:p>
          <a:p xmlns:a="http://schemas.openxmlformats.org/drawingml/2006/main">
            <a:r>
              <a:t>該当箇所 main &gt; div.col-md-8.mb-5 の出展紹介、見出し「主な出展物」直後</a:t>
            </a:r>
          </a:p>
          <a:p xmlns:a="http://schemas.openxmlformats.org/drawingml/2006/main">
            <a:r>
              <a:t>確認日 2026-10-16</a:t>
            </a:r>
          </a:p>
          <a:p xmlns:a="http://schemas.openxmlformats.org/drawingml/2006/main">
            <a:r>
              <a:t>種類 公式掲載の出展者記述（メーカー主張）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EOV-W02</a:t>
            </a:r>
          </a:p>
          <a:p xmlns:a="http://schemas.openxmlformats.org/drawingml/2006/main">
            <a:r>
              <a:t>ESPRIT EDGE Release Highlights</a:t>
            </a:r>
          </a:p>
          <a:p xmlns:a="http://schemas.openxmlformats.org/drawingml/2006/main">
            <a:r>
              <a:t>https://hexagon.com/products/esprit-edge/release-highlights</a:t>
            </a:r>
          </a:p>
          <a:p xmlns:a="http://schemas.openxmlformats.org/drawingml/2006/main">
            <a:r>
              <a:t>該当箇所 2025.2 PROPLANAI、2026.1 ProPlanAI for Turning, Mill-Turn &amp; Swiss</a:t>
            </a:r>
          </a:p>
          <a:p xmlns:a="http://schemas.openxmlformats.org/drawingml/2006/main">
            <a:r>
              <a:t>確認日 2026-10-16</a:t>
            </a:r>
          </a:p>
          <a:p xmlns:a="http://schemas.openxmlformats.org/drawingml/2006/main">
            <a:r>
              <a:t>種類 企業公式資料・メーカー主張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S03 CAMの加工戦略と経路の作成支援</a:t>
            </a:r>
          </a:p>
          <a:p xmlns:a="http://schemas.openxmlformats.org/drawingml/2006/main">
            <a:r>
              <a:t>FC020, AC131</a:t>
            </a:r>
          </a:p>
          <a:p xmlns:a="http://schemas.openxmlformats.org/drawingml/2006/main">
            <a:r>
              <a:t>EOV-V008-2026-1</a:t>
            </a:r>
          </a:p>
          <a:p xmlns:a="http://schemas.openxmlformats.org/drawingml/2006/main">
            <a:r>
              <a:t>JIMTOF2026公式カタログ：ジェービーエムエンジニアリング株式会社 (E2002)</a:t>
            </a:r>
          </a:p>
          <a:p xmlns:a="http://schemas.openxmlformats.org/drawingml/2006/main">
            <a:r>
              <a:t>https://www.jimtof.org/search/jp/ESdetails?e=VrAjMTKmxdw</a:t>
            </a:r>
          </a:p>
          <a:p xmlns:a="http://schemas.openxmlformats.org/drawingml/2006/main">
            <a:r>
              <a:t>該当箇所 main &gt; div.col-md-8.mb-5 の出展紹介、見出し「主な出展物」直後</a:t>
            </a:r>
          </a:p>
          <a:p xmlns:a="http://schemas.openxmlformats.org/drawingml/2006/main">
            <a:r>
              <a:t>確認日 2026-10-16</a:t>
            </a:r>
          </a:p>
          <a:p xmlns:a="http://schemas.openxmlformats.org/drawingml/2006/main">
            <a:r>
              <a:t>種類 公式掲載の出展者記述（メーカー主張）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EOV-V008-2024-1</a:t>
            </a:r>
          </a:p>
          <a:p xmlns:a="http://schemas.openxmlformats.org/drawingml/2006/main">
            <a:r>
              <a:t>JIMTOF2024公式カタログ：ジェービーエムエンジニアリング株式会社 (E5028)</a:t>
            </a:r>
          </a:p>
          <a:p xmlns:a="http://schemas.openxmlformats.org/drawingml/2006/main">
            <a:r>
              <a:t>https://www.jimtof.org/2024/search/jp/ESdetails?e=G-8gydwhMvE</a:t>
            </a:r>
          </a:p>
          <a:p xmlns:a="http://schemas.openxmlformats.org/drawingml/2006/main">
            <a:r>
              <a:t>該当箇所 main &gt; div.col-md-8.mb-5 の出展紹介、見出し「主な出展物」直後</a:t>
            </a:r>
          </a:p>
          <a:p xmlns:a="http://schemas.openxmlformats.org/drawingml/2006/main">
            <a:r>
              <a:t>確認日 2026-10-16</a:t>
            </a:r>
          </a:p>
          <a:p xmlns:a="http://schemas.openxmlformats.org/drawingml/2006/main">
            <a:r>
              <a:t>種類 公式掲載の出展者記述（メーカー主張）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EEX-EXH-2026-0436fc7b61f51a8e</a:t>
            </a:r>
          </a:p>
          <a:p xmlns:a="http://schemas.openxmlformats.org/drawingml/2006/main">
            <a:r>
              <a:t>JIMTOF2026公式出展説明：タクテックス株式会社 (S1016)</a:t>
            </a:r>
          </a:p>
          <a:p xmlns:a="http://schemas.openxmlformats.org/drawingml/2006/main">
            <a:r>
              <a:t>https://www.jimtof.org/search/jp/ESdetails?e=2TVzwvOqLxI</a:t>
            </a:r>
          </a:p>
          <a:p xmlns:a="http://schemas.openxmlformats.org/drawingml/2006/main">
            <a:r>
              <a:t>該当箇所 出展紹介・主な出展物。追加カードの原典抜粋で検索</a:t>
            </a:r>
          </a:p>
          <a:p xmlns:a="http://schemas.openxmlformats.org/drawingml/2006/main">
            <a:r>
              <a:t>確認日 2026-10-16</a:t>
            </a:r>
          </a:p>
          <a:p xmlns:a="http://schemas.openxmlformats.org/drawingml/2006/main">
            <a:r>
              <a:t>種類 公式掲載の出展者記述・メーカー主張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EEX-EXH-2024-eb84f3b7fa9cf6db</a:t>
            </a:r>
          </a:p>
          <a:p xmlns:a="http://schemas.openxmlformats.org/drawingml/2006/main">
            <a:r>
              <a:t>JIMTOF2024公式出展説明：タクテックス株式会社 (E5030)</a:t>
            </a:r>
          </a:p>
          <a:p xmlns:a="http://schemas.openxmlformats.org/drawingml/2006/main">
            <a:r>
              <a:t>https://www.jimtof.org/2024/search/jp/ESdetails?e=p_i9WuUhNRg</a:t>
            </a:r>
          </a:p>
          <a:p xmlns:a="http://schemas.openxmlformats.org/drawingml/2006/main">
            <a:r>
              <a:t>該当箇所 出展紹介・主な出展物。追加カードの原典抜粋で検索</a:t>
            </a:r>
          </a:p>
          <a:p xmlns:a="http://schemas.openxmlformats.org/drawingml/2006/main">
            <a:r>
              <a:t>確認日 2026-10-16</a:t>
            </a:r>
          </a:p>
          <a:p xmlns:a="http://schemas.openxmlformats.org/drawingml/2006/main">
            <a:r>
              <a:t>種類 公式掲載の出展者記述・メーカー主張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EDP-09</a:t>
            </a:r>
          </a:p>
          <a:p xmlns:a="http://schemas.openxmlformats.org/drawingml/2006/main">
            <a:r>
              <a:t>Mastercam向けCAM Assist</a:t>
            </a:r>
          </a:p>
          <a:p xmlns:a="http://schemas.openxmlformats.org/drawingml/2006/main">
            <a:r>
              <a:t>https://www.cloudnc.com/ja/mastercam</a:t>
            </a:r>
          </a:p>
          <a:p xmlns:a="http://schemas.openxmlformats.org/drawingml/2006/main">
            <a:r>
              <a:t>該当箇所 仕組みステップ1〜4／FAQの対象加工・顧客データ学習の否定</a:t>
            </a:r>
          </a:p>
          <a:p xmlns:a="http://schemas.openxmlformats.org/drawingml/2006/main">
            <a:r>
              <a:t>確認日 2026-10-16</a:t>
            </a:r>
          </a:p>
          <a:p xmlns:a="http://schemas.openxmlformats.org/drawingml/2006/main">
            <a:r>
              <a:t>種類 企業／開発元公式説明・メーカー主張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S17 3D認識による面取り軌道の生成</a:t>
            </a:r>
          </a:p>
          <a:p xmlns:a="http://schemas.openxmlformats.org/drawingml/2006/main">
            <a:r>
              <a:t>AC146</a:t>
            </a:r>
          </a:p>
          <a:p xmlns:a="http://schemas.openxmlformats.org/drawingml/2006/main">
            <a:r>
              <a:t>EEX-EXH-2026-8c08de1ffed47316</a:t>
            </a:r>
          </a:p>
          <a:p xmlns:a="http://schemas.openxmlformats.org/drawingml/2006/main">
            <a:r>
              <a:t>JIMTOF2026公式出展説明：東京エレクトロンデバイス株式会社 (E7073)</a:t>
            </a:r>
          </a:p>
          <a:p xmlns:a="http://schemas.openxmlformats.org/drawingml/2006/main">
            <a:r>
              <a:t>https://www.jimtof.org/search/jp/ESdetails?e=c4cChQniAm8</a:t>
            </a:r>
          </a:p>
          <a:p xmlns:a="http://schemas.openxmlformats.org/drawingml/2006/main">
            <a:r>
              <a:t>該当箇所 出展紹介・主な出展物。追加カードの原典抜粋で検索</a:t>
            </a:r>
          </a:p>
          <a:p xmlns:a="http://schemas.openxmlformats.org/drawingml/2006/main">
            <a:r>
              <a:t>確認日 2026-10-16</a:t>
            </a:r>
          </a:p>
          <a:p xmlns:a="http://schemas.openxmlformats.org/drawingml/2006/main">
            <a:r>
              <a:t>種類 公式掲載の出展者記述・メーカー主張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EEX-WTED</a:t>
            </a:r>
          </a:p>
          <a:p xmlns:a="http://schemas.openxmlformats.org/drawingml/2006/main">
            <a:r>
              <a:t>企業公式の展示告知</a:t>
            </a:r>
          </a:p>
          <a:p xmlns:a="http://schemas.openxmlformats.org/drawingml/2006/main">
            <a:r>
              <a:t>https://www.inrevium.com/news-event/event/p7331/</a:t>
            </a:r>
          </a:p>
          <a:p xmlns:a="http://schemas.openxmlformats.org/drawingml/2006/main">
            <a:r>
              <a:t>該当箇所 展示会概要・出展製品／2026年5月13日の製品説明</a:t>
            </a:r>
          </a:p>
          <a:p xmlns:a="http://schemas.openxmlformats.org/drawingml/2006/main">
            <a:r>
              <a:t>確認日 2026-10-16</a:t>
            </a:r>
          </a:p>
          <a:p xmlns:a="http://schemas.openxmlformats.org/drawingml/2006/main">
            <a:r>
              <a:t>種類 企業公式説明・メーカー主張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S05 設備アラームの診断と対処案</a:t>
            </a:r>
          </a:p>
          <a:p xmlns:a="http://schemas.openxmlformats.org/drawingml/2006/main">
            <a:r>
              <a:t>FC013</a:t>
            </a:r>
          </a:p>
          <a:p xmlns:a="http://schemas.openxmlformats.org/drawingml/2006/main">
            <a:r>
              <a:t>EOV-V005-2026-1</a:t>
            </a:r>
          </a:p>
          <a:p xmlns:a="http://schemas.openxmlformats.org/drawingml/2006/main">
            <a:r>
              <a:t>JIMTOF2026公式カタログ：ベッコフオートメーション株式会社 (E2028)</a:t>
            </a:r>
          </a:p>
          <a:p xmlns:a="http://schemas.openxmlformats.org/drawingml/2006/main">
            <a:r>
              <a:t>https://www.jimtof.org/search/jp/ESdetails?e=K7DqahO2h08</a:t>
            </a:r>
          </a:p>
          <a:p xmlns:a="http://schemas.openxmlformats.org/drawingml/2006/main">
            <a:r>
              <a:t>該当箇所 main &gt; div.col-md-8.mb-5 の出展紹介、見出し「主な出展物」直後</a:t>
            </a:r>
          </a:p>
          <a:p xmlns:a="http://schemas.openxmlformats.org/drawingml/2006/main">
            <a:r>
              <a:t>確認日 2026-10-16</a:t>
            </a:r>
          </a:p>
          <a:p xmlns:a="http://schemas.openxmlformats.org/drawingml/2006/main">
            <a:r>
              <a:t>種類 公式掲載の出展者記述（メーカー主張）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ERF-02</a:t>
            </a:r>
          </a:p>
          <a:p xmlns:a="http://schemas.openxmlformats.org/drawingml/2006/main">
            <a:r>
              <a:t>TF1700 CoAgent for Operations</a:t>
            </a:r>
          </a:p>
          <a:p xmlns:a="http://schemas.openxmlformats.org/drawingml/2006/main">
            <a:r>
              <a:t>https://www.beckhoff.com/en-en/products/automation/twincat/tfxxxx-twincat-3-functions/tf1xxx-system/tf1700.html</a:t>
            </a:r>
          </a:p>
          <a:p xmlns:a="http://schemas.openxmlformats.org/drawingml/2006/main">
            <a:r>
              <a:t>該当箇所 Properties／direct system access；Product status／market release on request</a:t>
            </a:r>
          </a:p>
          <a:p xmlns:a="http://schemas.openxmlformats.org/drawingml/2006/main">
            <a:r>
              <a:t>確認日 2026-10-18</a:t>
            </a:r>
          </a:p>
          <a:p xmlns:a="http://schemas.openxmlformats.org/drawingml/2006/main">
            <a:r>
              <a:t>種類 企業／開発元／展示会の公式説明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EAT-N04</a:t>
            </a:r>
          </a:p>
          <a:p xmlns:a="http://schemas.openxmlformats.org/drawingml/2006/main">
            <a:r>
              <a:t>CoAgent for Operations TF1700</a:t>
            </a:r>
          </a:p>
          <a:p xmlns:a="http://schemas.openxmlformats.org/drawingml/2006/main">
            <a:r>
              <a:t>https://www.beckhoff.com/ko-kr/products/automation/twincat/tfxxxx-twincat-3-functions/tf1xxx-system/tf1700.html</a:t>
            </a:r>
          </a:p>
          <a:p xmlns:a="http://schemas.openxmlformats.org/drawingml/2006/main">
            <a:r>
              <a:t>該当箇所 Properties／Product status</a:t>
            </a:r>
          </a:p>
          <a:p xmlns:a="http://schemas.openxmlformats.org/drawingml/2006/main">
            <a:r>
              <a:t>確認日 2026-10-16</a:t>
            </a:r>
          </a:p>
          <a:p xmlns:a="http://schemas.openxmlformats.org/drawingml/2006/main">
            <a:r>
              <a:t>種類 企業公式説明・メーカー主張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S27 工具データと在庫及び購買の連携</a:t>
            </a:r>
          </a:p>
          <a:p xmlns:a="http://schemas.openxmlformats.org/drawingml/2006/main">
            <a:r>
              <a:t>AC295</a:t>
            </a:r>
          </a:p>
          <a:p xmlns:a="http://schemas.openxmlformats.org/drawingml/2006/main">
            <a:r>
              <a:t>EEX-EXH-2026-4fb92ba6b82546d7</a:t>
            </a:r>
          </a:p>
          <a:p xmlns:a="http://schemas.openxmlformats.org/drawingml/2006/main">
            <a:r>
              <a:t>JIMTOF2026公式出展説明：WinTool AG (E1049)</a:t>
            </a:r>
          </a:p>
          <a:p xmlns:a="http://schemas.openxmlformats.org/drawingml/2006/main">
            <a:r>
              <a:t>https://www.jimtof.org/search/jp/ESdetails?e=sSFZV23clJo</a:t>
            </a:r>
          </a:p>
          <a:p xmlns:a="http://schemas.openxmlformats.org/drawingml/2006/main">
            <a:r>
              <a:t>該当箇所 出展紹介・主な出展物。追加カードの原典抜粋で検索</a:t>
            </a:r>
          </a:p>
          <a:p xmlns:a="http://schemas.openxmlformats.org/drawingml/2006/main">
            <a:r>
              <a:t>確認日 2026-10-16</a:t>
            </a:r>
          </a:p>
          <a:p xmlns:a="http://schemas.openxmlformats.org/drawingml/2006/main">
            <a:r>
              <a:t>種類 公式掲載の出展者記述・メーカー主張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EEX-EXH-2024-3f1fa1966a57e011</a:t>
            </a:r>
          </a:p>
          <a:p xmlns:a="http://schemas.openxmlformats.org/drawingml/2006/main">
            <a:r>
              <a:t>JIMTOF2024公式出展説明：WinTool AG (E5003)</a:t>
            </a:r>
          </a:p>
          <a:p xmlns:a="http://schemas.openxmlformats.org/drawingml/2006/main">
            <a:r>
              <a:t>https://www.jimtof.org/2024/search/jp/ESdetails?e=-n22F1d_CDc</a:t>
            </a:r>
          </a:p>
          <a:p xmlns:a="http://schemas.openxmlformats.org/drawingml/2006/main">
            <a:r>
              <a:t>該当箇所 出展紹介・主な出展物。追加カードの原典抜粋で検索</a:t>
            </a:r>
          </a:p>
          <a:p xmlns:a="http://schemas.openxmlformats.org/drawingml/2006/main">
            <a:r>
              <a:t>確認日 2026-10-16</a:t>
            </a:r>
          </a:p>
          <a:p xmlns:a="http://schemas.openxmlformats.org/drawingml/2006/main">
            <a:r>
              <a:t>種類 公式掲載の出展者記述・メーカー主張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EDP-18</a:t>
            </a:r>
          </a:p>
          <a:p xmlns:a="http://schemas.openxmlformats.org/drawingml/2006/main">
            <a:r>
              <a:t>ERP Integration</a:t>
            </a:r>
          </a:p>
          <a:p xmlns:a="http://schemas.openxmlformats.org/drawingml/2006/main">
            <a:r>
              <a:t>https://www.wintool.com/en/tool-management-software/cnc-inventory-manager/erp-integration</a:t>
            </a:r>
          </a:p>
          <a:p xmlns:a="http://schemas.openxmlformats.org/drawingml/2006/main">
            <a:r>
              <a:t>該当箇所 最低在庫で購買要求を生成し、管理者承認後にERPへ自動送信</a:t>
            </a:r>
          </a:p>
          <a:p xmlns:a="http://schemas.openxmlformats.org/drawingml/2006/main">
            <a:r>
              <a:t>確認日 2026-10-16</a:t>
            </a:r>
          </a:p>
          <a:p xmlns:a="http://schemas.openxmlformats.org/drawingml/2006/main">
            <a:r>
              <a:t>種類 企業／開発元公式説明・メーカー主張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公式記載はメーカー説明。横断解釈は分析。開発提案と将来像は未検証の仮説。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S01 図面と原価情報を使う見積支援</a:t>
            </a:r>
          </a:p>
          <a:p xmlns:a="http://schemas.openxmlformats.org/drawingml/2006/main">
            <a:r>
              <a:t>FC062</a:t>
            </a:r>
          </a:p>
          <a:p xmlns:a="http://schemas.openxmlformats.org/drawingml/2006/main">
            <a:r>
              <a:t>EOV-V041-2026-1</a:t>
            </a:r>
          </a:p>
          <a:p xmlns:a="http://schemas.openxmlformats.org/drawingml/2006/main">
            <a:r>
              <a:t>JIMTOF2026公式カタログ：匠技研工業株式会社 (S3011)</a:t>
            </a:r>
          </a:p>
          <a:p xmlns:a="http://schemas.openxmlformats.org/drawingml/2006/main">
            <a:r>
              <a:t>https://www.jimtof.org/search/jp/ESdetails?e=i_4zCxJP258</a:t>
            </a:r>
          </a:p>
          <a:p xmlns:a="http://schemas.openxmlformats.org/drawingml/2006/main">
            <a:r>
              <a:t>該当箇所 main &gt; div.col-md-8.mb-5 の出展紹介、見出し「主な出展物」直後</a:t>
            </a:r>
          </a:p>
          <a:p xmlns:a="http://schemas.openxmlformats.org/drawingml/2006/main">
            <a:r>
              <a:t>確認日 2026-10-16</a:t>
            </a:r>
          </a:p>
          <a:p xmlns:a="http://schemas.openxmlformats.org/drawingml/2006/main">
            <a:r>
              <a:t>種類 公式掲載の出展者記述（メーカー主張）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EDP-05</a:t>
            </a:r>
          </a:p>
          <a:p xmlns:a="http://schemas.openxmlformats.org/drawingml/2006/main">
            <a:r>
              <a:t>匠フォースAIエージェント発表</a:t>
            </a:r>
          </a:p>
          <a:p xmlns:a="http://schemas.openxmlformats.org/drawingml/2006/main">
            <a:r>
              <a:t>https://prtimes.jp/main/html/rd/p/000000031.000057137.html</a:t>
            </a:r>
          </a:p>
          <a:p xmlns:a="http://schemas.openxmlformats.org/drawingml/2006/main">
            <a:r>
              <a:t>該当箇所 見積金額算出／人の修正による再学習／引合受領から見積書作成</a:t>
            </a:r>
          </a:p>
          <a:p xmlns:a="http://schemas.openxmlformats.org/drawingml/2006/main">
            <a:r>
              <a:t>確認日 2026-10-16</a:t>
            </a:r>
          </a:p>
          <a:p xmlns:a="http://schemas.openxmlformats.org/drawingml/2006/main">
            <a:r>
              <a:t>種類 企業／開発元公式説明・メーカー主張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S02 加工履歴に基づく工程予測</a:t>
            </a:r>
          </a:p>
          <a:p xmlns:a="http://schemas.openxmlformats.org/drawingml/2006/main">
            <a:r>
              <a:t>FC018</a:t>
            </a:r>
          </a:p>
          <a:p xmlns:a="http://schemas.openxmlformats.org/drawingml/2006/main">
            <a:r>
              <a:t>EOV-V007-2026-2</a:t>
            </a:r>
          </a:p>
          <a:p xmlns:a="http://schemas.openxmlformats.org/drawingml/2006/main">
            <a:r>
              <a:t>JIMTOF2026公式カタログ：Hexagon Manufacturing Intelligence株式会社 (E2013)</a:t>
            </a:r>
          </a:p>
          <a:p xmlns:a="http://schemas.openxmlformats.org/drawingml/2006/main">
            <a:r>
              <a:t>https://www.jimtof.org/search/jp/ESdetails?e=6l20Qo0pjl4</a:t>
            </a:r>
          </a:p>
          <a:p xmlns:a="http://schemas.openxmlformats.org/drawingml/2006/main">
            <a:r>
              <a:t>該当箇所 main &gt; div.col-md-8.mb-5 の出展紹介、見出し「主な出展物」直後</a:t>
            </a:r>
          </a:p>
          <a:p xmlns:a="http://schemas.openxmlformats.org/drawingml/2006/main">
            <a:r>
              <a:t>確認日 2026-10-16</a:t>
            </a:r>
          </a:p>
          <a:p xmlns:a="http://schemas.openxmlformats.org/drawingml/2006/main">
            <a:r>
              <a:t>種類 公式掲載の出展者記述（メーカー主張）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EOV-W02</a:t>
            </a:r>
          </a:p>
          <a:p xmlns:a="http://schemas.openxmlformats.org/drawingml/2006/main">
            <a:r>
              <a:t>ESPRIT EDGE Release Highlights</a:t>
            </a:r>
          </a:p>
          <a:p xmlns:a="http://schemas.openxmlformats.org/drawingml/2006/main">
            <a:r>
              <a:t>https://hexagon.com/products/esprit-edge/release-highlights</a:t>
            </a:r>
          </a:p>
          <a:p xmlns:a="http://schemas.openxmlformats.org/drawingml/2006/main">
            <a:r>
              <a:t>該当箇所 2025.2 PROPLANAI、2026.1 ProPlanAI for Turning, Mill-Turn &amp; Swiss</a:t>
            </a:r>
          </a:p>
          <a:p xmlns:a="http://schemas.openxmlformats.org/drawingml/2006/main">
            <a:r>
              <a:t>確認日 2026-10-16</a:t>
            </a:r>
          </a:p>
          <a:p xmlns:a="http://schemas.openxmlformats.org/drawingml/2006/main">
            <a:r>
              <a:t>種類 企業公式資料・メーカー主張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S03 CAMの加工戦略と経路の作成支援</a:t>
            </a:r>
          </a:p>
          <a:p xmlns:a="http://schemas.openxmlformats.org/drawingml/2006/main">
            <a:r>
              <a:t>FC020, AC131</a:t>
            </a:r>
          </a:p>
          <a:p xmlns:a="http://schemas.openxmlformats.org/drawingml/2006/main">
            <a:r>
              <a:t>EOV-V008-2026-1</a:t>
            </a:r>
          </a:p>
          <a:p xmlns:a="http://schemas.openxmlformats.org/drawingml/2006/main">
            <a:r>
              <a:t>JIMTOF2026公式カタログ：ジェービーエムエンジニアリング株式会社 (E2002)</a:t>
            </a:r>
          </a:p>
          <a:p xmlns:a="http://schemas.openxmlformats.org/drawingml/2006/main">
            <a:r>
              <a:t>https://www.jimtof.org/search/jp/ESdetails?e=VrAjMTKmxdw</a:t>
            </a:r>
          </a:p>
          <a:p xmlns:a="http://schemas.openxmlformats.org/drawingml/2006/main">
            <a:r>
              <a:t>該当箇所 main &gt; div.col-md-8.mb-5 の出展紹介、見出し「主な出展物」直後</a:t>
            </a:r>
          </a:p>
          <a:p xmlns:a="http://schemas.openxmlformats.org/drawingml/2006/main">
            <a:r>
              <a:t>確認日 2026-10-16</a:t>
            </a:r>
          </a:p>
          <a:p xmlns:a="http://schemas.openxmlformats.org/drawingml/2006/main">
            <a:r>
              <a:t>種類 公式掲載の出展者記述（メーカー主張）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EOV-V008-2024-1</a:t>
            </a:r>
          </a:p>
          <a:p xmlns:a="http://schemas.openxmlformats.org/drawingml/2006/main">
            <a:r>
              <a:t>JIMTOF2024公式カタログ：ジェービーエムエンジニアリング株式会社 (E5028)</a:t>
            </a:r>
          </a:p>
          <a:p xmlns:a="http://schemas.openxmlformats.org/drawingml/2006/main">
            <a:r>
              <a:t>https://www.jimtof.org/2024/search/jp/ESdetails?e=G-8gydwhMvE</a:t>
            </a:r>
          </a:p>
          <a:p xmlns:a="http://schemas.openxmlformats.org/drawingml/2006/main">
            <a:r>
              <a:t>該当箇所 main &gt; div.col-md-8.mb-5 の出展紹介、見出し「主な出展物」直後</a:t>
            </a:r>
          </a:p>
          <a:p xmlns:a="http://schemas.openxmlformats.org/drawingml/2006/main">
            <a:r>
              <a:t>確認日 2026-10-16</a:t>
            </a:r>
          </a:p>
          <a:p xmlns:a="http://schemas.openxmlformats.org/drawingml/2006/main">
            <a:r>
              <a:t>種類 公式掲載の出展者記述（メーカー主張）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EEX-EXH-2026-0436fc7b61f51a8e</a:t>
            </a:r>
          </a:p>
          <a:p xmlns:a="http://schemas.openxmlformats.org/drawingml/2006/main">
            <a:r>
              <a:t>JIMTOF2026公式出展説明：タクテックス株式会社 (S1016)</a:t>
            </a:r>
          </a:p>
          <a:p xmlns:a="http://schemas.openxmlformats.org/drawingml/2006/main">
            <a:r>
              <a:t>https://www.jimtof.org/search/jp/ESdetails?e=2TVzwvOqLxI</a:t>
            </a:r>
          </a:p>
          <a:p xmlns:a="http://schemas.openxmlformats.org/drawingml/2006/main">
            <a:r>
              <a:t>該当箇所 出展紹介・主な出展物。追加カードの原典抜粋で検索</a:t>
            </a:r>
          </a:p>
          <a:p xmlns:a="http://schemas.openxmlformats.org/drawingml/2006/main">
            <a:r>
              <a:t>確認日 2026-10-16</a:t>
            </a:r>
          </a:p>
          <a:p xmlns:a="http://schemas.openxmlformats.org/drawingml/2006/main">
            <a:r>
              <a:t>種類 公式掲載の出展者記述・メーカー主張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EEX-EXH-2024-eb84f3b7fa9cf6db</a:t>
            </a:r>
          </a:p>
          <a:p xmlns:a="http://schemas.openxmlformats.org/drawingml/2006/main">
            <a:r>
              <a:t>JIMTOF2024公式出展説明：タクテックス株式会社 (E5030)</a:t>
            </a:r>
          </a:p>
          <a:p xmlns:a="http://schemas.openxmlformats.org/drawingml/2006/main">
            <a:r>
              <a:t>https://www.jimtof.org/2024/search/jp/ESdetails?e=p_i9WuUhNRg</a:t>
            </a:r>
          </a:p>
          <a:p xmlns:a="http://schemas.openxmlformats.org/drawingml/2006/main">
            <a:r>
              <a:t>該当箇所 出展紹介・主な出展物。追加カードの原典抜粋で検索</a:t>
            </a:r>
          </a:p>
          <a:p xmlns:a="http://schemas.openxmlformats.org/drawingml/2006/main">
            <a:r>
              <a:t>確認日 2026-10-16</a:t>
            </a:r>
          </a:p>
          <a:p xmlns:a="http://schemas.openxmlformats.org/drawingml/2006/main">
            <a:r>
              <a:t>種類 公式掲載の出展者記述・メーカー主張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EDP-09</a:t>
            </a:r>
          </a:p>
          <a:p xmlns:a="http://schemas.openxmlformats.org/drawingml/2006/main">
            <a:r>
              <a:t>Mastercam向けCAM Assist</a:t>
            </a:r>
          </a:p>
          <a:p xmlns:a="http://schemas.openxmlformats.org/drawingml/2006/main">
            <a:r>
              <a:t>https://www.cloudnc.com/ja/mastercam</a:t>
            </a:r>
          </a:p>
          <a:p xmlns:a="http://schemas.openxmlformats.org/drawingml/2006/main">
            <a:r>
              <a:t>該当箇所 仕組みステップ1〜4／FAQの対象加工・顧客データ学習の否定</a:t>
            </a:r>
          </a:p>
          <a:p xmlns:a="http://schemas.openxmlformats.org/drawingml/2006/main">
            <a:r>
              <a:t>確認日 2026-10-16</a:t>
            </a:r>
          </a:p>
          <a:p xmlns:a="http://schemas.openxmlformats.org/drawingml/2006/main">
            <a:r>
              <a:t>種類 企業／開発元公式説明・メーカー主張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公式記載はメーカー説明。横断解釈は分析。開発提案と将来像は未検証の仮説。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S04 PLCとHMIの設計支援</a:t>
            </a:r>
          </a:p>
          <a:p xmlns:a="http://schemas.openxmlformats.org/drawingml/2006/main">
            <a:r>
              <a:t>FC011, FC012</a:t>
            </a:r>
          </a:p>
          <a:p xmlns:a="http://schemas.openxmlformats.org/drawingml/2006/main">
            <a:r>
              <a:t>EOV-V005-2026-1</a:t>
            </a:r>
          </a:p>
          <a:p xmlns:a="http://schemas.openxmlformats.org/drawingml/2006/main">
            <a:r>
              <a:t>JIMTOF2026公式カタログ：ベッコフオートメーション株式会社 (E2028)</a:t>
            </a:r>
          </a:p>
          <a:p xmlns:a="http://schemas.openxmlformats.org/drawingml/2006/main">
            <a:r>
              <a:t>https://www.jimtof.org/search/jp/ESdetails?e=K7DqahO2h08</a:t>
            </a:r>
          </a:p>
          <a:p xmlns:a="http://schemas.openxmlformats.org/drawingml/2006/main">
            <a:r>
              <a:t>該当箇所 main &gt; div.col-md-8.mb-5 の出展紹介、見出し「主な出展物」直後</a:t>
            </a:r>
          </a:p>
          <a:p xmlns:a="http://schemas.openxmlformats.org/drawingml/2006/main">
            <a:r>
              <a:t>確認日 2026-10-16</a:t>
            </a:r>
          </a:p>
          <a:p xmlns:a="http://schemas.openxmlformats.org/drawingml/2006/main">
            <a:r>
              <a:t>種類 公式掲載の出展者記述（メーカー主張）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ERF-01</a:t>
            </a:r>
          </a:p>
          <a:p xmlns:a="http://schemas.openxmlformats.org/drawingml/2006/main">
            <a:r>
              <a:t>From chatbot to intelligent agent</a:t>
            </a:r>
          </a:p>
          <a:p xmlns:a="http://schemas.openxmlformats.org/drawingml/2006/main">
            <a:r>
              <a:t>https://www.beckhoff.com/en-gb/company/news/from-chatbot-to-intelligent-agent.html</a:t>
            </a:r>
          </a:p>
          <a:p xmlns:a="http://schemas.openxmlformats.org/drawingml/2006/main">
            <a:r>
              <a:t>該当箇所 2025/6/13／Placing people at the heart of automation；PLC・I/O・HMI、専門家がreview・confirm・approve</a:t>
            </a:r>
          </a:p>
          <a:p xmlns:a="http://schemas.openxmlformats.org/drawingml/2006/main">
            <a:r>
              <a:t>確認日 2026-10-18</a:t>
            </a:r>
          </a:p>
          <a:p xmlns:a="http://schemas.openxmlformats.org/drawingml/2006/main">
            <a:r>
              <a:t>種類 企業／開発元／展示会の公式説明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EDP-03</a:t>
            </a:r>
          </a:p>
          <a:p xmlns:a="http://schemas.openxmlformats.org/drawingml/2006/main">
            <a:r>
              <a:t>TwinCAT Chat発表</a:t>
            </a:r>
          </a:p>
          <a:p xmlns:a="http://schemas.openxmlformats.org/drawingml/2006/main">
            <a:r>
              <a:t>https://www.beckhoff.com/en-en/company/press/twincat-chat-using-innovative-chatbot-technology-in-twincat-engineering-2023-04.html</a:t>
            </a:r>
          </a:p>
          <a:p xmlns:a="http://schemas.openxmlformats.org/drawingml/2006/main">
            <a:r>
              <a:t>該当箇所 TwinCAT XAE／コード作成・追加・最適化・文書化</a:t>
            </a:r>
          </a:p>
          <a:p xmlns:a="http://schemas.openxmlformats.org/drawingml/2006/main">
            <a:r>
              <a:t>確認日 2026-10-16</a:t>
            </a:r>
          </a:p>
          <a:p xmlns:a="http://schemas.openxmlformats.org/drawingml/2006/main">
            <a:r>
              <a:t>種類 企業／開発元公式説明・メーカー主張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S05 設備アラームの診断と対処案</a:t>
            </a:r>
          </a:p>
          <a:p xmlns:a="http://schemas.openxmlformats.org/drawingml/2006/main">
            <a:r>
              <a:t>FC013</a:t>
            </a:r>
          </a:p>
          <a:p xmlns:a="http://schemas.openxmlformats.org/drawingml/2006/main">
            <a:r>
              <a:t>EOV-V005-2026-1</a:t>
            </a:r>
          </a:p>
          <a:p xmlns:a="http://schemas.openxmlformats.org/drawingml/2006/main">
            <a:r>
              <a:t>JIMTOF2026公式カタログ：ベッコフオートメーション株式会社 (E2028)</a:t>
            </a:r>
          </a:p>
          <a:p xmlns:a="http://schemas.openxmlformats.org/drawingml/2006/main">
            <a:r>
              <a:t>https://www.jimtof.org/search/jp/ESdetails?e=K7DqahO2h08</a:t>
            </a:r>
          </a:p>
          <a:p xmlns:a="http://schemas.openxmlformats.org/drawingml/2006/main">
            <a:r>
              <a:t>該当箇所 main &gt; div.col-md-8.mb-5 の出展紹介、見出し「主な出展物」直後</a:t>
            </a:r>
          </a:p>
          <a:p xmlns:a="http://schemas.openxmlformats.org/drawingml/2006/main">
            <a:r>
              <a:t>確認日 2026-10-16</a:t>
            </a:r>
          </a:p>
          <a:p xmlns:a="http://schemas.openxmlformats.org/drawingml/2006/main">
            <a:r>
              <a:t>種類 公式掲載の出展者記述（メーカー主張）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ERF-02</a:t>
            </a:r>
          </a:p>
          <a:p xmlns:a="http://schemas.openxmlformats.org/drawingml/2006/main">
            <a:r>
              <a:t>TF1700 CoAgent for Operations</a:t>
            </a:r>
          </a:p>
          <a:p xmlns:a="http://schemas.openxmlformats.org/drawingml/2006/main">
            <a:r>
              <a:t>https://www.beckhoff.com/en-en/products/automation/twincat/tfxxxx-twincat-3-functions/tf1xxx-system/tf1700.html</a:t>
            </a:r>
          </a:p>
          <a:p xmlns:a="http://schemas.openxmlformats.org/drawingml/2006/main">
            <a:r>
              <a:t>該当箇所 Properties／direct system access；Product status／market release on request</a:t>
            </a:r>
          </a:p>
          <a:p xmlns:a="http://schemas.openxmlformats.org/drawingml/2006/main">
            <a:r>
              <a:t>確認日 2026-10-18</a:t>
            </a:r>
          </a:p>
          <a:p xmlns:a="http://schemas.openxmlformats.org/drawingml/2006/main">
            <a:r>
              <a:t>種類 企業／開発元／展示会の公式説明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EAT-N04</a:t>
            </a:r>
          </a:p>
          <a:p xmlns:a="http://schemas.openxmlformats.org/drawingml/2006/main">
            <a:r>
              <a:t>CoAgent for Operations TF1700</a:t>
            </a:r>
          </a:p>
          <a:p xmlns:a="http://schemas.openxmlformats.org/drawingml/2006/main">
            <a:r>
              <a:t>https://www.beckhoff.com/ko-kr/products/automation/twincat/tfxxxx-twincat-3-functions/tf1xxx-system/tf1700.html</a:t>
            </a:r>
          </a:p>
          <a:p xmlns:a="http://schemas.openxmlformats.org/drawingml/2006/main">
            <a:r>
              <a:t>該当箇所 Properties／Product status</a:t>
            </a:r>
          </a:p>
          <a:p xmlns:a="http://schemas.openxmlformats.org/drawingml/2006/main">
            <a:r>
              <a:t>確認日 2026-10-16</a:t>
            </a:r>
          </a:p>
          <a:p xmlns:a="http://schemas.openxmlformats.org/drawingml/2006/main">
            <a:r>
              <a:t>種類 企業公式説明・メーカー主張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S06 電気設計の対話支援</a:t>
            </a:r>
          </a:p>
          <a:p xmlns:a="http://schemas.openxmlformats.org/drawingml/2006/main">
            <a:r>
              <a:t>FC017</a:t>
            </a:r>
          </a:p>
          <a:p xmlns:a="http://schemas.openxmlformats.org/drawingml/2006/main">
            <a:r>
              <a:t>EOV-V006-2026-1</a:t>
            </a:r>
          </a:p>
          <a:p xmlns:a="http://schemas.openxmlformats.org/drawingml/2006/main">
            <a:r>
              <a:t>JIMTOF2026公式カタログ：EPLAN株式会社 (S1067)</a:t>
            </a:r>
          </a:p>
          <a:p xmlns:a="http://schemas.openxmlformats.org/drawingml/2006/main">
            <a:r>
              <a:t>https://www.jimtof.org/search/jp/ESdetails?e=FHsQAvmFusY</a:t>
            </a:r>
          </a:p>
          <a:p xmlns:a="http://schemas.openxmlformats.org/drawingml/2006/main">
            <a:r>
              <a:t>該当箇所 main &gt; div.col-md-8.mb-5 の出展紹介、見出し「主な出展物」直後</a:t>
            </a:r>
          </a:p>
          <a:p xmlns:a="http://schemas.openxmlformats.org/drawingml/2006/main">
            <a:r>
              <a:t>確認日 2026-10-16</a:t>
            </a:r>
          </a:p>
          <a:p xmlns:a="http://schemas.openxmlformats.org/drawingml/2006/main">
            <a:r>
              <a:t>種類 公式掲載の出展者記述（メーカー主張）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EOV-V006-2024-1</a:t>
            </a:r>
          </a:p>
          <a:p xmlns:a="http://schemas.openxmlformats.org/drawingml/2006/main">
            <a:r>
              <a:t>JIMTOF2024公式カタログ：EPLAN株式会社 (E2033)</a:t>
            </a:r>
          </a:p>
          <a:p xmlns:a="http://schemas.openxmlformats.org/drawingml/2006/main">
            <a:r>
              <a:t>https://www.jimtof.org/2024/search/jp/ESdetails?e=50efK4rQsHs</a:t>
            </a:r>
          </a:p>
          <a:p xmlns:a="http://schemas.openxmlformats.org/drawingml/2006/main">
            <a:r>
              <a:t>該当箇所 main &gt; div.col-md-8.mb-5 の出展紹介、見出し「主な出展物」直後</a:t>
            </a:r>
          </a:p>
          <a:p xmlns:a="http://schemas.openxmlformats.org/drawingml/2006/main">
            <a:r>
              <a:t>確認日 2026-10-16</a:t>
            </a:r>
          </a:p>
          <a:p xmlns:a="http://schemas.openxmlformats.org/drawingml/2006/main">
            <a:r>
              <a:t>種類 公式掲載の出展者記述（メーカー主張）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EAT-N06</a:t>
            </a:r>
          </a:p>
          <a:p xmlns:a="http://schemas.openxmlformats.org/drawingml/2006/main">
            <a:r>
              <a:t>Eplan Copilot</a:t>
            </a:r>
          </a:p>
          <a:p xmlns:a="http://schemas.openxmlformats.org/drawingml/2006/main">
            <a:r>
              <a:t>https://www.eplan.com/us-en/about-us/innovations/eplan-copilot/</a:t>
            </a:r>
          </a:p>
          <a:p xmlns:a="http://schemas.openxmlformats.org/drawingml/2006/main">
            <a:r>
              <a:t>該当箇所 Based on a described task／Looking ahead／conceptual phase</a:t>
            </a:r>
          </a:p>
          <a:p xmlns:a="http://schemas.openxmlformats.org/drawingml/2006/main">
            <a:r>
              <a:t>確認日 2026-10-16</a:t>
            </a:r>
          </a:p>
          <a:p xmlns:a="http://schemas.openxmlformats.org/drawingml/2006/main">
            <a:r>
              <a:t>種類 企業公式説明・メーカー主張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公式記載はメーカー説明。横断解釈は分析。開発提案と将来像は未検証の仮説。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S07 NC検証と切削物理による最適化</a:t>
            </a:r>
          </a:p>
          <a:p xmlns:a="http://schemas.openxmlformats.org/drawingml/2006/main">
            <a:r>
              <a:t>FC022</a:t>
            </a:r>
          </a:p>
          <a:p xmlns:a="http://schemas.openxmlformats.org/drawingml/2006/main">
            <a:r>
              <a:t>EOV-V009-2026-1</a:t>
            </a:r>
          </a:p>
          <a:p xmlns:a="http://schemas.openxmlformats.org/drawingml/2006/main">
            <a:r>
              <a:t>JIMTOF2026公式カタログ：株式会社CGTech (S3014)</a:t>
            </a:r>
          </a:p>
          <a:p xmlns:a="http://schemas.openxmlformats.org/drawingml/2006/main">
            <a:r>
              <a:t>https://www.jimtof.org/search/jp/ESdetails?e=41U8xW4UkcM</a:t>
            </a:r>
          </a:p>
          <a:p xmlns:a="http://schemas.openxmlformats.org/drawingml/2006/main">
            <a:r>
              <a:t>該当箇所 main &gt; div.col-md-8.mb-5 の出展紹介、見出し「主な出展物」直後</a:t>
            </a:r>
          </a:p>
          <a:p xmlns:a="http://schemas.openxmlformats.org/drawingml/2006/main">
            <a:r>
              <a:t>確認日 2026-10-16</a:t>
            </a:r>
          </a:p>
          <a:p xmlns:a="http://schemas.openxmlformats.org/drawingml/2006/main">
            <a:r>
              <a:t>種類 公式掲載の出展者記述（メーカー主張）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EOV-V009-2024-1</a:t>
            </a:r>
          </a:p>
          <a:p xmlns:a="http://schemas.openxmlformats.org/drawingml/2006/main">
            <a:r>
              <a:t>JIMTOF2024公式カタログ：株式会社CGTech (E5042)</a:t>
            </a:r>
          </a:p>
          <a:p xmlns:a="http://schemas.openxmlformats.org/drawingml/2006/main">
            <a:r>
              <a:t>https://www.jimtof.org/2024/search/jp/ESdetails?e=AxDUk3YbQDI</a:t>
            </a:r>
          </a:p>
          <a:p xmlns:a="http://schemas.openxmlformats.org/drawingml/2006/main">
            <a:r>
              <a:t>該当箇所 main &gt; div.col-md-8.mb-5 の出展紹介、見出し「主な出展物」直後</a:t>
            </a:r>
          </a:p>
          <a:p xmlns:a="http://schemas.openxmlformats.org/drawingml/2006/main">
            <a:r>
              <a:t>確認日 2026-10-16</a:t>
            </a:r>
          </a:p>
          <a:p xmlns:a="http://schemas.openxmlformats.org/drawingml/2006/main">
            <a:r>
              <a:t>種類 公式掲載の出展者記述（メーカー主張）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RPT-S04</a:t>
            </a:r>
          </a:p>
          <a:p xmlns:a="http://schemas.openxmlformats.org/drawingml/2006/main">
            <a:r>
              <a:t>Vericut Force FAQ</a:t>
            </a:r>
          </a:p>
          <a:p xmlns:a="http://schemas.openxmlformats.org/drawingml/2006/main">
            <a:r>
              <a:t>https://archive.vericut.com/force-faq/</a:t>
            </a:r>
          </a:p>
          <a:p xmlns:a="http://schemas.openxmlformats.org/drawingml/2006/main">
            <a:r>
              <a:t>該当箇所 Force physics-based optimization</a:t>
            </a:r>
          </a:p>
          <a:p xmlns:a="http://schemas.openxmlformats.org/drawingml/2006/main">
            <a:r>
              <a:t>確認日 2026-10-18</a:t>
            </a:r>
          </a:p>
          <a:p xmlns:a="http://schemas.openxmlformats.org/drawingml/2006/main">
            <a:r>
              <a:t>種類 公式記載（メーカー主張）。実測・独立評価ではない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S08 主軸負荷を使う加工中の適応制御</a:t>
            </a:r>
          </a:p>
          <a:p xmlns:a="http://schemas.openxmlformats.org/drawingml/2006/main">
            <a:r>
              <a:t>RPT002</a:t>
            </a:r>
          </a:p>
          <a:p xmlns:a="http://schemas.openxmlformats.org/drawingml/2006/main">
            <a:r>
              <a:t>RPT-EXH-2026-107042c6cf64ba96</a:t>
            </a:r>
          </a:p>
          <a:p xmlns:a="http://schemas.openxmlformats.org/drawingml/2006/main">
            <a:r>
              <a:t>西部商工株式会社 JIMTOF2026</a:t>
            </a:r>
          </a:p>
          <a:p xmlns:a="http://schemas.openxmlformats.org/drawingml/2006/main">
            <a:r>
              <a:t>https://www.jimtof.org/search/jp/ESdetails?e=OC6R-wdDduM</a:t>
            </a:r>
          </a:p>
          <a:p xmlns:a="http://schemas.openxmlformats.org/drawingml/2006/main">
            <a:r>
              <a:t>該当箇所 main &gt; div.container &gt; div.row &gt; div.col-md-8.mb-5; 見出し「主な出展物」と直後のp</a:t>
            </a:r>
          </a:p>
          <a:p xmlns:a="http://schemas.openxmlformats.org/drawingml/2006/main">
            <a:r>
              <a:t>確認日 2026-10-16</a:t>
            </a:r>
          </a:p>
          <a:p xmlns:a="http://schemas.openxmlformats.org/drawingml/2006/main">
            <a:r>
              <a:t>種類 公式カタログ掲載・出展者記述。2026は展示予定で現地実演未確認。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RPT-EXH-2024-151b23d9e05ccb13</a:t>
            </a:r>
          </a:p>
          <a:p xmlns:a="http://schemas.openxmlformats.org/drawingml/2006/main">
            <a:r>
              <a:t>西部商工株式会社 JIMTOF2024</a:t>
            </a:r>
          </a:p>
          <a:p xmlns:a="http://schemas.openxmlformats.org/drawingml/2006/main">
            <a:r>
              <a:t>https://www.jimtof.org/2024/search/jp/ESdetails?e=YRTw8XJWi9g</a:t>
            </a:r>
          </a:p>
          <a:p xmlns:a="http://schemas.openxmlformats.org/drawingml/2006/main">
            <a:r>
              <a:t>該当箇所 main &gt; div.container &gt; div.row &gt; div.col-md-8.mb-5; 見出し「主な出展物」と直後のp</a:t>
            </a:r>
          </a:p>
          <a:p xmlns:a="http://schemas.openxmlformats.org/drawingml/2006/main">
            <a:r>
              <a:t>確認日 2026-10-16</a:t>
            </a:r>
          </a:p>
          <a:p xmlns:a="http://schemas.openxmlformats.org/drawingml/2006/main">
            <a:r>
              <a:t>種類 公式カタログ掲載・出展者記述。2026は展示予定で現地実演未確認。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S09 寸法計測と工具補正の連携</a:t>
            </a:r>
          </a:p>
          <a:p xmlns:a="http://schemas.openxmlformats.org/drawingml/2006/main">
            <a:r>
              <a:t>FC033</a:t>
            </a:r>
          </a:p>
          <a:p xmlns:a="http://schemas.openxmlformats.org/drawingml/2006/main">
            <a:r>
              <a:t>EOV-V018-2026-1</a:t>
            </a:r>
          </a:p>
          <a:p xmlns:a="http://schemas.openxmlformats.org/drawingml/2006/main">
            <a:r>
              <a:t>JIMTOF2026公式カタログ：レニショー株式会社 (E7089)</a:t>
            </a:r>
          </a:p>
          <a:p xmlns:a="http://schemas.openxmlformats.org/drawingml/2006/main">
            <a:r>
              <a:t>https://www.jimtof.org/search/jp/ESdetails?e=pYGmVz5GC1c</a:t>
            </a:r>
          </a:p>
          <a:p xmlns:a="http://schemas.openxmlformats.org/drawingml/2006/main">
            <a:r>
              <a:t>該当箇所 main &gt; div.col-md-8.mb-5 の出展紹介、見出し「主な出展物」直後</a:t>
            </a:r>
          </a:p>
          <a:p xmlns:a="http://schemas.openxmlformats.org/drawingml/2006/main">
            <a:r>
              <a:t>確認日 2026-10-16</a:t>
            </a:r>
          </a:p>
          <a:p xmlns:a="http://schemas.openxmlformats.org/drawingml/2006/main">
            <a:r>
              <a:t>種類 公式掲載の出展者記述（メーカー主張）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EOV-V018-2024-1</a:t>
            </a:r>
          </a:p>
          <a:p xmlns:a="http://schemas.openxmlformats.org/drawingml/2006/main">
            <a:r>
              <a:t>JIMTOF2024公式カタログ：レニショー株式会社 (E7026)</a:t>
            </a:r>
          </a:p>
          <a:p xmlns:a="http://schemas.openxmlformats.org/drawingml/2006/main">
            <a:r>
              <a:t>https://www.jimtof.org/2024/search/jp/ESdetails?e=ekM3exgIAtc</a:t>
            </a:r>
          </a:p>
          <a:p xmlns:a="http://schemas.openxmlformats.org/drawingml/2006/main">
            <a:r>
              <a:t>該当箇所 main &gt; div.col-md-8.mb-5 の出展紹介、見出し「主な出展物」直後</a:t>
            </a:r>
          </a:p>
          <a:p xmlns:a="http://schemas.openxmlformats.org/drawingml/2006/main">
            <a:r>
              <a:t>確認日 2026-10-16</a:t>
            </a:r>
          </a:p>
          <a:p xmlns:a="http://schemas.openxmlformats.org/drawingml/2006/main">
            <a:r>
              <a:t>種類 公式掲載の出展者記述（メーカー主張）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EOV-W03</a:t>
            </a:r>
          </a:p>
          <a:p xmlns:a="http://schemas.openxmlformats.org/drawingml/2006/main">
            <a:r>
              <a:t>Renishaw Central データプラットフォーム</a:t>
            </a:r>
          </a:p>
          <a:p xmlns:a="http://schemas.openxmlformats.org/drawingml/2006/main">
            <a:r>
              <a:t>https://www.renishaw.com/jp/smart-manufacturing-data-platform-for-industrial-process-control--47853</a:t>
            </a:r>
          </a:p>
          <a:p xmlns:a="http://schemas.openxmlformats.org/drawingml/2006/main">
            <a:r>
              <a:t>該当箇所 メカニズム、現場でのクローズドループ、導入効果</a:t>
            </a:r>
          </a:p>
          <a:p xmlns:a="http://schemas.openxmlformats.org/drawingml/2006/main">
            <a:r>
              <a:t>確認日 2026-10-16</a:t>
            </a:r>
          </a:p>
          <a:p xmlns:a="http://schemas.openxmlformats.org/drawingml/2006/main">
            <a:r>
              <a:t>種類 企業公式資料・メーカー主張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S10 工具刃先の3D計測と補正加工</a:t>
            </a:r>
          </a:p>
          <a:p xmlns:a="http://schemas.openxmlformats.org/drawingml/2006/main">
            <a:r>
              <a:t>AC085</a:t>
            </a:r>
          </a:p>
          <a:p xmlns:a="http://schemas.openxmlformats.org/drawingml/2006/main">
            <a:r>
              <a:t>EEX-EXH-2026-a0cbad27ea34d7c4</a:t>
            </a:r>
          </a:p>
          <a:p xmlns:a="http://schemas.openxmlformats.org/drawingml/2006/main">
            <a:r>
              <a:t>JIMTOF2026公式出展説明：株式会社サイバーRC (E7074)</a:t>
            </a:r>
          </a:p>
          <a:p xmlns:a="http://schemas.openxmlformats.org/drawingml/2006/main">
            <a:r>
              <a:t>https://www.jimtof.org/search/jp/ESdetails?e=8ealehgmk8o</a:t>
            </a:r>
          </a:p>
          <a:p xmlns:a="http://schemas.openxmlformats.org/drawingml/2006/main">
            <a:r>
              <a:t>該当箇所 出展紹介・主な出展物。追加カードの原典抜粋で検索</a:t>
            </a:r>
          </a:p>
          <a:p xmlns:a="http://schemas.openxmlformats.org/drawingml/2006/main">
            <a:r>
              <a:t>確認日 2026-10-16</a:t>
            </a:r>
          </a:p>
          <a:p xmlns:a="http://schemas.openxmlformats.org/drawingml/2006/main">
            <a:r>
              <a:t>種類 公式掲載の出展者記述・メーカー主張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EEX-EXH-2024-76ac534a229f7c29</a:t>
            </a:r>
          </a:p>
          <a:p xmlns:a="http://schemas.openxmlformats.org/drawingml/2006/main">
            <a:r>
              <a:t>JIMTOF2024公式出展説明：株式会社サイバーRC (W3046)</a:t>
            </a:r>
          </a:p>
          <a:p xmlns:a="http://schemas.openxmlformats.org/drawingml/2006/main">
            <a:r>
              <a:t>https://www.jimtof.org/2024/search/jp/ESdetails?e=wk2AEX5rHpw</a:t>
            </a:r>
          </a:p>
          <a:p xmlns:a="http://schemas.openxmlformats.org/drawingml/2006/main">
            <a:r>
              <a:t>該当箇所 出展紹介・主な出展物。追加カードの原典抜粋で検索</a:t>
            </a:r>
          </a:p>
          <a:p xmlns:a="http://schemas.openxmlformats.org/drawingml/2006/main">
            <a:r>
              <a:t>確認日 2026-10-16</a:t>
            </a:r>
          </a:p>
          <a:p xmlns:a="http://schemas.openxmlformats.org/drawingml/2006/main">
            <a:r>
              <a:t>種類 公式掲載の出展者記述・メーカー主張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EDP-02</a:t>
            </a:r>
          </a:p>
          <a:p xmlns:a="http://schemas.openxmlformats.org/drawingml/2006/main">
            <a:r>
              <a:t>GH5総合カタログ</a:t>
            </a:r>
          </a:p>
          <a:p xmlns:a="http://schemas.openxmlformats.org/drawingml/2006/main">
            <a:r>
              <a:t>https://cyber-rc.com/wp-content/uploads/2025/10/%E7%B7%8F%E5%90%88%E3%82%AB%E3%82%BF%E3%83%AD%E3%82%B0420-x-297-mm%E6%A8%AA%E4%B8%A6%E3%81%B3-.pdf</a:t>
            </a:r>
          </a:p>
          <a:p xmlns:a="http://schemas.openxmlformats.org/drawingml/2006/main">
            <a:r>
              <a:t>該当箇所 GRISTAR HONING 5 AXIS／幅・角度設定、Robot Eye、自動調整</a:t>
            </a:r>
          </a:p>
          <a:p xmlns:a="http://schemas.openxmlformats.org/drawingml/2006/main">
            <a:r>
              <a:t>確認日 2026-10-16</a:t>
            </a:r>
          </a:p>
          <a:p xmlns:a="http://schemas.openxmlformats.org/drawingml/2006/main">
            <a:r>
              <a:t>種類 企業／開発元公式説明・メーカー主張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公式記載はメーカー説明。横断解釈は分析。開発提案と将来像は未検証の仮説。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S11 外観検査と追加学習</a:t>
            </a:r>
          </a:p>
          <a:p xmlns:a="http://schemas.openxmlformats.org/drawingml/2006/main">
            <a:r>
              <a:t>FC036</a:t>
            </a:r>
          </a:p>
          <a:p xmlns:a="http://schemas.openxmlformats.org/drawingml/2006/main">
            <a:r>
              <a:t>EOV-V021-2026-1</a:t>
            </a:r>
          </a:p>
          <a:p xmlns:a="http://schemas.openxmlformats.org/drawingml/2006/main">
            <a:r>
              <a:t>JIMTOF2026公式カタログ：株式会社ＨＡＣＡＲＵＳ (S1031)</a:t>
            </a:r>
          </a:p>
          <a:p xmlns:a="http://schemas.openxmlformats.org/drawingml/2006/main">
            <a:r>
              <a:t>https://www.jimtof.org/search/jp/ESdetails?e=oatArsOZ-Wc</a:t>
            </a:r>
          </a:p>
          <a:p xmlns:a="http://schemas.openxmlformats.org/drawingml/2006/main">
            <a:r>
              <a:t>該当箇所 main &gt; div.col-md-8.mb-5 の出展紹介、見出し「主な出展物」直後</a:t>
            </a:r>
          </a:p>
          <a:p xmlns:a="http://schemas.openxmlformats.org/drawingml/2006/main">
            <a:r>
              <a:t>確認日 2026-10-16</a:t>
            </a:r>
          </a:p>
          <a:p xmlns:a="http://schemas.openxmlformats.org/drawingml/2006/main">
            <a:r>
              <a:t>種類 公式掲載の出展者記述（メーカー主張）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ERF-05</a:t>
            </a:r>
          </a:p>
          <a:p xmlns:a="http://schemas.openxmlformats.org/drawingml/2006/main">
            <a:r>
              <a:t>Check ZERO公式ソフトウェア説明</a:t>
            </a:r>
          </a:p>
          <a:p xmlns:a="http://schemas.openxmlformats.org/drawingml/2006/main">
            <a:r>
              <a:t>https://check.hacarus.com/ja/aisoftware/</a:t>
            </a:r>
          </a:p>
          <a:p xmlns:a="http://schemas.openxmlformats.org/drawingml/2006/main">
            <a:r>
              <a:t>該当箇所 特徴／異常箇所表示・良否アノテーション追加学習</a:t>
            </a:r>
          </a:p>
          <a:p xmlns:a="http://schemas.openxmlformats.org/drawingml/2006/main">
            <a:r>
              <a:t>確認日 2026-10-18</a:t>
            </a:r>
          </a:p>
          <a:p xmlns:a="http://schemas.openxmlformats.org/drawingml/2006/main">
            <a:r>
              <a:t>種類 企業／開発元／展示会の公式説明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EDP-14</a:t>
            </a:r>
          </a:p>
          <a:p xmlns:a="http://schemas.openxmlformats.org/drawingml/2006/main">
            <a:r>
              <a:t>Check ZERO正式販売開始</a:t>
            </a:r>
          </a:p>
          <a:p xmlns:a="http://schemas.openxmlformats.org/drawingml/2006/main">
            <a:r>
              <a:t>https://hacarus.com/ja/press-release/20250707-news/</a:t>
            </a:r>
          </a:p>
          <a:p xmlns:a="http://schemas.openxmlformats.org/drawingml/2006/main">
            <a:r>
              <a:t>該当箇所 2025/7/9販売／良品学習とアノテーション追加学習／判定UI</a:t>
            </a:r>
          </a:p>
          <a:p xmlns:a="http://schemas.openxmlformats.org/drawingml/2006/main">
            <a:r>
              <a:t>確認日 2026-10-16</a:t>
            </a:r>
          </a:p>
          <a:p xmlns:a="http://schemas.openxmlformats.org/drawingml/2006/main">
            <a:r>
              <a:t>種類 企業／開発元公式説明・メーカー主張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S12 工具摩耗の判定と寿命の推定</a:t>
            </a:r>
          </a:p>
          <a:p xmlns:a="http://schemas.openxmlformats.org/drawingml/2006/main">
            <a:r>
              <a:t>FC039, FC040</a:t>
            </a:r>
          </a:p>
          <a:p xmlns:a="http://schemas.openxmlformats.org/drawingml/2006/main">
            <a:r>
              <a:t>EOV-V024-2026-1</a:t>
            </a:r>
          </a:p>
          <a:p xmlns:a="http://schemas.openxmlformats.org/drawingml/2006/main">
            <a:r>
              <a:t>JIMTOF2026公式カタログ：モリマシナリー株式会社 (S3048)</a:t>
            </a:r>
          </a:p>
          <a:p xmlns:a="http://schemas.openxmlformats.org/drawingml/2006/main">
            <a:r>
              <a:t>https://www.jimtof.org/search/jp/ESdetails?e=ZvT3Lci-hnM</a:t>
            </a:r>
          </a:p>
          <a:p xmlns:a="http://schemas.openxmlformats.org/drawingml/2006/main">
            <a:r>
              <a:t>該当箇所 main &gt; div.col-md-8.mb-5 の出展紹介、見出し「主な出展物」直後</a:t>
            </a:r>
          </a:p>
          <a:p xmlns:a="http://schemas.openxmlformats.org/drawingml/2006/main">
            <a:r>
              <a:t>確認日 2026-10-16</a:t>
            </a:r>
          </a:p>
          <a:p xmlns:a="http://schemas.openxmlformats.org/drawingml/2006/main">
            <a:r>
              <a:t>種類 公式掲載の出展者記述（メーカー主張）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EOV-V024-2024-1</a:t>
            </a:r>
          </a:p>
          <a:p xmlns:a="http://schemas.openxmlformats.org/drawingml/2006/main">
            <a:r>
              <a:t>JIMTOF2024公式カタログ：モリマシナリー株式会社 (S3017)</a:t>
            </a:r>
          </a:p>
          <a:p xmlns:a="http://schemas.openxmlformats.org/drawingml/2006/main">
            <a:r>
              <a:t>https://www.jimtof.org/2024/search/jp/ESdetails?e=yEoPl5sH6Sg</a:t>
            </a:r>
          </a:p>
          <a:p xmlns:a="http://schemas.openxmlformats.org/drawingml/2006/main">
            <a:r>
              <a:t>該当箇所 main &gt; div.col-md-8.mb-5 の出展紹介、見出し「主な出展物」直後</a:t>
            </a:r>
          </a:p>
          <a:p xmlns:a="http://schemas.openxmlformats.org/drawingml/2006/main">
            <a:r>
              <a:t>確認日 2026-10-16</a:t>
            </a:r>
          </a:p>
          <a:p xmlns:a="http://schemas.openxmlformats.org/drawingml/2006/main">
            <a:r>
              <a:t>種類 公式掲載の出展者記述（メーカー主張）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EOV-W08</a:t>
            </a:r>
          </a:p>
          <a:p xmlns:a="http://schemas.openxmlformats.org/drawingml/2006/main">
            <a:r>
              <a:t>工具の欠け・摩耗・寿命を推定するAI研究発表</a:t>
            </a:r>
          </a:p>
          <a:p xmlns:a="http://schemas.openxmlformats.org/drawingml/2006/main">
            <a:r>
              <a:t>https://mori-machinery.com/wp-content/uploads/2023/06/%E7%86%9F%E7%B7%B4%E8%80%85%E3%81%AE%E7%B5%8C%E9%A8%93%E7%9F%A5%E3%82%92%E3%82%82%E3%81%A8%E3%81%AB%E5%88%87%E5%89%8A%E5%B7%A5%E5%85%B7%E3%81%AE%E6%AC%A0%E3%81%91%E3%83%BB%E6%91%A9%E8%80%97%E3%83%BB%E5%AF%BF%E5%91%BD%E3%82%92%E6%8E%A8%E5%AE%9A%E3%81%99%E3%82%8BAI%E3%82%92%E9%96%8B%E7%99%BA.pdf</a:t>
            </a:r>
          </a:p>
          <a:p xmlns:a="http://schemas.openxmlformats.org/drawingml/2006/main">
            <a:r>
              <a:t>該当箇所 2023年6月2日、成果と今後の展望</a:t>
            </a:r>
          </a:p>
          <a:p xmlns:a="http://schemas.openxmlformats.org/drawingml/2006/main">
            <a:r>
              <a:t>確認日 2026-10-16</a:t>
            </a:r>
          </a:p>
          <a:p xmlns:a="http://schemas.openxmlformats.org/drawingml/2006/main">
            <a:r>
              <a:t>種類 企業公式資料・メーカー主張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EDP-12</a:t>
            </a:r>
          </a:p>
          <a:p xmlns:a="http://schemas.openxmlformats.org/drawingml/2006/main">
            <a:r>
              <a:t>TOOL SOMMELIER／TOOL COLLAGE</a:t>
            </a:r>
          </a:p>
          <a:p xmlns:a="http://schemas.openxmlformats.org/drawingml/2006/main">
            <a:r>
              <a:t>https://mori-machinery.com/en/product/tool-sommelier?post_id=1066</a:t>
            </a:r>
          </a:p>
          <a:p xmlns:a="http://schemas.openxmlformats.org/drawingml/2006/main">
            <a:r>
              <a:t>該当箇所 刃先撮像・欠け摩耗自動検出／FAQの工具・径制約</a:t>
            </a:r>
          </a:p>
          <a:p xmlns:a="http://schemas.openxmlformats.org/drawingml/2006/main">
            <a:r>
              <a:t>確認日 2026-10-16</a:t>
            </a:r>
          </a:p>
          <a:p xmlns:a="http://schemas.openxmlformats.org/drawingml/2006/main">
            <a:r>
              <a:t>種類 企業／開発元公式説明・メーカー主張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S13 工具画像を使う摩耗診断</a:t>
            </a:r>
          </a:p>
          <a:p xmlns:a="http://schemas.openxmlformats.org/drawingml/2006/main">
            <a:r>
              <a:t>FC038</a:t>
            </a:r>
          </a:p>
          <a:p xmlns:a="http://schemas.openxmlformats.org/drawingml/2006/main">
            <a:r>
              <a:t>EOV-V023-2026-1</a:t>
            </a:r>
          </a:p>
          <a:p xmlns:a="http://schemas.openxmlformats.org/drawingml/2006/main">
            <a:r>
              <a:t>JIMTOF2026公式カタログ：ハイデンハイン株式会社 (E7043)</a:t>
            </a:r>
          </a:p>
          <a:p xmlns:a="http://schemas.openxmlformats.org/drawingml/2006/main">
            <a:r>
              <a:t>https://www.jimtof.org/search/jp/ESdetails?e=iohDR5yR9VA</a:t>
            </a:r>
          </a:p>
          <a:p xmlns:a="http://schemas.openxmlformats.org/drawingml/2006/main">
            <a:r>
              <a:t>該当箇所 main &gt; div.col-md-8.mb-5 の出展紹介、見出し「主な出展物」直後</a:t>
            </a:r>
          </a:p>
          <a:p xmlns:a="http://schemas.openxmlformats.org/drawingml/2006/main">
            <a:r>
              <a:t>確認日 2026-10-16</a:t>
            </a:r>
          </a:p>
          <a:p xmlns:a="http://schemas.openxmlformats.org/drawingml/2006/main">
            <a:r>
              <a:t>種類 公式掲載の出展者記述（メーカー主張）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EOV-V023-2024-1</a:t>
            </a:r>
          </a:p>
          <a:p xmlns:a="http://schemas.openxmlformats.org/drawingml/2006/main">
            <a:r>
              <a:t>JIMTOF2024公式カタログ：ハイデンハイン株式会社 (E7123)</a:t>
            </a:r>
          </a:p>
          <a:p xmlns:a="http://schemas.openxmlformats.org/drawingml/2006/main">
            <a:r>
              <a:t>https://www.jimtof.org/2024/search/jp/ESdetails?e=GFSwCXSxe9o</a:t>
            </a:r>
          </a:p>
          <a:p xmlns:a="http://schemas.openxmlformats.org/drawingml/2006/main">
            <a:r>
              <a:t>該当箇所 main &gt; div.col-md-8.mb-5 の出展紹介、見出し「主な出展物」直後</a:t>
            </a:r>
          </a:p>
          <a:p xmlns:a="http://schemas.openxmlformats.org/drawingml/2006/main">
            <a:r>
              <a:t>確認日 2026-10-16</a:t>
            </a:r>
          </a:p>
          <a:p xmlns:a="http://schemas.openxmlformats.org/drawingml/2006/main">
            <a:r>
              <a:t>種類 公式掲載の出展者記述（メーカー主張）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S14 稼働データを使う設備診断</a:t>
            </a:r>
          </a:p>
          <a:p xmlns:a="http://schemas.openxmlformats.org/drawingml/2006/main">
            <a:r>
              <a:t>AC225</a:t>
            </a:r>
          </a:p>
          <a:p xmlns:a="http://schemas.openxmlformats.org/drawingml/2006/main">
            <a:r>
              <a:t>EEX-EXH-2026-308c5194f12fe009</a:t>
            </a:r>
          </a:p>
          <a:p xmlns:a="http://schemas.openxmlformats.org/drawingml/2006/main">
            <a:r>
              <a:t>JIMTOF2026公式出展説明：ムラテックＣＣＳ株式会社 (E3031)</a:t>
            </a:r>
          </a:p>
          <a:p xmlns:a="http://schemas.openxmlformats.org/drawingml/2006/main">
            <a:r>
              <a:t>https://www.jimtof.org/search/jp/ESdetails?e=Z_SbvK_hxBY</a:t>
            </a:r>
          </a:p>
          <a:p xmlns:a="http://schemas.openxmlformats.org/drawingml/2006/main">
            <a:r>
              <a:t>該当箇所 出展紹介・主な出展物。追加カードの原典抜粋で検索</a:t>
            </a:r>
          </a:p>
          <a:p xmlns:a="http://schemas.openxmlformats.org/drawingml/2006/main">
            <a:r>
              <a:t>確認日 2026-10-16</a:t>
            </a:r>
          </a:p>
          <a:p xmlns:a="http://schemas.openxmlformats.org/drawingml/2006/main">
            <a:r>
              <a:t>種類 公式掲載の出展者記述・メーカー主張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EEX-EXH-2024-b0a94c1cd407ea8a</a:t>
            </a:r>
          </a:p>
          <a:p xmlns:a="http://schemas.openxmlformats.org/drawingml/2006/main">
            <a:r>
              <a:t>JIMTOF2024公式出展説明：ムラテックCCS株式会社 (E6019)</a:t>
            </a:r>
          </a:p>
          <a:p xmlns:a="http://schemas.openxmlformats.org/drawingml/2006/main">
            <a:r>
              <a:t>https://www.jimtof.org/2024/search/jp/ESdetails?e=2N7pXq5Aehs</a:t>
            </a:r>
          </a:p>
          <a:p xmlns:a="http://schemas.openxmlformats.org/drawingml/2006/main">
            <a:r>
              <a:t>該当箇所 出展紹介・主な出展物。追加カードの原典抜粋で検索</a:t>
            </a:r>
          </a:p>
          <a:p xmlns:a="http://schemas.openxmlformats.org/drawingml/2006/main">
            <a:r>
              <a:t>確認日 2026-10-16</a:t>
            </a:r>
          </a:p>
          <a:p xmlns:a="http://schemas.openxmlformats.org/drawingml/2006/main">
            <a:r>
              <a:t>種類 公式掲載の出展者記述・メーカー主張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EDP-13</a:t>
            </a:r>
          </a:p>
          <a:p xmlns:a="http://schemas.openxmlformats.org/drawingml/2006/main">
            <a:r>
              <a:t>AIを用いた故障診断</a:t>
            </a:r>
          </a:p>
          <a:p xmlns:a="http://schemas.openxmlformats.org/drawingml/2006/main">
            <a:r>
              <a:t>https://www.muratec.jp/company/ti/rd/detail.php?id=7540</a:t>
            </a:r>
          </a:p>
          <a:p xmlns:a="http://schemas.openxmlformats.org/drawingml/2006/main">
            <a:r>
              <a:t>該当箇所 電流・振動を新品データと比較／補正入力回数・軸負荷による劣化判定</a:t>
            </a:r>
          </a:p>
          <a:p xmlns:a="http://schemas.openxmlformats.org/drawingml/2006/main">
            <a:r>
              <a:t>確認日 2026-10-16</a:t>
            </a:r>
          </a:p>
          <a:p xmlns:a="http://schemas.openxmlformats.org/drawingml/2006/main">
            <a:r>
              <a:t>種類 企業／開発元公式説明・メーカー主張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S15 2024年にも存在した加工異常検知</a:t>
            </a:r>
          </a:p>
          <a:p xmlns:a="http://schemas.openxmlformats.org/drawingml/2006/main">
            <a:r>
              <a:t>FC064</a:t>
            </a:r>
          </a:p>
          <a:p xmlns:a="http://schemas.openxmlformats.org/drawingml/2006/main">
            <a:r>
              <a:t>EAT-V043-2026-1</a:t>
            </a:r>
          </a:p>
          <a:p xmlns:a="http://schemas.openxmlformats.org/drawingml/2006/main">
            <a:r>
              <a:t>JIMTOF2026公式カタログ：三菱電機株式会社</a:t>
            </a:r>
          </a:p>
          <a:p xmlns:a="http://schemas.openxmlformats.org/drawingml/2006/main">
            <a:r>
              <a:t>https://www.jimtof.org/search/jp/ESdetails?e=AjLnzm01WWU</a:t>
            </a:r>
          </a:p>
          <a:p xmlns:a="http://schemas.openxmlformats.org/drawingml/2006/main">
            <a:r>
              <a:t>該当箇所 出展紹介・主な出展物（カードの製品名・機能語で検索）</a:t>
            </a:r>
          </a:p>
          <a:p xmlns:a="http://schemas.openxmlformats.org/drawingml/2006/main">
            <a:r>
              <a:t>確認日 2026-10-16</a:t>
            </a:r>
          </a:p>
          <a:p xmlns:a="http://schemas.openxmlformats.org/drawingml/2006/main">
            <a:r>
              <a:t>種類 公式掲載の出展者記述・メーカー主張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EAT-V043-2024-1</a:t>
            </a:r>
          </a:p>
          <a:p xmlns:a="http://schemas.openxmlformats.org/drawingml/2006/main">
            <a:r>
              <a:t>JIMTOF2024公式カタログ：三菱電機株式会社</a:t>
            </a:r>
          </a:p>
          <a:p xmlns:a="http://schemas.openxmlformats.org/drawingml/2006/main">
            <a:r>
              <a:t>https://www.jimtof.org/2024/search/jp/ESdetails?e=30li0vWcseI</a:t>
            </a:r>
          </a:p>
          <a:p xmlns:a="http://schemas.openxmlformats.org/drawingml/2006/main">
            <a:r>
              <a:t>該当箇所 出展紹介・主な出展物（カードの製品名・機能語で検索）</a:t>
            </a:r>
          </a:p>
          <a:p xmlns:a="http://schemas.openxmlformats.org/drawingml/2006/main">
            <a:r>
              <a:t>確認日 2026-10-16</a:t>
            </a:r>
          </a:p>
          <a:p xmlns:a="http://schemas.openxmlformats.org/drawingml/2006/main">
            <a:r>
              <a:t>種類 公式掲載の出展者記述・メーカー主張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公式記載はメーカー説明。横断解釈は分析。開発提案と将来像は未検証の仮説。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S16 主軸に絡む切粉の認識と除去</a:t>
            </a:r>
          </a:p>
          <a:p xmlns:a="http://schemas.openxmlformats.org/drawingml/2006/main">
            <a:r>
              <a:t>FC049</a:t>
            </a:r>
          </a:p>
          <a:p xmlns:a="http://schemas.openxmlformats.org/drawingml/2006/main">
            <a:r>
              <a:t>EOV-V030-2026-1</a:t>
            </a:r>
          </a:p>
          <a:p xmlns:a="http://schemas.openxmlformats.org/drawingml/2006/main">
            <a:r>
              <a:t>JIMTOF2026公式カタログ：株式会社TAKISAWA (E3013)</a:t>
            </a:r>
          </a:p>
          <a:p xmlns:a="http://schemas.openxmlformats.org/drawingml/2006/main">
            <a:r>
              <a:t>https://www.jimtof.org/search/jp/ESdetails?e=3dTDRAMwZpM</a:t>
            </a:r>
          </a:p>
          <a:p xmlns:a="http://schemas.openxmlformats.org/drawingml/2006/main">
            <a:r>
              <a:t>該当箇所 main &gt; div.col-md-8.mb-5 の出展紹介、見出し「主な出展物」直後</a:t>
            </a:r>
          </a:p>
          <a:p xmlns:a="http://schemas.openxmlformats.org/drawingml/2006/main">
            <a:r>
              <a:t>確認日 2026-10-16</a:t>
            </a:r>
          </a:p>
          <a:p xmlns:a="http://schemas.openxmlformats.org/drawingml/2006/main">
            <a:r>
              <a:t>種類 公式掲載の出展者記述（メーカー主張）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EOV-V030-2024-1</a:t>
            </a:r>
          </a:p>
          <a:p xmlns:a="http://schemas.openxmlformats.org/drawingml/2006/main">
            <a:r>
              <a:t>JIMTOF2024公式カタログ：株式会社TAKISAWA (E3013)</a:t>
            </a:r>
          </a:p>
          <a:p xmlns:a="http://schemas.openxmlformats.org/drawingml/2006/main">
            <a:r>
              <a:t>https://www.jimtof.org/2024/search/jp/ESdetails?e=K00DRD-BngA</a:t>
            </a:r>
          </a:p>
          <a:p xmlns:a="http://schemas.openxmlformats.org/drawingml/2006/main">
            <a:r>
              <a:t>該当箇所 main &gt; div.col-md-8.mb-5 の出展紹介、見出し「主な出展物」直後</a:t>
            </a:r>
          </a:p>
          <a:p xmlns:a="http://schemas.openxmlformats.org/drawingml/2006/main">
            <a:r>
              <a:t>確認日 2026-10-16</a:t>
            </a:r>
          </a:p>
          <a:p xmlns:a="http://schemas.openxmlformats.org/drawingml/2006/main">
            <a:r>
              <a:t>種類 公式掲載の出展者記述（メーカー主張）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ERF-13</a:t>
            </a:r>
          </a:p>
          <a:p xmlns:a="http://schemas.openxmlformats.org/drawingml/2006/main">
            <a:r>
              <a:t>JIMTOF2026：TR-20W参考出品</a:t>
            </a:r>
          </a:p>
          <a:p xmlns:a="http://schemas.openxmlformats.org/drawingml/2006/main">
            <a:r>
              <a:t>https://www.nidec.com/jp/products/machine-tools/contents/machine-tool-jimtof2026/</a:t>
            </a:r>
          </a:p>
          <a:p xmlns:a="http://schemas.openxmlformats.org/drawingml/2006/main">
            <a:r>
              <a:t>該当箇所 TAKISAWA／TR-20W、主軸の切粉認識・判断・除去、参考出品</a:t>
            </a:r>
          </a:p>
          <a:p xmlns:a="http://schemas.openxmlformats.org/drawingml/2006/main">
            <a:r>
              <a:t>確認日 2026-10-18</a:t>
            </a:r>
          </a:p>
          <a:p xmlns:a="http://schemas.openxmlformats.org/drawingml/2006/main">
            <a:r>
              <a:t>種類 企業／開発元／展示会の公式説明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S17 3D認識による面取り軌道の生成</a:t>
            </a:r>
          </a:p>
          <a:p xmlns:a="http://schemas.openxmlformats.org/drawingml/2006/main">
            <a:r>
              <a:t>AC146</a:t>
            </a:r>
          </a:p>
          <a:p xmlns:a="http://schemas.openxmlformats.org/drawingml/2006/main">
            <a:r>
              <a:t>EEX-EXH-2026-8c08de1ffed47316</a:t>
            </a:r>
          </a:p>
          <a:p xmlns:a="http://schemas.openxmlformats.org/drawingml/2006/main">
            <a:r>
              <a:t>JIMTOF2026公式出展説明：東京エレクトロンデバイス株式会社 (E7073)</a:t>
            </a:r>
          </a:p>
          <a:p xmlns:a="http://schemas.openxmlformats.org/drawingml/2006/main">
            <a:r>
              <a:t>https://www.jimtof.org/search/jp/ESdetails?e=c4cChQniAm8</a:t>
            </a:r>
          </a:p>
          <a:p xmlns:a="http://schemas.openxmlformats.org/drawingml/2006/main">
            <a:r>
              <a:t>該当箇所 出展紹介・主な出展物。追加カードの原典抜粋で検索</a:t>
            </a:r>
          </a:p>
          <a:p xmlns:a="http://schemas.openxmlformats.org/drawingml/2006/main">
            <a:r>
              <a:t>確認日 2026-10-16</a:t>
            </a:r>
          </a:p>
          <a:p xmlns:a="http://schemas.openxmlformats.org/drawingml/2006/main">
            <a:r>
              <a:t>種類 公式掲載の出展者記述・メーカー主張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EEX-WTED</a:t>
            </a:r>
          </a:p>
          <a:p xmlns:a="http://schemas.openxmlformats.org/drawingml/2006/main">
            <a:r>
              <a:t>企業公式の展示告知</a:t>
            </a:r>
          </a:p>
          <a:p xmlns:a="http://schemas.openxmlformats.org/drawingml/2006/main">
            <a:r>
              <a:t>https://www.inrevium.com/news-event/event/p7331/</a:t>
            </a:r>
          </a:p>
          <a:p xmlns:a="http://schemas.openxmlformats.org/drawingml/2006/main">
            <a:r>
              <a:t>該当箇所 展示会概要・出展製品／2026年5月13日の製品説明</a:t>
            </a:r>
          </a:p>
          <a:p xmlns:a="http://schemas.openxmlformats.org/drawingml/2006/main">
            <a:r>
              <a:t>確認日 2026-10-16</a:t>
            </a:r>
          </a:p>
          <a:p xmlns:a="http://schemas.openxmlformats.org/drawingml/2006/main">
            <a:r>
              <a:t>種類 企業公式説明・メーカー主張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S18 小部品の認識と磁気ピック</a:t>
            </a:r>
          </a:p>
          <a:p xmlns:a="http://schemas.openxmlformats.org/drawingml/2006/main">
            <a:r>
              <a:t>AC051</a:t>
            </a:r>
          </a:p>
          <a:p xmlns:a="http://schemas.openxmlformats.org/drawingml/2006/main">
            <a:r>
              <a:t>EEX-EXH-2026-30b70a74241de123</a:t>
            </a:r>
          </a:p>
          <a:p xmlns:a="http://schemas.openxmlformats.org/drawingml/2006/main">
            <a:r>
              <a:t>JIMTOF2026公式出展説明：カネテック株式会社 (W2013)</a:t>
            </a:r>
          </a:p>
          <a:p xmlns:a="http://schemas.openxmlformats.org/drawingml/2006/main">
            <a:r>
              <a:t>https://www.jimtof.org/search/jp/ESdetails?e=ekM3exgIAtc</a:t>
            </a:r>
          </a:p>
          <a:p xmlns:a="http://schemas.openxmlformats.org/drawingml/2006/main">
            <a:r>
              <a:t>該当箇所 出展紹介・主な出展物。追加カードの原典抜粋で検索</a:t>
            </a:r>
          </a:p>
          <a:p xmlns:a="http://schemas.openxmlformats.org/drawingml/2006/main">
            <a:r>
              <a:t>確認日 2026-10-16</a:t>
            </a:r>
          </a:p>
          <a:p xmlns:a="http://schemas.openxmlformats.org/drawingml/2006/main">
            <a:r>
              <a:t>種類 公式掲載の出展者記述・メーカー主張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EEX-EXH-2024-45415d070f47dc6e</a:t>
            </a:r>
          </a:p>
          <a:p xmlns:a="http://schemas.openxmlformats.org/drawingml/2006/main">
            <a:r>
              <a:t>JIMTOF2024公式出展説明：カネテック株式会社 (W2030)</a:t>
            </a:r>
          </a:p>
          <a:p xmlns:a="http://schemas.openxmlformats.org/drawingml/2006/main">
            <a:r>
              <a:t>https://www.jimtof.org/2024/search/jp/ESdetails?e=ot0Fx36wI0g</a:t>
            </a:r>
          </a:p>
          <a:p xmlns:a="http://schemas.openxmlformats.org/drawingml/2006/main">
            <a:r>
              <a:t>該当箇所 出展紹介・主な出展物。追加カードの原典抜粋で検索</a:t>
            </a:r>
          </a:p>
          <a:p xmlns:a="http://schemas.openxmlformats.org/drawingml/2006/main">
            <a:r>
              <a:t>確認日 2026-10-16</a:t>
            </a:r>
          </a:p>
          <a:p xmlns:a="http://schemas.openxmlformats.org/drawingml/2006/main">
            <a:r>
              <a:t>種類 公式掲載の出展者記述・メーカー主張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EDP-01</a:t>
            </a:r>
          </a:p>
          <a:p xmlns:a="http://schemas.openxmlformats.org/drawingml/2006/main">
            <a:r>
              <a:t>MagnetPinset</a:t>
            </a:r>
          </a:p>
          <a:p xmlns:a="http://schemas.openxmlformats.org/drawingml/2006/main">
            <a:r>
              <a:t>https://kanetec.co.jp/lp/MagnetPinset%40LP.html</a:t>
            </a:r>
          </a:p>
          <a:p xmlns:a="http://schemas.openxmlformats.org/drawingml/2006/main">
            <a:r>
              <a:t>該当箇所 小径ネジの課題／JIMTOF2024出展／ネジ整列器</a:t>
            </a:r>
          </a:p>
          <a:p xmlns:a="http://schemas.openxmlformats.org/drawingml/2006/main">
            <a:r>
              <a:t>確認日 2026-10-16</a:t>
            </a:r>
          </a:p>
          <a:p xmlns:a="http://schemas.openxmlformats.org/drawingml/2006/main">
            <a:r>
              <a:t>種類 企業／開発元公式説明・メーカー主張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S19 バリ取り工具の摩耗への自動追従</a:t>
            </a:r>
          </a:p>
          <a:p xmlns:a="http://schemas.openxmlformats.org/drawingml/2006/main">
            <a:r>
              <a:t>AC097</a:t>
            </a:r>
          </a:p>
          <a:p xmlns:a="http://schemas.openxmlformats.org/drawingml/2006/main">
            <a:r>
              <a:t>EEX-EXH-2026-ba283a239e52d644</a:t>
            </a:r>
          </a:p>
          <a:p xmlns:a="http://schemas.openxmlformats.org/drawingml/2006/main">
            <a:r>
              <a:t>JIMTOF2026公式出展説明：株式会社ジーベックテクノロジー (WA006)</a:t>
            </a:r>
          </a:p>
          <a:p xmlns:a="http://schemas.openxmlformats.org/drawingml/2006/main">
            <a:r>
              <a:t>https://www.jimtof.org/search/jp/ESdetails?e=jbu03Ik4s00</a:t>
            </a:r>
          </a:p>
          <a:p xmlns:a="http://schemas.openxmlformats.org/drawingml/2006/main">
            <a:r>
              <a:t>該当箇所 出展紹介・主な出展物。追加カードの原典抜粋で検索</a:t>
            </a:r>
          </a:p>
          <a:p xmlns:a="http://schemas.openxmlformats.org/drawingml/2006/main">
            <a:r>
              <a:t>確認日 2026-10-16</a:t>
            </a:r>
          </a:p>
          <a:p xmlns:a="http://schemas.openxmlformats.org/drawingml/2006/main">
            <a:r>
              <a:t>種類 公式掲載の出展者記述・メーカー主張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EEX-EXH-2024-1632c66ef4d28e78</a:t>
            </a:r>
          </a:p>
          <a:p xmlns:a="http://schemas.openxmlformats.org/drawingml/2006/main">
            <a:r>
              <a:t>JIMTOF2024公式出展説明：株式会社ジーベックテクノロジー (WA007)</a:t>
            </a:r>
          </a:p>
          <a:p xmlns:a="http://schemas.openxmlformats.org/drawingml/2006/main">
            <a:r>
              <a:t>https://www.jimtof.org/2024/search/jp/ESdetails?e=mnvwVRInyM8</a:t>
            </a:r>
          </a:p>
          <a:p xmlns:a="http://schemas.openxmlformats.org/drawingml/2006/main">
            <a:r>
              <a:t>該当箇所 出展紹介・主な出展物。追加カードの原典抜粋で検索</a:t>
            </a:r>
          </a:p>
          <a:p xmlns:a="http://schemas.openxmlformats.org/drawingml/2006/main">
            <a:r>
              <a:t>確認日 2026-10-16</a:t>
            </a:r>
          </a:p>
          <a:p xmlns:a="http://schemas.openxmlformats.org/drawingml/2006/main">
            <a:r>
              <a:t>種類 公式掲載の出展者記述・メーカー主張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S20 爪と工具の自動交換</a:t>
            </a:r>
          </a:p>
          <a:p xmlns:a="http://schemas.openxmlformats.org/drawingml/2006/main">
            <a:r>
              <a:t>AC214</a:t>
            </a:r>
          </a:p>
          <a:p xmlns:a="http://schemas.openxmlformats.org/drawingml/2006/main">
            <a:r>
              <a:t>EEX-EXH-2026-0daa587f8abf6076</a:t>
            </a:r>
          </a:p>
          <a:p xmlns:a="http://schemas.openxmlformats.org/drawingml/2006/main">
            <a:r>
              <a:t>JIMTOF2026公式出展説明：松本機械工業株式会社 (W2070)</a:t>
            </a:r>
          </a:p>
          <a:p xmlns:a="http://schemas.openxmlformats.org/drawingml/2006/main">
            <a:r>
              <a:t>https://www.jimtof.org/search/jp/ESdetails?e=bhpEIIjKNb4</a:t>
            </a:r>
          </a:p>
          <a:p xmlns:a="http://schemas.openxmlformats.org/drawingml/2006/main">
            <a:r>
              <a:t>該当箇所 出展紹介・主な出展物。追加カードの原典抜粋で検索</a:t>
            </a:r>
          </a:p>
          <a:p xmlns:a="http://schemas.openxmlformats.org/drawingml/2006/main">
            <a:r>
              <a:t>確認日 2026-10-16</a:t>
            </a:r>
          </a:p>
          <a:p xmlns:a="http://schemas.openxmlformats.org/drawingml/2006/main">
            <a:r>
              <a:t>種類 公式掲載の出展者記述・メーカー主張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EEX-EXH-2024-1dc10e3b594ed9d8</a:t>
            </a:r>
          </a:p>
          <a:p xmlns:a="http://schemas.openxmlformats.org/drawingml/2006/main">
            <a:r>
              <a:t>JIMTOF2024公式出展説明：松本機械工業株式会社 (W2055)</a:t>
            </a:r>
          </a:p>
          <a:p xmlns:a="http://schemas.openxmlformats.org/drawingml/2006/main">
            <a:r>
              <a:t>https://www.jimtof.org/2024/search/jp/ESdetails?e=1cGhqW04Qes</a:t>
            </a:r>
          </a:p>
          <a:p xmlns:a="http://schemas.openxmlformats.org/drawingml/2006/main">
            <a:r>
              <a:t>該当箇所 出展紹介・主な出展物。追加カードの原典抜粋で検索</a:t>
            </a:r>
          </a:p>
          <a:p xmlns:a="http://schemas.openxmlformats.org/drawingml/2006/main">
            <a:r>
              <a:t>確認日 2026-10-16</a:t>
            </a:r>
          </a:p>
          <a:p xmlns:a="http://schemas.openxmlformats.org/drawingml/2006/main">
            <a:r>
              <a:t>種類 公式掲載の出展者記述・メーカー主張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EDP-26</a:t>
            </a:r>
          </a:p>
          <a:p xmlns:a="http://schemas.openxmlformats.org/drawingml/2006/main">
            <a:r>
              <a:t>Smart Terrace Adv</a:t>
            </a:r>
          </a:p>
          <a:p xmlns:a="http://schemas.openxmlformats.org/drawingml/2006/main">
            <a:r>
              <a:t>https://mmkchuck.com/product/7218/</a:t>
            </a:r>
          </a:p>
          <a:p xmlns:a="http://schemas.openxmlformats.org/drawingml/2006/main">
            <a:r>
              <a:t>該当箇所 7つの革新／寸法パラメータ入力・出荷時組込プログラム／レトロフィット</a:t>
            </a:r>
          </a:p>
          <a:p xmlns:a="http://schemas.openxmlformats.org/drawingml/2006/main">
            <a:r>
              <a:t>確認日 2026-10-16</a:t>
            </a:r>
          </a:p>
          <a:p xmlns:a="http://schemas.openxmlformats.org/drawingml/2006/main">
            <a:r>
              <a:t>種類 企業／開発元公式説明・メーカー主張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S21 移設後のロボット位置復旧</a:t>
            </a:r>
          </a:p>
          <a:p xmlns:a="http://schemas.openxmlformats.org/drawingml/2006/main">
            <a:r>
              <a:t>FC048</a:t>
            </a:r>
          </a:p>
          <a:p xmlns:a="http://schemas.openxmlformats.org/drawingml/2006/main">
            <a:r>
              <a:t>EOV-V029-2026-1</a:t>
            </a:r>
          </a:p>
          <a:p xmlns:a="http://schemas.openxmlformats.org/drawingml/2006/main">
            <a:r>
              <a:t>JIMTOF2026公式カタログ：中村留精密工業株式会社 (E2027)</a:t>
            </a:r>
          </a:p>
          <a:p xmlns:a="http://schemas.openxmlformats.org/drawingml/2006/main">
            <a:r>
              <a:t>https://www.jimtof.org/search/jp/ESdetails?e=C7A_2ZTDXNw</a:t>
            </a:r>
          </a:p>
          <a:p xmlns:a="http://schemas.openxmlformats.org/drawingml/2006/main">
            <a:r>
              <a:t>該当箇所 main &gt; div.col-md-8.mb-5 の出展紹介、見出し「主な出展物」直後</a:t>
            </a:r>
          </a:p>
          <a:p xmlns:a="http://schemas.openxmlformats.org/drawingml/2006/main">
            <a:r>
              <a:t>確認日 2026-10-16</a:t>
            </a:r>
          </a:p>
          <a:p xmlns:a="http://schemas.openxmlformats.org/drawingml/2006/main">
            <a:r>
              <a:t>種類 公式掲載の出展者記述（メーカー主張）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EOV-V029-2024-1</a:t>
            </a:r>
          </a:p>
          <a:p xmlns:a="http://schemas.openxmlformats.org/drawingml/2006/main">
            <a:r>
              <a:t>JIMTOF2024公式カタログ：中村留精密工業株式会社 (E5033)</a:t>
            </a:r>
          </a:p>
          <a:p xmlns:a="http://schemas.openxmlformats.org/drawingml/2006/main">
            <a:r>
              <a:t>https://www.jimtof.org/2024/search/jp/ESdetails?e=RYK326OoMn4</a:t>
            </a:r>
          </a:p>
          <a:p xmlns:a="http://schemas.openxmlformats.org/drawingml/2006/main">
            <a:r>
              <a:t>該当箇所 main &gt; div.col-md-8.mb-5 の出展紹介、見出し「主な出展物」直後</a:t>
            </a:r>
          </a:p>
          <a:p xmlns:a="http://schemas.openxmlformats.org/drawingml/2006/main">
            <a:r>
              <a:t>確認日 2026-10-16</a:t>
            </a:r>
          </a:p>
          <a:p xmlns:a="http://schemas.openxmlformats.org/drawingml/2006/main">
            <a:r>
              <a:t>種類 公式掲載の出展者記述（メーカー主張）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EOV-W04</a:t>
            </a:r>
          </a:p>
          <a:p xmlns:a="http://schemas.openxmlformats.org/drawingml/2006/main">
            <a:r>
              <a:t>RoboSync</a:t>
            </a:r>
          </a:p>
          <a:p xmlns:a="http://schemas.openxmlformats.org/drawingml/2006/main">
            <a:r>
              <a:t>https://www.nakamura-tome.co.jp/products/automation/robosync/</a:t>
            </a:r>
          </a:p>
          <a:p xmlns:a="http://schemas.openxmlformats.org/drawingml/2006/main">
            <a:r>
              <a:t>該当箇所 製品の特長 &gt; 簡単復旧、簡単操作</a:t>
            </a:r>
          </a:p>
          <a:p xmlns:a="http://schemas.openxmlformats.org/drawingml/2006/main">
            <a:r>
              <a:t>確認日 2026-10-16</a:t>
            </a:r>
          </a:p>
          <a:p xmlns:a="http://schemas.openxmlformats.org/drawingml/2006/main">
            <a:r>
              <a:t>種類 企業公式資料・メーカー主張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S29 双腕移動ヒューマノイドの遠隔教示</a:t>
            </a:r>
          </a:p>
          <a:p xmlns:a="http://schemas.openxmlformats.org/drawingml/2006/main">
            <a:r>
              <a:t>RPT005</a:t>
            </a:r>
          </a:p>
          <a:p xmlns:a="http://schemas.openxmlformats.org/drawingml/2006/main">
            <a:r>
              <a:t>RPT-EXH-2026-d7b599b5d3045611</a:t>
            </a:r>
          </a:p>
          <a:p xmlns:a="http://schemas.openxmlformats.org/drawingml/2006/main">
            <a:r>
              <a:t>東京貿易テクノシステム株式会社 JIMTOF2026</a:t>
            </a:r>
          </a:p>
          <a:p xmlns:a="http://schemas.openxmlformats.org/drawingml/2006/main">
            <a:r>
              <a:t>https://www.jimtof.org/search/jp/ESdetails?e=q65eJorv2LU</a:t>
            </a:r>
          </a:p>
          <a:p xmlns:a="http://schemas.openxmlformats.org/drawingml/2006/main">
            <a:r>
              <a:t>該当箇所 main &gt; div.container &gt; div.row &gt; div.col-md-8.mb-5; 見出し「主な出展物」と直後のp</a:t>
            </a:r>
          </a:p>
          <a:p xmlns:a="http://schemas.openxmlformats.org/drawingml/2006/main">
            <a:r>
              <a:t>確認日 2026-10-16</a:t>
            </a:r>
          </a:p>
          <a:p xmlns:a="http://schemas.openxmlformats.org/drawingml/2006/main">
            <a:r>
              <a:t>種類 公式カタログ掲載・出展者記述。2026は展示予定で現地実演未確認。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RPT-EXH-2024-5cbad6b0326d2bee</a:t>
            </a:r>
          </a:p>
          <a:p xmlns:a="http://schemas.openxmlformats.org/drawingml/2006/main">
            <a:r>
              <a:t>東京貿易テクノシステム株式会社 JIMTOF2024</a:t>
            </a:r>
          </a:p>
          <a:p xmlns:a="http://schemas.openxmlformats.org/drawingml/2006/main">
            <a:r>
              <a:t>https://www.jimtof.org/2024/search/jp/ESdetails?e=RD73EqDannI</a:t>
            </a:r>
          </a:p>
          <a:p xmlns:a="http://schemas.openxmlformats.org/drawingml/2006/main">
            <a:r>
              <a:t>該当箇所 main &gt; div.container &gt; div.row &gt; div.col-md-8.mb-5; 見出し「主な出展物」と直後のp</a:t>
            </a:r>
          </a:p>
          <a:p xmlns:a="http://schemas.openxmlformats.org/drawingml/2006/main">
            <a:r>
              <a:t>確認日 2026-10-16</a:t>
            </a:r>
          </a:p>
          <a:p xmlns:a="http://schemas.openxmlformats.org/drawingml/2006/main">
            <a:r>
              <a:t>種類 公式カタログ掲載・出展者記述。2026は展示予定で現地実演未確認。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公式記載はメーカー説明。横断解釈は分析。開発提案と将来像は未検証の仮説。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S22 学習モデルの作成と実装支援</a:t>
            </a:r>
          </a:p>
          <a:p xmlns:a="http://schemas.openxmlformats.org/drawingml/2006/main">
            <a:r>
              <a:t>FC014</a:t>
            </a:r>
          </a:p>
          <a:p xmlns:a="http://schemas.openxmlformats.org/drawingml/2006/main">
            <a:r>
              <a:t>EOV-V005-2026-1</a:t>
            </a:r>
          </a:p>
          <a:p xmlns:a="http://schemas.openxmlformats.org/drawingml/2006/main">
            <a:r>
              <a:t>JIMTOF2026公式カタログ：ベッコフオートメーション株式会社 (E2028)</a:t>
            </a:r>
          </a:p>
          <a:p xmlns:a="http://schemas.openxmlformats.org/drawingml/2006/main">
            <a:r>
              <a:t>https://www.jimtof.org/search/jp/ESdetails?e=K7DqahO2h08</a:t>
            </a:r>
          </a:p>
          <a:p xmlns:a="http://schemas.openxmlformats.org/drawingml/2006/main">
            <a:r>
              <a:t>該当箇所 main &gt; div.col-md-8.mb-5 の出展紹介、見出し「主な出展物」直後</a:t>
            </a:r>
          </a:p>
          <a:p xmlns:a="http://schemas.openxmlformats.org/drawingml/2006/main">
            <a:r>
              <a:t>確認日 2026-10-16</a:t>
            </a:r>
          </a:p>
          <a:p xmlns:a="http://schemas.openxmlformats.org/drawingml/2006/main">
            <a:r>
              <a:t>種類 公式掲載の出展者記述（メーカー主張）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EDP-04</a:t>
            </a:r>
          </a:p>
          <a:p xmlns:a="http://schemas.openxmlformats.org/drawingml/2006/main">
            <a:r>
              <a:t>PC Control 02/2024：Machine Learning Creator</a:t>
            </a:r>
          </a:p>
          <a:p xmlns:a="http://schemas.openxmlformats.org/drawingml/2006/main">
            <a:r>
              <a:t>https://www.beckhoff.com/media/downloads/information-media/pc-control/pcc_0224_e.pdf</a:t>
            </a:r>
          </a:p>
          <a:p xmlns:a="http://schemas.openxmlformats.org/drawingml/2006/main">
            <a:r>
              <a:t>該当箇所 TE3850／訓練・テストデータ分割、モデル解析、ONNX出力</a:t>
            </a:r>
          </a:p>
          <a:p xmlns:a="http://schemas.openxmlformats.org/drawingml/2006/main">
            <a:r>
              <a:t>確認日 2026-10-16</a:t>
            </a:r>
          </a:p>
          <a:p xmlns:a="http://schemas.openxmlformats.org/drawingml/2006/main">
            <a:r>
              <a:t>種類 企業／開発元公式説明・メーカー主張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S23 設備情報とAIエージェントの接続</a:t>
            </a:r>
          </a:p>
          <a:p xmlns:a="http://schemas.openxmlformats.org/drawingml/2006/main">
            <a:r>
              <a:t>FC024</a:t>
            </a:r>
          </a:p>
          <a:p xmlns:a="http://schemas.openxmlformats.org/drawingml/2006/main">
            <a:r>
              <a:t>EOV-V011-2026-1</a:t>
            </a:r>
          </a:p>
          <a:p xmlns:a="http://schemas.openxmlformats.org/drawingml/2006/main">
            <a:r>
              <a:t>JIMTOF2026公式カタログ：株式会社たけびし (S3015)</a:t>
            </a:r>
          </a:p>
          <a:p xmlns:a="http://schemas.openxmlformats.org/drawingml/2006/main">
            <a:r>
              <a:t>https://www.jimtof.org/search/jp/ESdetails?e=Qh27DAtEkbw</a:t>
            </a:r>
          </a:p>
          <a:p xmlns:a="http://schemas.openxmlformats.org/drawingml/2006/main">
            <a:r>
              <a:t>該当箇所 main &gt; div.col-md-8.mb-5 の出展紹介、見出し「主な出展物」直後</a:t>
            </a:r>
          </a:p>
          <a:p xmlns:a="http://schemas.openxmlformats.org/drawingml/2006/main">
            <a:r>
              <a:t>確認日 2026-10-16</a:t>
            </a:r>
          </a:p>
          <a:p xmlns:a="http://schemas.openxmlformats.org/drawingml/2006/main">
            <a:r>
              <a:t>種類 公式掲載の出展者記述（メーカー主張）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EOV-V011-2024-1</a:t>
            </a:r>
          </a:p>
          <a:p xmlns:a="http://schemas.openxmlformats.org/drawingml/2006/main">
            <a:r>
              <a:t>JIMTOF2024公式カタログ：株式会社たけびし (E7053)</a:t>
            </a:r>
          </a:p>
          <a:p xmlns:a="http://schemas.openxmlformats.org/drawingml/2006/main">
            <a:r>
              <a:t>https://www.jimtof.org/2024/search/jp/ESdetails?e=SiZMI-OH8_k</a:t>
            </a:r>
          </a:p>
          <a:p xmlns:a="http://schemas.openxmlformats.org/drawingml/2006/main">
            <a:r>
              <a:t>該当箇所 main &gt; div.col-md-8.mb-5 の出展紹介、見出し「主な出展物」直後</a:t>
            </a:r>
          </a:p>
          <a:p xmlns:a="http://schemas.openxmlformats.org/drawingml/2006/main">
            <a:r>
              <a:t>確認日 2026-10-16</a:t>
            </a:r>
          </a:p>
          <a:p xmlns:a="http://schemas.openxmlformats.org/drawingml/2006/main">
            <a:r>
              <a:t>種類 公式掲載の出展者記述（メーカー主張）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EDP-06</a:t>
            </a:r>
          </a:p>
          <a:p xmlns:a="http://schemas.openxmlformats.org/drawingml/2006/main">
            <a:r>
              <a:t>OPC UA情報モデルとAIエージェント</a:t>
            </a:r>
          </a:p>
          <a:p xmlns:a="http://schemas.openxmlformats.org/drawingml/2006/main">
            <a:r>
              <a:t>https://opcconnect.opcfoundation.org/2026/06/toward-realizing-ai-utilization-in-manufacturing-exploring-the-potential-of-integrating-the-opc-ua-information-model-with-ai-agents/</a:t>
            </a:r>
          </a:p>
          <a:p xmlns:a="http://schemas.openxmlformats.org/drawingml/2006/main">
            <a:r>
              <a:t>該当箇所 A New Approach to Connecting AI Agents／MCP Adapterはplanning to provide</a:t>
            </a:r>
          </a:p>
          <a:p xmlns:a="http://schemas.openxmlformats.org/drawingml/2006/main">
            <a:r>
              <a:t>確認日 2026-10-16</a:t>
            </a:r>
          </a:p>
          <a:p xmlns:a="http://schemas.openxmlformats.org/drawingml/2006/main">
            <a:r>
              <a:t>種類 企業／開発元公式説明・メーカー主張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S24 工作機械の仮想検証</a:t>
            </a:r>
          </a:p>
          <a:p xmlns:a="http://schemas.openxmlformats.org/drawingml/2006/main">
            <a:r>
              <a:t>FC007</a:t>
            </a:r>
          </a:p>
          <a:p xmlns:a="http://schemas.openxmlformats.org/drawingml/2006/main">
            <a:r>
              <a:t>EOV-V002-2026-1</a:t>
            </a:r>
          </a:p>
          <a:p xmlns:a="http://schemas.openxmlformats.org/drawingml/2006/main">
            <a:r>
              <a:t>JIMTOF2026公式カタログ：ファナック株式会社 (S2001)</a:t>
            </a:r>
          </a:p>
          <a:p xmlns:a="http://schemas.openxmlformats.org/drawingml/2006/main">
            <a:r>
              <a:t>https://www.jimtof.org/search/jp/ESdetails?e=q0OrZBKM3uQ</a:t>
            </a:r>
          </a:p>
          <a:p xmlns:a="http://schemas.openxmlformats.org/drawingml/2006/main">
            <a:r>
              <a:t>該当箇所 main &gt; div.col-md-8.mb-5 の出展紹介、見出し「主な出展物」直後</a:t>
            </a:r>
          </a:p>
          <a:p xmlns:a="http://schemas.openxmlformats.org/drawingml/2006/main">
            <a:r>
              <a:t>確認日 2026-10-16</a:t>
            </a:r>
          </a:p>
          <a:p xmlns:a="http://schemas.openxmlformats.org/drawingml/2006/main">
            <a:r>
              <a:t>種類 公式掲載の出展者記述（メーカー主張）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EOV-V002-2024-1</a:t>
            </a:r>
          </a:p>
          <a:p xmlns:a="http://schemas.openxmlformats.org/drawingml/2006/main">
            <a:r>
              <a:t>JIMTOF2024公式カタログ：ファナック株式会社 (S2001)</a:t>
            </a:r>
          </a:p>
          <a:p xmlns:a="http://schemas.openxmlformats.org/drawingml/2006/main">
            <a:r>
              <a:t>https://www.jimtof.org/2024/search/jp/ESdetails?e=N0RgOmmcwZw</a:t>
            </a:r>
          </a:p>
          <a:p xmlns:a="http://schemas.openxmlformats.org/drawingml/2006/main">
            <a:r>
              <a:t>該当箇所 main &gt; div.col-md-8.mb-5 の出展紹介、見出し「主な出展物」直後</a:t>
            </a:r>
          </a:p>
          <a:p xmlns:a="http://schemas.openxmlformats.org/drawingml/2006/main">
            <a:r>
              <a:t>確認日 2026-10-16</a:t>
            </a:r>
          </a:p>
          <a:p xmlns:a="http://schemas.openxmlformats.org/drawingml/2006/main">
            <a:r>
              <a:t>種類 公式掲載の出展者記述（メーカー主張）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S25 工作機械ツインと工程内品質保証</a:t>
            </a:r>
          </a:p>
          <a:p xmlns:a="http://schemas.openxmlformats.org/drawingml/2006/main">
            <a:r>
              <a:t>AC098</a:t>
            </a:r>
          </a:p>
          <a:p xmlns:a="http://schemas.openxmlformats.org/drawingml/2006/main">
            <a:r>
              <a:t>EEX-EXH-2026-9b991dd8132f51dc</a:t>
            </a:r>
          </a:p>
          <a:p xmlns:a="http://schemas.openxmlformats.org/drawingml/2006/main">
            <a:r>
              <a:t>JIMTOF2026公式出展説明：シーメンス株式会社 (E3006)</a:t>
            </a:r>
          </a:p>
          <a:p xmlns:a="http://schemas.openxmlformats.org/drawingml/2006/main">
            <a:r>
              <a:t>https://www.jimtof.org/search/jp/ESdetails?e=EBIotJu7lrg</a:t>
            </a:r>
          </a:p>
          <a:p xmlns:a="http://schemas.openxmlformats.org/drawingml/2006/main">
            <a:r>
              <a:t>該当箇所 出展紹介・主な出展物。追加カードの原典抜粋で検索</a:t>
            </a:r>
          </a:p>
          <a:p xmlns:a="http://schemas.openxmlformats.org/drawingml/2006/main">
            <a:r>
              <a:t>確認日 2026-10-16</a:t>
            </a:r>
          </a:p>
          <a:p xmlns:a="http://schemas.openxmlformats.org/drawingml/2006/main">
            <a:r>
              <a:t>種類 公式掲載の出展者記述・メーカー主張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EEX-EXH-2024-558faea07a73f5d8</a:t>
            </a:r>
          </a:p>
          <a:p xmlns:a="http://schemas.openxmlformats.org/drawingml/2006/main">
            <a:r>
              <a:t>JIMTOF2024公式出展説明：シーメンス株式会社 (E5008)</a:t>
            </a:r>
          </a:p>
          <a:p xmlns:a="http://schemas.openxmlformats.org/drawingml/2006/main">
            <a:r>
              <a:t>https://www.jimtof.org/2024/search/jp/ESdetails?e=nYvFR1vpbuE</a:t>
            </a:r>
          </a:p>
          <a:p xmlns:a="http://schemas.openxmlformats.org/drawingml/2006/main">
            <a:r>
              <a:t>該当箇所 出展紹介・主な出展物。追加カードの原典抜粋で検索</a:t>
            </a:r>
          </a:p>
          <a:p xmlns:a="http://schemas.openxmlformats.org/drawingml/2006/main">
            <a:r>
              <a:t>確認日 2026-10-16</a:t>
            </a:r>
          </a:p>
          <a:p xmlns:a="http://schemas.openxmlformats.org/drawingml/2006/main">
            <a:r>
              <a:t>種類 公式掲載の出展者記述・メーカー主張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EDP-16</a:t>
            </a:r>
          </a:p>
          <a:p xmlns:a="http://schemas.openxmlformats.org/drawingml/2006/main">
            <a:r>
              <a:t>HELLER Toknとデジタルツインの訓練事例</a:t>
            </a:r>
          </a:p>
          <a:p xmlns:a="http://schemas.openxmlformats.org/drawingml/2006/main">
            <a:r>
              <a:t>https://references.siemens.com/en/reference/heller-tokn-digital-twin?id=41137</a:t>
            </a:r>
          </a:p>
          <a:p xmlns:a="http://schemas.openxmlformats.org/drawingml/2006/main">
            <a:r>
              <a:t>該当箇所 Completion: 2024／仮想SINUMERIK ONEと3D機械モデルによる訓練</a:t>
            </a:r>
          </a:p>
          <a:p xmlns:a="http://schemas.openxmlformats.org/drawingml/2006/main">
            <a:r>
              <a:t>確認日 2026-10-16</a:t>
            </a:r>
          </a:p>
          <a:p xmlns:a="http://schemas.openxmlformats.org/drawingml/2006/main">
            <a:r>
              <a:t>種類 企業／開発元公式説明・メーカー主張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EDP-17</a:t>
            </a:r>
          </a:p>
          <a:p xmlns:a="http://schemas.openxmlformats.org/drawingml/2006/main">
            <a:r>
              <a:t>Humanoidとの工場内物流の運用試験</a:t>
            </a:r>
          </a:p>
          <a:p xmlns:a="http://schemas.openxmlformats.org/drawingml/2006/main">
            <a:r>
              <a:t>https://press.siemens.com/jp/ja/pressrelease/pr-20260416</a:t>
            </a:r>
          </a:p>
          <a:p xmlns:a="http://schemas.openxmlformats.org/drawingml/2006/main">
            <a:r>
              <a:t>該当箇所 HMND 01 Alphaのトート把持・搬送・配置／Jetson Thor・Isaac Sim/Lab</a:t>
            </a:r>
          </a:p>
          <a:p xmlns:a="http://schemas.openxmlformats.org/drawingml/2006/main">
            <a:r>
              <a:t>確認日 2026-10-16</a:t>
            </a:r>
          </a:p>
          <a:p xmlns:a="http://schemas.openxmlformats.org/drawingml/2006/main">
            <a:r>
              <a:t>種類 企業／開発元公式説明・メーカー主張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S26 物理シミュレーション用データの生成</a:t>
            </a:r>
          </a:p>
          <a:p xmlns:a="http://schemas.openxmlformats.org/drawingml/2006/main">
            <a:r>
              <a:t>AC273</a:t>
            </a:r>
          </a:p>
          <a:p xmlns:a="http://schemas.openxmlformats.org/drawingml/2006/main">
            <a:r>
              <a:t>EEX-EXH-2026-016097f87d1914b2</a:t>
            </a:r>
          </a:p>
          <a:p xmlns:a="http://schemas.openxmlformats.org/drawingml/2006/main">
            <a:r>
              <a:t>JIMTOF2026公式出展説明：NdotLight Co., Ltd. (S4004)</a:t>
            </a:r>
          </a:p>
          <a:p xmlns:a="http://schemas.openxmlformats.org/drawingml/2006/main">
            <a:r>
              <a:t>https://www.jimtof.org/search/jp/ESdetails?e=6Ds1v9hxvrY</a:t>
            </a:r>
          </a:p>
          <a:p xmlns:a="http://schemas.openxmlformats.org/drawingml/2006/main">
            <a:r>
              <a:t>該当箇所 出展紹介・主な出展物。追加カードの原典抜粋で検索</a:t>
            </a:r>
          </a:p>
          <a:p xmlns:a="http://schemas.openxmlformats.org/drawingml/2006/main">
            <a:r>
              <a:t>確認日 2026-10-16</a:t>
            </a:r>
          </a:p>
          <a:p xmlns:a="http://schemas.openxmlformats.org/drawingml/2006/main">
            <a:r>
              <a:t>種類 公式掲載の出展者記述・メーカー主張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ERF-06</a:t>
            </a:r>
          </a:p>
          <a:p xmlns:a="http://schemas.openxmlformats.org/drawingml/2006/main">
            <a:r>
              <a:t>TRINIX：物理属性生成と自己修正</a:t>
            </a:r>
          </a:p>
          <a:p xmlns:a="http://schemas.openxmlformats.org/drawingml/2006/main">
            <a:r>
              <a:t>https://ndotlight.com/</a:t>
            </a:r>
          </a:p>
          <a:p xmlns:a="http://schemas.openxmlformats.org/drawingml/2006/main">
            <a:r>
              <a:t>該当箇所 Physics Injection／Self-corrective Closed Loop／FAQ</a:t>
            </a:r>
          </a:p>
          <a:p xmlns:a="http://schemas.openxmlformats.org/drawingml/2006/main">
            <a:r>
              <a:t>確認日 2026-10-18</a:t>
            </a:r>
          </a:p>
          <a:p xmlns:a="http://schemas.openxmlformats.org/drawingml/2006/main">
            <a:r>
              <a:t>種類 企業／開発元／展示会の公式説明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ERF-09</a:t>
            </a:r>
          </a:p>
          <a:p xmlns:a="http://schemas.openxmlformats.org/drawingml/2006/main">
            <a:r>
              <a:t>DexBench共同開発の告知</a:t>
            </a:r>
          </a:p>
          <a:p xmlns:a="http://schemas.openxmlformats.org/drawingml/2006/main">
            <a:r>
              <a:t>https://ndotlight.com/newsroom/ndotlight-to-co-develop-dexbench-a-global-standard-for-humanoid-evaluation-with-nvidia-and-rlwrld</a:t>
            </a:r>
          </a:p>
          <a:p xmlns:a="http://schemas.openxmlformats.org/drawingml/2006/main">
            <a:r>
              <a:t>該当箇所 2026/8/7／SimReady環境・操作評価・sim-to-real gap低減の共同開発</a:t>
            </a:r>
          </a:p>
          <a:p xmlns:a="http://schemas.openxmlformats.org/drawingml/2006/main">
            <a:r>
              <a:t>確認日 2026-10-18</a:t>
            </a:r>
          </a:p>
          <a:p xmlns:a="http://schemas.openxmlformats.org/drawingml/2006/main">
            <a:r>
              <a:t>種類 企業／開発元／展示会の公式説明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公式記載はメーカー説明。横断解釈は分析。開発提案と将来像は未検証の仮説。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S01 図面と原価情報を使う見積支援</a:t>
            </a:r>
          </a:p>
          <a:p xmlns:a="http://schemas.openxmlformats.org/drawingml/2006/main">
            <a:r>
              <a:t>FC062</a:t>
            </a:r>
          </a:p>
          <a:p xmlns:a="http://schemas.openxmlformats.org/drawingml/2006/main">
            <a:r>
              <a:t>EOV-V041-2026-1</a:t>
            </a:r>
          </a:p>
          <a:p xmlns:a="http://schemas.openxmlformats.org/drawingml/2006/main">
            <a:r>
              <a:t>JIMTOF2026公式カタログ：匠技研工業株式会社 (S3011)</a:t>
            </a:r>
          </a:p>
          <a:p xmlns:a="http://schemas.openxmlformats.org/drawingml/2006/main">
            <a:r>
              <a:t>https://www.jimtof.org/search/jp/ESdetails?e=i_4zCxJP258</a:t>
            </a:r>
          </a:p>
          <a:p xmlns:a="http://schemas.openxmlformats.org/drawingml/2006/main">
            <a:r>
              <a:t>該当箇所 main &gt; div.col-md-8.mb-5 の出展紹介、見出し「主な出展物」直後</a:t>
            </a:r>
          </a:p>
          <a:p xmlns:a="http://schemas.openxmlformats.org/drawingml/2006/main">
            <a:r>
              <a:t>確認日 2026-10-16</a:t>
            </a:r>
          </a:p>
          <a:p xmlns:a="http://schemas.openxmlformats.org/drawingml/2006/main">
            <a:r>
              <a:t>種類 公式掲載の出展者記述（メーカー主張）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EDP-05</a:t>
            </a:r>
          </a:p>
          <a:p xmlns:a="http://schemas.openxmlformats.org/drawingml/2006/main">
            <a:r>
              <a:t>匠フォースAIエージェント発表</a:t>
            </a:r>
          </a:p>
          <a:p xmlns:a="http://schemas.openxmlformats.org/drawingml/2006/main">
            <a:r>
              <a:t>https://prtimes.jp/main/html/rd/p/000000031.000057137.html</a:t>
            </a:r>
          </a:p>
          <a:p xmlns:a="http://schemas.openxmlformats.org/drawingml/2006/main">
            <a:r>
              <a:t>該当箇所 見積金額算出／人の修正による再学習／引合受領から見積書作成</a:t>
            </a:r>
          </a:p>
          <a:p xmlns:a="http://schemas.openxmlformats.org/drawingml/2006/main">
            <a:r>
              <a:t>確認日 2026-10-16</a:t>
            </a:r>
          </a:p>
          <a:p xmlns:a="http://schemas.openxmlformats.org/drawingml/2006/main">
            <a:r>
              <a:t>種類 企業／開発元公式説明・メーカー主張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S04 PLCとHMIの設計支援</a:t>
            </a:r>
          </a:p>
          <a:p xmlns:a="http://schemas.openxmlformats.org/drawingml/2006/main">
            <a:r>
              <a:t>FC011, FC012</a:t>
            </a:r>
          </a:p>
          <a:p xmlns:a="http://schemas.openxmlformats.org/drawingml/2006/main">
            <a:r>
              <a:t>EOV-V005-2026-1</a:t>
            </a:r>
          </a:p>
          <a:p xmlns:a="http://schemas.openxmlformats.org/drawingml/2006/main">
            <a:r>
              <a:t>JIMTOF2026公式カタログ：ベッコフオートメーション株式会社 (E2028)</a:t>
            </a:r>
          </a:p>
          <a:p xmlns:a="http://schemas.openxmlformats.org/drawingml/2006/main">
            <a:r>
              <a:t>https://www.jimtof.org/search/jp/ESdetails?e=K7DqahO2h08</a:t>
            </a:r>
          </a:p>
          <a:p xmlns:a="http://schemas.openxmlformats.org/drawingml/2006/main">
            <a:r>
              <a:t>該当箇所 main &gt; div.col-md-8.mb-5 の出展紹介、見出し「主な出展物」直後</a:t>
            </a:r>
          </a:p>
          <a:p xmlns:a="http://schemas.openxmlformats.org/drawingml/2006/main">
            <a:r>
              <a:t>確認日 2026-10-16</a:t>
            </a:r>
          </a:p>
          <a:p xmlns:a="http://schemas.openxmlformats.org/drawingml/2006/main">
            <a:r>
              <a:t>種類 公式掲載の出展者記述（メーカー主張）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ERF-01</a:t>
            </a:r>
          </a:p>
          <a:p xmlns:a="http://schemas.openxmlformats.org/drawingml/2006/main">
            <a:r>
              <a:t>From chatbot to intelligent agent</a:t>
            </a:r>
          </a:p>
          <a:p xmlns:a="http://schemas.openxmlformats.org/drawingml/2006/main">
            <a:r>
              <a:t>https://www.beckhoff.com/en-gb/company/news/from-chatbot-to-intelligent-agent.html</a:t>
            </a:r>
          </a:p>
          <a:p xmlns:a="http://schemas.openxmlformats.org/drawingml/2006/main">
            <a:r>
              <a:t>該当箇所 2025/6/13／Placing people at the heart of automation；PLC・I/O・HMI、専門家がreview・confirm・approve</a:t>
            </a:r>
          </a:p>
          <a:p xmlns:a="http://schemas.openxmlformats.org/drawingml/2006/main">
            <a:r>
              <a:t>確認日 2026-10-18</a:t>
            </a:r>
          </a:p>
          <a:p xmlns:a="http://schemas.openxmlformats.org/drawingml/2006/main">
            <a:r>
              <a:t>種類 企業／開発元／展示会の公式説明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EDP-03</a:t>
            </a:r>
          </a:p>
          <a:p xmlns:a="http://schemas.openxmlformats.org/drawingml/2006/main">
            <a:r>
              <a:t>TwinCAT Chat発表</a:t>
            </a:r>
          </a:p>
          <a:p xmlns:a="http://schemas.openxmlformats.org/drawingml/2006/main">
            <a:r>
              <a:t>https://www.beckhoff.com/en-en/company/press/twincat-chat-using-innovative-chatbot-technology-in-twincat-engineering-2023-04.html</a:t>
            </a:r>
          </a:p>
          <a:p xmlns:a="http://schemas.openxmlformats.org/drawingml/2006/main">
            <a:r>
              <a:t>該当箇所 TwinCAT XAE／コード作成・追加・最適化・文書化</a:t>
            </a:r>
          </a:p>
          <a:p xmlns:a="http://schemas.openxmlformats.org/drawingml/2006/main">
            <a:r>
              <a:t>確認日 2026-10-16</a:t>
            </a:r>
          </a:p>
          <a:p xmlns:a="http://schemas.openxmlformats.org/drawingml/2006/main">
            <a:r>
              <a:t>種類 企業／開発元公式説明・メーカー主張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S07 NC検証と切削物理による最適化</a:t>
            </a:r>
          </a:p>
          <a:p xmlns:a="http://schemas.openxmlformats.org/drawingml/2006/main">
            <a:r>
              <a:t>FC022</a:t>
            </a:r>
          </a:p>
          <a:p xmlns:a="http://schemas.openxmlformats.org/drawingml/2006/main">
            <a:r>
              <a:t>EOV-V009-2026-1</a:t>
            </a:r>
          </a:p>
          <a:p xmlns:a="http://schemas.openxmlformats.org/drawingml/2006/main">
            <a:r>
              <a:t>JIMTOF2026公式カタログ：株式会社CGTech (S3014)</a:t>
            </a:r>
          </a:p>
          <a:p xmlns:a="http://schemas.openxmlformats.org/drawingml/2006/main">
            <a:r>
              <a:t>https://www.jimtof.org/search/jp/ESdetails?e=41U8xW4UkcM</a:t>
            </a:r>
          </a:p>
          <a:p xmlns:a="http://schemas.openxmlformats.org/drawingml/2006/main">
            <a:r>
              <a:t>該当箇所 main &gt; div.col-md-8.mb-5 の出展紹介、見出し「主な出展物」直後</a:t>
            </a:r>
          </a:p>
          <a:p xmlns:a="http://schemas.openxmlformats.org/drawingml/2006/main">
            <a:r>
              <a:t>確認日 2026-10-16</a:t>
            </a:r>
          </a:p>
          <a:p xmlns:a="http://schemas.openxmlformats.org/drawingml/2006/main">
            <a:r>
              <a:t>種類 公式掲載の出展者記述（メーカー主張）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EOV-V009-2024-1</a:t>
            </a:r>
          </a:p>
          <a:p xmlns:a="http://schemas.openxmlformats.org/drawingml/2006/main">
            <a:r>
              <a:t>JIMTOF2024公式カタログ：株式会社CGTech (E5042)</a:t>
            </a:r>
          </a:p>
          <a:p xmlns:a="http://schemas.openxmlformats.org/drawingml/2006/main">
            <a:r>
              <a:t>https://www.jimtof.org/2024/search/jp/ESdetails?e=AxDUk3YbQDI</a:t>
            </a:r>
          </a:p>
          <a:p xmlns:a="http://schemas.openxmlformats.org/drawingml/2006/main">
            <a:r>
              <a:t>該当箇所 main &gt; div.col-md-8.mb-5 の出展紹介、見出し「主な出展物」直後</a:t>
            </a:r>
          </a:p>
          <a:p xmlns:a="http://schemas.openxmlformats.org/drawingml/2006/main">
            <a:r>
              <a:t>確認日 2026-10-16</a:t>
            </a:r>
          </a:p>
          <a:p xmlns:a="http://schemas.openxmlformats.org/drawingml/2006/main">
            <a:r>
              <a:t>種類 公式掲載の出展者記述（メーカー主張）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RPT-S04</a:t>
            </a:r>
          </a:p>
          <a:p xmlns:a="http://schemas.openxmlformats.org/drawingml/2006/main">
            <a:r>
              <a:t>Vericut Force FAQ</a:t>
            </a:r>
          </a:p>
          <a:p xmlns:a="http://schemas.openxmlformats.org/drawingml/2006/main">
            <a:r>
              <a:t>https://archive.vericut.com/force-faq/</a:t>
            </a:r>
          </a:p>
          <a:p xmlns:a="http://schemas.openxmlformats.org/drawingml/2006/main">
            <a:r>
              <a:t>該当箇所 Force physics-based optimization</a:t>
            </a:r>
          </a:p>
          <a:p xmlns:a="http://schemas.openxmlformats.org/drawingml/2006/main">
            <a:r>
              <a:t>確認日 2026-10-18</a:t>
            </a:r>
          </a:p>
          <a:p xmlns:a="http://schemas.openxmlformats.org/drawingml/2006/main">
            <a:r>
              <a:t>種類 公式記載（メーカー主張）。実測・独立評価ではない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S12 工具摩耗の判定と寿命の推定</a:t>
            </a:r>
          </a:p>
          <a:p xmlns:a="http://schemas.openxmlformats.org/drawingml/2006/main">
            <a:r>
              <a:t>FC039, FC040</a:t>
            </a:r>
          </a:p>
          <a:p xmlns:a="http://schemas.openxmlformats.org/drawingml/2006/main">
            <a:r>
              <a:t>EOV-V024-2026-1</a:t>
            </a:r>
          </a:p>
          <a:p xmlns:a="http://schemas.openxmlformats.org/drawingml/2006/main">
            <a:r>
              <a:t>JIMTOF2026公式カタログ：モリマシナリー株式会社 (S3048)</a:t>
            </a:r>
          </a:p>
          <a:p xmlns:a="http://schemas.openxmlformats.org/drawingml/2006/main">
            <a:r>
              <a:t>https://www.jimtof.org/search/jp/ESdetails?e=ZvT3Lci-hnM</a:t>
            </a:r>
          </a:p>
          <a:p xmlns:a="http://schemas.openxmlformats.org/drawingml/2006/main">
            <a:r>
              <a:t>該当箇所 main &gt; div.col-md-8.mb-5 の出展紹介、見出し「主な出展物」直後</a:t>
            </a:r>
          </a:p>
          <a:p xmlns:a="http://schemas.openxmlformats.org/drawingml/2006/main">
            <a:r>
              <a:t>確認日 2026-10-16</a:t>
            </a:r>
          </a:p>
          <a:p xmlns:a="http://schemas.openxmlformats.org/drawingml/2006/main">
            <a:r>
              <a:t>種類 公式掲載の出展者記述（メーカー主張）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EOV-V024-2024-1</a:t>
            </a:r>
          </a:p>
          <a:p xmlns:a="http://schemas.openxmlformats.org/drawingml/2006/main">
            <a:r>
              <a:t>JIMTOF2024公式カタログ：モリマシナリー株式会社 (S3017)</a:t>
            </a:r>
          </a:p>
          <a:p xmlns:a="http://schemas.openxmlformats.org/drawingml/2006/main">
            <a:r>
              <a:t>https://www.jimtof.org/2024/search/jp/ESdetails?e=yEoPl5sH6Sg</a:t>
            </a:r>
          </a:p>
          <a:p xmlns:a="http://schemas.openxmlformats.org/drawingml/2006/main">
            <a:r>
              <a:t>該当箇所 main &gt; div.col-md-8.mb-5 の出展紹介、見出し「主な出展物」直後</a:t>
            </a:r>
          </a:p>
          <a:p xmlns:a="http://schemas.openxmlformats.org/drawingml/2006/main">
            <a:r>
              <a:t>確認日 2026-10-16</a:t>
            </a:r>
          </a:p>
          <a:p xmlns:a="http://schemas.openxmlformats.org/drawingml/2006/main">
            <a:r>
              <a:t>種類 公式掲載の出展者記述（メーカー主張）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EOV-W08</a:t>
            </a:r>
          </a:p>
          <a:p xmlns:a="http://schemas.openxmlformats.org/drawingml/2006/main">
            <a:r>
              <a:t>工具の欠け・摩耗・寿命を推定するAI研究発表</a:t>
            </a:r>
          </a:p>
          <a:p xmlns:a="http://schemas.openxmlformats.org/drawingml/2006/main">
            <a:r>
              <a:t>https://mori-machinery.com/wp-content/uploads/2023/06/%E7%86%9F%E7%B7%B4%E8%80%85%E3%81%AE%E7%B5%8C%E9%A8%93%E7%9F%A5%E3%82%92%E3%82%82%E3%81%A8%E3%81%AB%E5%88%87%E5%89%8A%E5%B7%A5%E5%85%B7%E3%81%AE%E6%AC%A0%E3%81%91%E3%83%BB%E6%91%A9%E8%80%97%E3%83%BB%E5%AF%BF%E5%91%BD%E3%82%92%E6%8E%A8%E5%AE%9A%E3%81%99%E3%82%8BAI%E3%82%92%E9%96%8B%E7%99%BA.pdf</a:t>
            </a:r>
          </a:p>
          <a:p xmlns:a="http://schemas.openxmlformats.org/drawingml/2006/main">
            <a:r>
              <a:t>該当箇所 2023年6月2日、成果と今後の展望</a:t>
            </a:r>
          </a:p>
          <a:p xmlns:a="http://schemas.openxmlformats.org/drawingml/2006/main">
            <a:r>
              <a:t>確認日 2026-10-16</a:t>
            </a:r>
          </a:p>
          <a:p xmlns:a="http://schemas.openxmlformats.org/drawingml/2006/main">
            <a:r>
              <a:t>種類 企業公式資料・メーカー主張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EDP-12</a:t>
            </a:r>
          </a:p>
          <a:p xmlns:a="http://schemas.openxmlformats.org/drawingml/2006/main">
            <a:r>
              <a:t>TOOL SOMMELIER／TOOL COLLAGE</a:t>
            </a:r>
          </a:p>
          <a:p xmlns:a="http://schemas.openxmlformats.org/drawingml/2006/main">
            <a:r>
              <a:t>https://mori-machinery.com/en/product/tool-sommelier?post_id=1066</a:t>
            </a:r>
          </a:p>
          <a:p xmlns:a="http://schemas.openxmlformats.org/drawingml/2006/main">
            <a:r>
              <a:t>該当箇所 刃先撮像・欠け摩耗自動検出／FAQの工具・径制約</a:t>
            </a:r>
          </a:p>
          <a:p xmlns:a="http://schemas.openxmlformats.org/drawingml/2006/main">
            <a:r>
              <a:t>確認日 2026-10-16</a:t>
            </a:r>
          </a:p>
          <a:p xmlns:a="http://schemas.openxmlformats.org/drawingml/2006/main">
            <a:r>
              <a:t>種類 企業／開発元公式説明・メーカー主張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S17 3D認識による面取り軌道の生成</a:t>
            </a:r>
          </a:p>
          <a:p xmlns:a="http://schemas.openxmlformats.org/drawingml/2006/main">
            <a:r>
              <a:t>AC146</a:t>
            </a:r>
          </a:p>
          <a:p xmlns:a="http://schemas.openxmlformats.org/drawingml/2006/main">
            <a:r>
              <a:t>EEX-EXH-2026-8c08de1ffed47316</a:t>
            </a:r>
          </a:p>
          <a:p xmlns:a="http://schemas.openxmlformats.org/drawingml/2006/main">
            <a:r>
              <a:t>JIMTOF2026公式出展説明：東京エレクトロンデバイス株式会社 (E7073)</a:t>
            </a:r>
          </a:p>
          <a:p xmlns:a="http://schemas.openxmlformats.org/drawingml/2006/main">
            <a:r>
              <a:t>https://www.jimtof.org/search/jp/ESdetails?e=c4cChQniAm8</a:t>
            </a:r>
          </a:p>
          <a:p xmlns:a="http://schemas.openxmlformats.org/drawingml/2006/main">
            <a:r>
              <a:t>該当箇所 出展紹介・主な出展物。追加カードの原典抜粋で検索</a:t>
            </a:r>
          </a:p>
          <a:p xmlns:a="http://schemas.openxmlformats.org/drawingml/2006/main">
            <a:r>
              <a:t>確認日 2026-10-16</a:t>
            </a:r>
          </a:p>
          <a:p xmlns:a="http://schemas.openxmlformats.org/drawingml/2006/main">
            <a:r>
              <a:t>種類 公式掲載の出展者記述・メーカー主張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EEX-WTED</a:t>
            </a:r>
          </a:p>
          <a:p xmlns:a="http://schemas.openxmlformats.org/drawingml/2006/main">
            <a:r>
              <a:t>企業公式の展示告知</a:t>
            </a:r>
          </a:p>
          <a:p xmlns:a="http://schemas.openxmlformats.org/drawingml/2006/main">
            <a:r>
              <a:t>https://www.inrevium.com/news-event/event/p7331/</a:t>
            </a:r>
          </a:p>
          <a:p xmlns:a="http://schemas.openxmlformats.org/drawingml/2006/main">
            <a:r>
              <a:t>該当箇所 展示会概要・出展製品／2026年5月13日の製品説明</a:t>
            </a:r>
          </a:p>
          <a:p xmlns:a="http://schemas.openxmlformats.org/drawingml/2006/main">
            <a:r>
              <a:t>確認日 2026-10-16</a:t>
            </a:r>
          </a:p>
          <a:p xmlns:a="http://schemas.openxmlformats.org/drawingml/2006/main">
            <a:r>
              <a:t>種類 企業公式説明・メーカー主張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S27 工具データと在庫及び購買の連携</a:t>
            </a:r>
          </a:p>
          <a:p xmlns:a="http://schemas.openxmlformats.org/drawingml/2006/main">
            <a:r>
              <a:t>AC295</a:t>
            </a:r>
          </a:p>
          <a:p xmlns:a="http://schemas.openxmlformats.org/drawingml/2006/main">
            <a:r>
              <a:t>EEX-EXH-2026-4fb92ba6b82546d7</a:t>
            </a:r>
          </a:p>
          <a:p xmlns:a="http://schemas.openxmlformats.org/drawingml/2006/main">
            <a:r>
              <a:t>JIMTOF2026公式出展説明：WinTool AG (E1049)</a:t>
            </a:r>
          </a:p>
          <a:p xmlns:a="http://schemas.openxmlformats.org/drawingml/2006/main">
            <a:r>
              <a:t>https://www.jimtof.org/search/jp/ESdetails?e=sSFZV23clJo</a:t>
            </a:r>
          </a:p>
          <a:p xmlns:a="http://schemas.openxmlformats.org/drawingml/2006/main">
            <a:r>
              <a:t>該当箇所 出展紹介・主な出展物。追加カードの原典抜粋で検索</a:t>
            </a:r>
          </a:p>
          <a:p xmlns:a="http://schemas.openxmlformats.org/drawingml/2006/main">
            <a:r>
              <a:t>確認日 2026-10-16</a:t>
            </a:r>
          </a:p>
          <a:p xmlns:a="http://schemas.openxmlformats.org/drawingml/2006/main">
            <a:r>
              <a:t>種類 公式掲載の出展者記述・メーカー主張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EEX-EXH-2024-3f1fa1966a57e011</a:t>
            </a:r>
          </a:p>
          <a:p xmlns:a="http://schemas.openxmlformats.org/drawingml/2006/main">
            <a:r>
              <a:t>JIMTOF2024公式出展説明：WinTool AG (E5003)</a:t>
            </a:r>
          </a:p>
          <a:p xmlns:a="http://schemas.openxmlformats.org/drawingml/2006/main">
            <a:r>
              <a:t>https://www.jimtof.org/2024/search/jp/ESdetails?e=-n22F1d_CDc</a:t>
            </a:r>
          </a:p>
          <a:p xmlns:a="http://schemas.openxmlformats.org/drawingml/2006/main">
            <a:r>
              <a:t>該当箇所 出展紹介・主な出展物。追加カードの原典抜粋で検索</a:t>
            </a:r>
          </a:p>
          <a:p xmlns:a="http://schemas.openxmlformats.org/drawingml/2006/main">
            <a:r>
              <a:t>確認日 2026-10-16</a:t>
            </a:r>
          </a:p>
          <a:p xmlns:a="http://schemas.openxmlformats.org/drawingml/2006/main">
            <a:r>
              <a:t>種類 公式掲載の出展者記述・メーカー主張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EDP-18</a:t>
            </a:r>
          </a:p>
          <a:p xmlns:a="http://schemas.openxmlformats.org/drawingml/2006/main">
            <a:r>
              <a:t>ERP Integration</a:t>
            </a:r>
          </a:p>
          <a:p xmlns:a="http://schemas.openxmlformats.org/drawingml/2006/main">
            <a:r>
              <a:t>https://www.wintool.com/en/tool-management-software/cnc-inventory-manager/erp-integration</a:t>
            </a:r>
          </a:p>
          <a:p xmlns:a="http://schemas.openxmlformats.org/drawingml/2006/main">
            <a:r>
              <a:t>該当箇所 最低在庫で購買要求を生成し、管理者承認後にERPへ自動送信</a:t>
            </a:r>
          </a:p>
          <a:p xmlns:a="http://schemas.openxmlformats.org/drawingml/2006/main">
            <a:r>
              <a:t>確認日 2026-10-16</a:t>
            </a:r>
          </a:p>
          <a:p xmlns:a="http://schemas.openxmlformats.org/drawingml/2006/main">
            <a:r>
              <a:t>種類 企業／開発元公式説明・メーカー主張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S02 加工履歴に基づく工程予測</a:t>
            </a:r>
          </a:p>
          <a:p xmlns:a="http://schemas.openxmlformats.org/drawingml/2006/main">
            <a:r>
              <a:t>FC018</a:t>
            </a:r>
          </a:p>
          <a:p xmlns:a="http://schemas.openxmlformats.org/drawingml/2006/main">
            <a:r>
              <a:t>EOV-V007-2026-2</a:t>
            </a:r>
          </a:p>
          <a:p xmlns:a="http://schemas.openxmlformats.org/drawingml/2006/main">
            <a:r>
              <a:t>JIMTOF2026公式カタログ：Hexagon Manufacturing Intelligence株式会社 (E2013)</a:t>
            </a:r>
          </a:p>
          <a:p xmlns:a="http://schemas.openxmlformats.org/drawingml/2006/main">
            <a:r>
              <a:t>https://www.jimtof.org/search/jp/ESdetails?e=6l20Qo0pjl4</a:t>
            </a:r>
          </a:p>
          <a:p xmlns:a="http://schemas.openxmlformats.org/drawingml/2006/main">
            <a:r>
              <a:t>該当箇所 main &gt; div.col-md-8.mb-5 の出展紹介、見出し「主な出展物」直後</a:t>
            </a:r>
          </a:p>
          <a:p xmlns:a="http://schemas.openxmlformats.org/drawingml/2006/main">
            <a:r>
              <a:t>確認日 2026-10-16</a:t>
            </a:r>
          </a:p>
          <a:p xmlns:a="http://schemas.openxmlformats.org/drawingml/2006/main">
            <a:r>
              <a:t>種類 公式掲載の出展者記述（メーカー主張）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EOV-W02</a:t>
            </a:r>
          </a:p>
          <a:p xmlns:a="http://schemas.openxmlformats.org/drawingml/2006/main">
            <a:r>
              <a:t>ESPRIT EDGE Release Highlights</a:t>
            </a:r>
          </a:p>
          <a:p xmlns:a="http://schemas.openxmlformats.org/drawingml/2006/main">
            <a:r>
              <a:t>https://hexagon.com/products/esprit-edge/release-highlights</a:t>
            </a:r>
          </a:p>
          <a:p xmlns:a="http://schemas.openxmlformats.org/drawingml/2006/main">
            <a:r>
              <a:t>該当箇所 2025.2 PROPLANAI、2026.1 ProPlanAI for Turning, Mill-Turn &amp; Swiss</a:t>
            </a:r>
          </a:p>
          <a:p xmlns:a="http://schemas.openxmlformats.org/drawingml/2006/main">
            <a:r>
              <a:t>確認日 2026-10-16</a:t>
            </a:r>
          </a:p>
          <a:p xmlns:a="http://schemas.openxmlformats.org/drawingml/2006/main">
            <a:r>
              <a:t>種類 企業公式資料・メーカー主張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S05 設備アラームの診断と対処案</a:t>
            </a:r>
          </a:p>
          <a:p xmlns:a="http://schemas.openxmlformats.org/drawingml/2006/main">
            <a:r>
              <a:t>FC013</a:t>
            </a:r>
          </a:p>
          <a:p xmlns:a="http://schemas.openxmlformats.org/drawingml/2006/main">
            <a:r>
              <a:t>EOV-V005-2026-1</a:t>
            </a:r>
          </a:p>
          <a:p xmlns:a="http://schemas.openxmlformats.org/drawingml/2006/main">
            <a:r>
              <a:t>JIMTOF2026公式カタログ：ベッコフオートメーション株式会社 (E2028)</a:t>
            </a:r>
          </a:p>
          <a:p xmlns:a="http://schemas.openxmlformats.org/drawingml/2006/main">
            <a:r>
              <a:t>https://www.jimtof.org/search/jp/ESdetails?e=K7DqahO2h08</a:t>
            </a:r>
          </a:p>
          <a:p xmlns:a="http://schemas.openxmlformats.org/drawingml/2006/main">
            <a:r>
              <a:t>該当箇所 main &gt; div.col-md-8.mb-5 の出展紹介、見出し「主な出展物」直後</a:t>
            </a:r>
          </a:p>
          <a:p xmlns:a="http://schemas.openxmlformats.org/drawingml/2006/main">
            <a:r>
              <a:t>確認日 2026-10-16</a:t>
            </a:r>
          </a:p>
          <a:p xmlns:a="http://schemas.openxmlformats.org/drawingml/2006/main">
            <a:r>
              <a:t>種類 公式掲載の出展者記述（メーカー主張）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ERF-02</a:t>
            </a:r>
          </a:p>
          <a:p xmlns:a="http://schemas.openxmlformats.org/drawingml/2006/main">
            <a:r>
              <a:t>TF1700 CoAgent for Operations</a:t>
            </a:r>
          </a:p>
          <a:p xmlns:a="http://schemas.openxmlformats.org/drawingml/2006/main">
            <a:r>
              <a:t>https://www.beckhoff.com/en-en/products/automation/twincat/tfxxxx-twincat-3-functions/tf1xxx-system/tf1700.html</a:t>
            </a:r>
          </a:p>
          <a:p xmlns:a="http://schemas.openxmlformats.org/drawingml/2006/main">
            <a:r>
              <a:t>該当箇所 Properties／direct system access；Product status／market release on request</a:t>
            </a:r>
          </a:p>
          <a:p xmlns:a="http://schemas.openxmlformats.org/drawingml/2006/main">
            <a:r>
              <a:t>確認日 2026-10-18</a:t>
            </a:r>
          </a:p>
          <a:p xmlns:a="http://schemas.openxmlformats.org/drawingml/2006/main">
            <a:r>
              <a:t>種類 企業／開発元／展示会の公式説明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EAT-N04</a:t>
            </a:r>
          </a:p>
          <a:p xmlns:a="http://schemas.openxmlformats.org/drawingml/2006/main">
            <a:r>
              <a:t>CoAgent for Operations TF1700</a:t>
            </a:r>
          </a:p>
          <a:p xmlns:a="http://schemas.openxmlformats.org/drawingml/2006/main">
            <a:r>
              <a:t>https://www.beckhoff.com/ko-kr/products/automation/twincat/tfxxxx-twincat-3-functions/tf1xxx-system/tf1700.html</a:t>
            </a:r>
          </a:p>
          <a:p xmlns:a="http://schemas.openxmlformats.org/drawingml/2006/main">
            <a:r>
              <a:t>該当箇所 Properties／Product status</a:t>
            </a:r>
          </a:p>
          <a:p xmlns:a="http://schemas.openxmlformats.org/drawingml/2006/main">
            <a:r>
              <a:t>確認日 2026-10-16</a:t>
            </a:r>
          </a:p>
          <a:p xmlns:a="http://schemas.openxmlformats.org/drawingml/2006/main">
            <a:r>
              <a:t>種類 企業公式説明・メーカー主張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S06 電気設計の対話支援</a:t>
            </a:r>
          </a:p>
          <a:p xmlns:a="http://schemas.openxmlformats.org/drawingml/2006/main">
            <a:r>
              <a:t>FC017</a:t>
            </a:r>
          </a:p>
          <a:p xmlns:a="http://schemas.openxmlformats.org/drawingml/2006/main">
            <a:r>
              <a:t>EOV-V006-2026-1</a:t>
            </a:r>
          </a:p>
          <a:p xmlns:a="http://schemas.openxmlformats.org/drawingml/2006/main">
            <a:r>
              <a:t>JIMTOF2026公式カタログ：EPLAN株式会社 (S1067)</a:t>
            </a:r>
          </a:p>
          <a:p xmlns:a="http://schemas.openxmlformats.org/drawingml/2006/main">
            <a:r>
              <a:t>https://www.jimtof.org/search/jp/ESdetails?e=FHsQAvmFusY</a:t>
            </a:r>
          </a:p>
          <a:p xmlns:a="http://schemas.openxmlformats.org/drawingml/2006/main">
            <a:r>
              <a:t>該当箇所 main &gt; div.col-md-8.mb-5 の出展紹介、見出し「主な出展物」直後</a:t>
            </a:r>
          </a:p>
          <a:p xmlns:a="http://schemas.openxmlformats.org/drawingml/2006/main">
            <a:r>
              <a:t>確認日 2026-10-16</a:t>
            </a:r>
          </a:p>
          <a:p xmlns:a="http://schemas.openxmlformats.org/drawingml/2006/main">
            <a:r>
              <a:t>種類 公式掲載の出展者記述（メーカー主張）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EOV-V006-2024-1</a:t>
            </a:r>
          </a:p>
          <a:p xmlns:a="http://schemas.openxmlformats.org/drawingml/2006/main">
            <a:r>
              <a:t>JIMTOF2024公式カタログ：EPLAN株式会社 (E2033)</a:t>
            </a:r>
          </a:p>
          <a:p xmlns:a="http://schemas.openxmlformats.org/drawingml/2006/main">
            <a:r>
              <a:t>https://www.jimtof.org/2024/search/jp/ESdetails?e=50efK4rQsHs</a:t>
            </a:r>
          </a:p>
          <a:p xmlns:a="http://schemas.openxmlformats.org/drawingml/2006/main">
            <a:r>
              <a:t>該当箇所 main &gt; div.col-md-8.mb-5 の出展紹介、見出し「主な出展物」直後</a:t>
            </a:r>
          </a:p>
          <a:p xmlns:a="http://schemas.openxmlformats.org/drawingml/2006/main">
            <a:r>
              <a:t>確認日 2026-10-16</a:t>
            </a:r>
          </a:p>
          <a:p xmlns:a="http://schemas.openxmlformats.org/drawingml/2006/main">
            <a:r>
              <a:t>種類 公式掲載の出展者記述（メーカー主張）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EAT-N06</a:t>
            </a:r>
          </a:p>
          <a:p xmlns:a="http://schemas.openxmlformats.org/drawingml/2006/main">
            <a:r>
              <a:t>Eplan Copilot</a:t>
            </a:r>
          </a:p>
          <a:p xmlns:a="http://schemas.openxmlformats.org/drawingml/2006/main">
            <a:r>
              <a:t>https://www.eplan.com/us-en/about-us/innovations/eplan-copilot/</a:t>
            </a:r>
          </a:p>
          <a:p xmlns:a="http://schemas.openxmlformats.org/drawingml/2006/main">
            <a:r>
              <a:t>該当箇所 Based on a described task／Looking ahead／conceptual phase</a:t>
            </a:r>
          </a:p>
          <a:p xmlns:a="http://schemas.openxmlformats.org/drawingml/2006/main">
            <a:r>
              <a:t>確認日 2026-10-16</a:t>
            </a:r>
          </a:p>
          <a:p xmlns:a="http://schemas.openxmlformats.org/drawingml/2006/main">
            <a:r>
              <a:t>種類 企業公式説明・メーカー主張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S08 主軸負荷を使う加工中の適応制御</a:t>
            </a:r>
          </a:p>
          <a:p xmlns:a="http://schemas.openxmlformats.org/drawingml/2006/main">
            <a:r>
              <a:t>RPT002</a:t>
            </a:r>
          </a:p>
          <a:p xmlns:a="http://schemas.openxmlformats.org/drawingml/2006/main">
            <a:r>
              <a:t>RPT-EXH-2026-107042c6cf64ba96</a:t>
            </a:r>
          </a:p>
          <a:p xmlns:a="http://schemas.openxmlformats.org/drawingml/2006/main">
            <a:r>
              <a:t>西部商工株式会社 JIMTOF2026</a:t>
            </a:r>
          </a:p>
          <a:p xmlns:a="http://schemas.openxmlformats.org/drawingml/2006/main">
            <a:r>
              <a:t>https://www.jimtof.org/search/jp/ESdetails?e=OC6R-wdDduM</a:t>
            </a:r>
          </a:p>
          <a:p xmlns:a="http://schemas.openxmlformats.org/drawingml/2006/main">
            <a:r>
              <a:t>該当箇所 main &gt; div.container &gt; div.row &gt; div.col-md-8.mb-5; 見出し「主な出展物」と直後のp</a:t>
            </a:r>
          </a:p>
          <a:p xmlns:a="http://schemas.openxmlformats.org/drawingml/2006/main">
            <a:r>
              <a:t>確認日 2026-10-16</a:t>
            </a:r>
          </a:p>
          <a:p xmlns:a="http://schemas.openxmlformats.org/drawingml/2006/main">
            <a:r>
              <a:t>種類 公式カタログ掲載・出展者記述。2026は展示予定で現地実演未確認。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RPT-EXH-2024-151b23d9e05ccb13</a:t>
            </a:r>
          </a:p>
          <a:p xmlns:a="http://schemas.openxmlformats.org/drawingml/2006/main">
            <a:r>
              <a:t>西部商工株式会社 JIMTOF2024</a:t>
            </a:r>
          </a:p>
          <a:p xmlns:a="http://schemas.openxmlformats.org/drawingml/2006/main">
            <a:r>
              <a:t>https://www.jimtof.org/2024/search/jp/ESdetails?e=YRTw8XJWi9g</a:t>
            </a:r>
          </a:p>
          <a:p xmlns:a="http://schemas.openxmlformats.org/drawingml/2006/main">
            <a:r>
              <a:t>該当箇所 main &gt; div.container &gt; div.row &gt; div.col-md-8.mb-5; 見出し「主な出展物」と直後のp</a:t>
            </a:r>
          </a:p>
          <a:p xmlns:a="http://schemas.openxmlformats.org/drawingml/2006/main">
            <a:r>
              <a:t>確認日 2026-10-16</a:t>
            </a:r>
          </a:p>
          <a:p xmlns:a="http://schemas.openxmlformats.org/drawingml/2006/main">
            <a:r>
              <a:t>種類 公式カタログ掲載・出展者記述。2026は展示予定で現地実演未確認。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S09 寸法計測と工具補正の連携</a:t>
            </a:r>
          </a:p>
          <a:p xmlns:a="http://schemas.openxmlformats.org/drawingml/2006/main">
            <a:r>
              <a:t>FC033</a:t>
            </a:r>
          </a:p>
          <a:p xmlns:a="http://schemas.openxmlformats.org/drawingml/2006/main">
            <a:r>
              <a:t>EOV-V018-2026-1</a:t>
            </a:r>
          </a:p>
          <a:p xmlns:a="http://schemas.openxmlformats.org/drawingml/2006/main">
            <a:r>
              <a:t>JIMTOF2026公式カタログ：レニショー株式会社 (E7089)</a:t>
            </a:r>
          </a:p>
          <a:p xmlns:a="http://schemas.openxmlformats.org/drawingml/2006/main">
            <a:r>
              <a:t>https://www.jimtof.org/search/jp/ESdetails?e=pYGmVz5GC1c</a:t>
            </a:r>
          </a:p>
          <a:p xmlns:a="http://schemas.openxmlformats.org/drawingml/2006/main">
            <a:r>
              <a:t>該当箇所 main &gt; div.col-md-8.mb-5 の出展紹介、見出し「主な出展物」直後</a:t>
            </a:r>
          </a:p>
          <a:p xmlns:a="http://schemas.openxmlformats.org/drawingml/2006/main">
            <a:r>
              <a:t>確認日 2026-10-16</a:t>
            </a:r>
          </a:p>
          <a:p xmlns:a="http://schemas.openxmlformats.org/drawingml/2006/main">
            <a:r>
              <a:t>種類 公式掲載の出展者記述（メーカー主張）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EOV-V018-2024-1</a:t>
            </a:r>
          </a:p>
          <a:p xmlns:a="http://schemas.openxmlformats.org/drawingml/2006/main">
            <a:r>
              <a:t>JIMTOF2024公式カタログ：レニショー株式会社 (E7026)</a:t>
            </a:r>
          </a:p>
          <a:p xmlns:a="http://schemas.openxmlformats.org/drawingml/2006/main">
            <a:r>
              <a:t>https://www.jimtof.org/2024/search/jp/ESdetails?e=ekM3exgIAtc</a:t>
            </a:r>
          </a:p>
          <a:p xmlns:a="http://schemas.openxmlformats.org/drawingml/2006/main">
            <a:r>
              <a:t>該当箇所 main &gt; div.col-md-8.mb-5 の出展紹介、見出し「主な出展物」直後</a:t>
            </a:r>
          </a:p>
          <a:p xmlns:a="http://schemas.openxmlformats.org/drawingml/2006/main">
            <a:r>
              <a:t>確認日 2026-10-16</a:t>
            </a:r>
          </a:p>
          <a:p xmlns:a="http://schemas.openxmlformats.org/drawingml/2006/main">
            <a:r>
              <a:t>種類 公式掲載の出展者記述（メーカー主張）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EOV-W03</a:t>
            </a:r>
          </a:p>
          <a:p xmlns:a="http://schemas.openxmlformats.org/drawingml/2006/main">
            <a:r>
              <a:t>Renishaw Central データプラットフォーム</a:t>
            </a:r>
          </a:p>
          <a:p xmlns:a="http://schemas.openxmlformats.org/drawingml/2006/main">
            <a:r>
              <a:t>https://www.renishaw.com/jp/smart-manufacturing-data-platform-for-industrial-process-control--47853</a:t>
            </a:r>
          </a:p>
          <a:p xmlns:a="http://schemas.openxmlformats.org/drawingml/2006/main">
            <a:r>
              <a:t>該当箇所 メカニズム、現場でのクローズドループ、導入効果</a:t>
            </a:r>
          </a:p>
          <a:p xmlns:a="http://schemas.openxmlformats.org/drawingml/2006/main">
            <a:r>
              <a:t>確認日 2026-10-16</a:t>
            </a:r>
          </a:p>
          <a:p xmlns:a="http://schemas.openxmlformats.org/drawingml/2006/main">
            <a:r>
              <a:t>種類 企業公式資料・メーカー主張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S11 外観検査と追加学習</a:t>
            </a:r>
          </a:p>
          <a:p xmlns:a="http://schemas.openxmlformats.org/drawingml/2006/main">
            <a:r>
              <a:t>FC036</a:t>
            </a:r>
          </a:p>
          <a:p xmlns:a="http://schemas.openxmlformats.org/drawingml/2006/main">
            <a:r>
              <a:t>EOV-V021-2026-1</a:t>
            </a:r>
          </a:p>
          <a:p xmlns:a="http://schemas.openxmlformats.org/drawingml/2006/main">
            <a:r>
              <a:t>JIMTOF2026公式カタログ：株式会社ＨＡＣＡＲＵＳ (S1031)</a:t>
            </a:r>
          </a:p>
          <a:p xmlns:a="http://schemas.openxmlformats.org/drawingml/2006/main">
            <a:r>
              <a:t>https://www.jimtof.org/search/jp/ESdetails?e=oatArsOZ-Wc</a:t>
            </a:r>
          </a:p>
          <a:p xmlns:a="http://schemas.openxmlformats.org/drawingml/2006/main">
            <a:r>
              <a:t>該当箇所 main &gt; div.col-md-8.mb-5 の出展紹介、見出し「主な出展物」直後</a:t>
            </a:r>
          </a:p>
          <a:p xmlns:a="http://schemas.openxmlformats.org/drawingml/2006/main">
            <a:r>
              <a:t>確認日 2026-10-16</a:t>
            </a:r>
          </a:p>
          <a:p xmlns:a="http://schemas.openxmlformats.org/drawingml/2006/main">
            <a:r>
              <a:t>種類 公式掲載の出展者記述（メーカー主張）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ERF-05</a:t>
            </a:r>
          </a:p>
          <a:p xmlns:a="http://schemas.openxmlformats.org/drawingml/2006/main">
            <a:r>
              <a:t>Check ZERO公式ソフトウェア説明</a:t>
            </a:r>
          </a:p>
          <a:p xmlns:a="http://schemas.openxmlformats.org/drawingml/2006/main">
            <a:r>
              <a:t>https://check.hacarus.com/ja/aisoftware/</a:t>
            </a:r>
          </a:p>
          <a:p xmlns:a="http://schemas.openxmlformats.org/drawingml/2006/main">
            <a:r>
              <a:t>該当箇所 特徴／異常箇所表示・良否アノテーション追加学習</a:t>
            </a:r>
          </a:p>
          <a:p xmlns:a="http://schemas.openxmlformats.org/drawingml/2006/main">
            <a:r>
              <a:t>確認日 2026-10-18</a:t>
            </a:r>
          </a:p>
          <a:p xmlns:a="http://schemas.openxmlformats.org/drawingml/2006/main">
            <a:r>
              <a:t>種類 企業／開発元／展示会の公式説明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EDP-14</a:t>
            </a:r>
          </a:p>
          <a:p xmlns:a="http://schemas.openxmlformats.org/drawingml/2006/main">
            <a:r>
              <a:t>Check ZERO正式販売開始</a:t>
            </a:r>
          </a:p>
          <a:p xmlns:a="http://schemas.openxmlformats.org/drawingml/2006/main">
            <a:r>
              <a:t>https://hacarus.com/ja/press-release/20250707-news/</a:t>
            </a:r>
          </a:p>
          <a:p xmlns:a="http://schemas.openxmlformats.org/drawingml/2006/main">
            <a:r>
              <a:t>該当箇所 2025/7/9販売／良品学習とアノテーション追加学習／判定UI</a:t>
            </a:r>
          </a:p>
          <a:p xmlns:a="http://schemas.openxmlformats.org/drawingml/2006/main">
            <a:r>
              <a:t>確認日 2026-10-16</a:t>
            </a:r>
          </a:p>
          <a:p xmlns:a="http://schemas.openxmlformats.org/drawingml/2006/main">
            <a:r>
              <a:t>種類 企業／開発元公式説明・メーカー主張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S14 稼働データを使う設備診断</a:t>
            </a:r>
          </a:p>
          <a:p xmlns:a="http://schemas.openxmlformats.org/drawingml/2006/main">
            <a:r>
              <a:t>AC225</a:t>
            </a:r>
          </a:p>
          <a:p xmlns:a="http://schemas.openxmlformats.org/drawingml/2006/main">
            <a:r>
              <a:t>EEX-EXH-2026-308c5194f12fe009</a:t>
            </a:r>
          </a:p>
          <a:p xmlns:a="http://schemas.openxmlformats.org/drawingml/2006/main">
            <a:r>
              <a:t>JIMTOF2026公式出展説明：ムラテックＣＣＳ株式会社 (E3031)</a:t>
            </a:r>
          </a:p>
          <a:p xmlns:a="http://schemas.openxmlformats.org/drawingml/2006/main">
            <a:r>
              <a:t>https://www.jimtof.org/search/jp/ESdetails?e=Z_SbvK_hxBY</a:t>
            </a:r>
          </a:p>
          <a:p xmlns:a="http://schemas.openxmlformats.org/drawingml/2006/main">
            <a:r>
              <a:t>該当箇所 出展紹介・主な出展物。追加カードの原典抜粋で検索</a:t>
            </a:r>
          </a:p>
          <a:p xmlns:a="http://schemas.openxmlformats.org/drawingml/2006/main">
            <a:r>
              <a:t>確認日 2026-10-16</a:t>
            </a:r>
          </a:p>
          <a:p xmlns:a="http://schemas.openxmlformats.org/drawingml/2006/main">
            <a:r>
              <a:t>種類 公式掲載の出展者記述・メーカー主張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EEX-EXH-2024-b0a94c1cd407ea8a</a:t>
            </a:r>
          </a:p>
          <a:p xmlns:a="http://schemas.openxmlformats.org/drawingml/2006/main">
            <a:r>
              <a:t>JIMTOF2024公式出展説明：ムラテックCCS株式会社 (E6019)</a:t>
            </a:r>
          </a:p>
          <a:p xmlns:a="http://schemas.openxmlformats.org/drawingml/2006/main">
            <a:r>
              <a:t>https://www.jimtof.org/2024/search/jp/ESdetails?e=2N7pXq5Aehs</a:t>
            </a:r>
          </a:p>
          <a:p xmlns:a="http://schemas.openxmlformats.org/drawingml/2006/main">
            <a:r>
              <a:t>該当箇所 出展紹介・主な出展物。追加カードの原典抜粋で検索</a:t>
            </a:r>
          </a:p>
          <a:p xmlns:a="http://schemas.openxmlformats.org/drawingml/2006/main">
            <a:r>
              <a:t>確認日 2026-10-16</a:t>
            </a:r>
          </a:p>
          <a:p xmlns:a="http://schemas.openxmlformats.org/drawingml/2006/main">
            <a:r>
              <a:t>種類 公式掲載の出展者記述・メーカー主張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EDP-13</a:t>
            </a:r>
          </a:p>
          <a:p xmlns:a="http://schemas.openxmlformats.org/drawingml/2006/main">
            <a:r>
              <a:t>AIを用いた故障診断</a:t>
            </a:r>
          </a:p>
          <a:p xmlns:a="http://schemas.openxmlformats.org/drawingml/2006/main">
            <a:r>
              <a:t>https://www.muratec.jp/company/ti/rd/detail.php?id=7540</a:t>
            </a:r>
          </a:p>
          <a:p xmlns:a="http://schemas.openxmlformats.org/drawingml/2006/main">
            <a:r>
              <a:t>該当箇所 電流・振動を新品データと比較／補正入力回数・軸負荷による劣化判定</a:t>
            </a:r>
          </a:p>
          <a:p xmlns:a="http://schemas.openxmlformats.org/drawingml/2006/main">
            <a:r>
              <a:t>確認日 2026-10-16</a:t>
            </a:r>
          </a:p>
          <a:p xmlns:a="http://schemas.openxmlformats.org/drawingml/2006/main">
            <a:r>
              <a:t>種類 企業／開発元公式説明・メーカー主張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S20 爪と工具の自動交換</a:t>
            </a:r>
          </a:p>
          <a:p xmlns:a="http://schemas.openxmlformats.org/drawingml/2006/main">
            <a:r>
              <a:t>AC214</a:t>
            </a:r>
          </a:p>
          <a:p xmlns:a="http://schemas.openxmlformats.org/drawingml/2006/main">
            <a:r>
              <a:t>EEX-EXH-2026-0daa587f8abf6076</a:t>
            </a:r>
          </a:p>
          <a:p xmlns:a="http://schemas.openxmlformats.org/drawingml/2006/main">
            <a:r>
              <a:t>JIMTOF2026公式出展説明：松本機械工業株式会社 (W2070)</a:t>
            </a:r>
          </a:p>
          <a:p xmlns:a="http://schemas.openxmlformats.org/drawingml/2006/main">
            <a:r>
              <a:t>https://www.jimtof.org/search/jp/ESdetails?e=bhpEIIjKNb4</a:t>
            </a:r>
          </a:p>
          <a:p xmlns:a="http://schemas.openxmlformats.org/drawingml/2006/main">
            <a:r>
              <a:t>該当箇所 出展紹介・主な出展物。追加カードの原典抜粋で検索</a:t>
            </a:r>
          </a:p>
          <a:p xmlns:a="http://schemas.openxmlformats.org/drawingml/2006/main">
            <a:r>
              <a:t>確認日 2026-10-16</a:t>
            </a:r>
          </a:p>
          <a:p xmlns:a="http://schemas.openxmlformats.org/drawingml/2006/main">
            <a:r>
              <a:t>種類 公式掲載の出展者記述・メーカー主張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EEX-EXH-2024-1dc10e3b594ed9d8</a:t>
            </a:r>
          </a:p>
          <a:p xmlns:a="http://schemas.openxmlformats.org/drawingml/2006/main">
            <a:r>
              <a:t>JIMTOF2024公式出展説明：松本機械工業株式会社 (W2055)</a:t>
            </a:r>
          </a:p>
          <a:p xmlns:a="http://schemas.openxmlformats.org/drawingml/2006/main">
            <a:r>
              <a:t>https://www.jimtof.org/2024/search/jp/ESdetails?e=1cGhqW04Qes</a:t>
            </a:r>
          </a:p>
          <a:p xmlns:a="http://schemas.openxmlformats.org/drawingml/2006/main">
            <a:r>
              <a:t>該当箇所 出展紹介・主な出展物。追加カードの原典抜粋で検索</a:t>
            </a:r>
          </a:p>
          <a:p xmlns:a="http://schemas.openxmlformats.org/drawingml/2006/main">
            <a:r>
              <a:t>確認日 2026-10-16</a:t>
            </a:r>
          </a:p>
          <a:p xmlns:a="http://schemas.openxmlformats.org/drawingml/2006/main">
            <a:r>
              <a:t>種類 公式掲載の出展者記述・メーカー主張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EDP-26</a:t>
            </a:r>
          </a:p>
          <a:p xmlns:a="http://schemas.openxmlformats.org/drawingml/2006/main">
            <a:r>
              <a:t>Smart Terrace Adv</a:t>
            </a:r>
          </a:p>
          <a:p xmlns:a="http://schemas.openxmlformats.org/drawingml/2006/main">
            <a:r>
              <a:t>https://mmkchuck.com/product/7218/</a:t>
            </a:r>
          </a:p>
          <a:p xmlns:a="http://schemas.openxmlformats.org/drawingml/2006/main">
            <a:r>
              <a:t>該当箇所 7つの革新／寸法パラメータ入力・出荷時組込プログラム／レトロフィット</a:t>
            </a:r>
          </a:p>
          <a:p xmlns:a="http://schemas.openxmlformats.org/drawingml/2006/main">
            <a:r>
              <a:t>確認日 2026-10-16</a:t>
            </a:r>
          </a:p>
          <a:p xmlns:a="http://schemas.openxmlformats.org/drawingml/2006/main">
            <a:r>
              <a:t>種類 企業／開発元公式説明・メーカー主張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S24 工作機械の仮想検証</a:t>
            </a:r>
          </a:p>
          <a:p xmlns:a="http://schemas.openxmlformats.org/drawingml/2006/main">
            <a:r>
              <a:t>FC007</a:t>
            </a:r>
          </a:p>
          <a:p xmlns:a="http://schemas.openxmlformats.org/drawingml/2006/main">
            <a:r>
              <a:t>EOV-V002-2026-1</a:t>
            </a:r>
          </a:p>
          <a:p xmlns:a="http://schemas.openxmlformats.org/drawingml/2006/main">
            <a:r>
              <a:t>JIMTOF2026公式カタログ：ファナック株式会社 (S2001)</a:t>
            </a:r>
          </a:p>
          <a:p xmlns:a="http://schemas.openxmlformats.org/drawingml/2006/main">
            <a:r>
              <a:t>https://www.jimtof.org/search/jp/ESdetails?e=q0OrZBKM3uQ</a:t>
            </a:r>
          </a:p>
          <a:p xmlns:a="http://schemas.openxmlformats.org/drawingml/2006/main">
            <a:r>
              <a:t>該当箇所 main &gt; div.col-md-8.mb-5 の出展紹介、見出し「主な出展物」直後</a:t>
            </a:r>
          </a:p>
          <a:p xmlns:a="http://schemas.openxmlformats.org/drawingml/2006/main">
            <a:r>
              <a:t>確認日 2026-10-16</a:t>
            </a:r>
          </a:p>
          <a:p xmlns:a="http://schemas.openxmlformats.org/drawingml/2006/main">
            <a:r>
              <a:t>種類 公式掲載の出展者記述（メーカー主張）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EOV-V002-2024-1</a:t>
            </a:r>
          </a:p>
          <a:p xmlns:a="http://schemas.openxmlformats.org/drawingml/2006/main">
            <a:r>
              <a:t>JIMTOF2024公式カタログ：ファナック株式会社 (S2001)</a:t>
            </a:r>
          </a:p>
          <a:p xmlns:a="http://schemas.openxmlformats.org/drawingml/2006/main">
            <a:r>
              <a:t>https://www.jimtof.org/2024/search/jp/ESdetails?e=N0RgOmmcwZw</a:t>
            </a:r>
          </a:p>
          <a:p xmlns:a="http://schemas.openxmlformats.org/drawingml/2006/main">
            <a:r>
              <a:t>該当箇所 main &gt; div.col-md-8.mb-5 の出展紹介、見出し「主な出展物」直後</a:t>
            </a:r>
          </a:p>
          <a:p xmlns:a="http://schemas.openxmlformats.org/drawingml/2006/main">
            <a:r>
              <a:t>確認日 2026-10-16</a:t>
            </a:r>
          </a:p>
          <a:p xmlns:a="http://schemas.openxmlformats.org/drawingml/2006/main">
            <a:r>
              <a:t>種類 公式掲載の出展者記述（メーカー主張）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公式記載はメーカー説明。横断解釈は分析。開発提案と将来像は未検証の仮説。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S03 CAMの加工戦略と経路の作成支援</a:t>
            </a:r>
          </a:p>
          <a:p xmlns:a="http://schemas.openxmlformats.org/drawingml/2006/main">
            <a:r>
              <a:t>FC020, AC131</a:t>
            </a:r>
          </a:p>
          <a:p xmlns:a="http://schemas.openxmlformats.org/drawingml/2006/main">
            <a:r>
              <a:t>EOV-V008-2026-1</a:t>
            </a:r>
          </a:p>
          <a:p xmlns:a="http://schemas.openxmlformats.org/drawingml/2006/main">
            <a:r>
              <a:t>JIMTOF2026公式カタログ：ジェービーエムエンジニアリング株式会社 (E2002)</a:t>
            </a:r>
          </a:p>
          <a:p xmlns:a="http://schemas.openxmlformats.org/drawingml/2006/main">
            <a:r>
              <a:t>https://www.jimtof.org/search/jp/ESdetails?e=VrAjMTKmxdw</a:t>
            </a:r>
          </a:p>
          <a:p xmlns:a="http://schemas.openxmlformats.org/drawingml/2006/main">
            <a:r>
              <a:t>該当箇所 main &gt; div.col-md-8.mb-5 の出展紹介、見出し「主な出展物」直後</a:t>
            </a:r>
          </a:p>
          <a:p xmlns:a="http://schemas.openxmlformats.org/drawingml/2006/main">
            <a:r>
              <a:t>確認日 2026-10-16</a:t>
            </a:r>
          </a:p>
          <a:p xmlns:a="http://schemas.openxmlformats.org/drawingml/2006/main">
            <a:r>
              <a:t>種類 公式掲載の出展者記述（メーカー主張）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EOV-V008-2024-1</a:t>
            </a:r>
          </a:p>
          <a:p xmlns:a="http://schemas.openxmlformats.org/drawingml/2006/main">
            <a:r>
              <a:t>JIMTOF2024公式カタログ：ジェービーエムエンジニアリング株式会社 (E5028)</a:t>
            </a:r>
          </a:p>
          <a:p xmlns:a="http://schemas.openxmlformats.org/drawingml/2006/main">
            <a:r>
              <a:t>https://www.jimtof.org/2024/search/jp/ESdetails?e=G-8gydwhMvE</a:t>
            </a:r>
          </a:p>
          <a:p xmlns:a="http://schemas.openxmlformats.org/drawingml/2006/main">
            <a:r>
              <a:t>該当箇所 main &gt; div.col-md-8.mb-5 の出展紹介、見出し「主な出展物」直後</a:t>
            </a:r>
          </a:p>
          <a:p xmlns:a="http://schemas.openxmlformats.org/drawingml/2006/main">
            <a:r>
              <a:t>確認日 2026-10-16</a:t>
            </a:r>
          </a:p>
          <a:p xmlns:a="http://schemas.openxmlformats.org/drawingml/2006/main">
            <a:r>
              <a:t>種類 公式掲載の出展者記述（メーカー主張）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EEX-EXH-2026-0436fc7b61f51a8e</a:t>
            </a:r>
          </a:p>
          <a:p xmlns:a="http://schemas.openxmlformats.org/drawingml/2006/main">
            <a:r>
              <a:t>JIMTOF2026公式出展説明：タクテックス株式会社 (S1016)</a:t>
            </a:r>
          </a:p>
          <a:p xmlns:a="http://schemas.openxmlformats.org/drawingml/2006/main">
            <a:r>
              <a:t>https://www.jimtof.org/search/jp/ESdetails?e=2TVzwvOqLxI</a:t>
            </a:r>
          </a:p>
          <a:p xmlns:a="http://schemas.openxmlformats.org/drawingml/2006/main">
            <a:r>
              <a:t>該当箇所 出展紹介・主な出展物。追加カードの原典抜粋で検索</a:t>
            </a:r>
          </a:p>
          <a:p xmlns:a="http://schemas.openxmlformats.org/drawingml/2006/main">
            <a:r>
              <a:t>確認日 2026-10-16</a:t>
            </a:r>
          </a:p>
          <a:p xmlns:a="http://schemas.openxmlformats.org/drawingml/2006/main">
            <a:r>
              <a:t>種類 公式掲載の出展者記述・メーカー主張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EEX-EXH-2024-eb84f3b7fa9cf6db</a:t>
            </a:r>
          </a:p>
          <a:p xmlns:a="http://schemas.openxmlformats.org/drawingml/2006/main">
            <a:r>
              <a:t>JIMTOF2024公式出展説明：タクテックス株式会社 (E5030)</a:t>
            </a:r>
          </a:p>
          <a:p xmlns:a="http://schemas.openxmlformats.org/drawingml/2006/main">
            <a:r>
              <a:t>https://www.jimtof.org/2024/search/jp/ESdetails?e=p_i9WuUhNRg</a:t>
            </a:r>
          </a:p>
          <a:p xmlns:a="http://schemas.openxmlformats.org/drawingml/2006/main">
            <a:r>
              <a:t>該当箇所 出展紹介・主な出展物。追加カードの原典抜粋で検索</a:t>
            </a:r>
          </a:p>
          <a:p xmlns:a="http://schemas.openxmlformats.org/drawingml/2006/main">
            <a:r>
              <a:t>確認日 2026-10-16</a:t>
            </a:r>
          </a:p>
          <a:p xmlns:a="http://schemas.openxmlformats.org/drawingml/2006/main">
            <a:r>
              <a:t>種類 公式掲載の出展者記述・メーカー主張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EDP-09</a:t>
            </a:r>
          </a:p>
          <a:p xmlns:a="http://schemas.openxmlformats.org/drawingml/2006/main">
            <a:r>
              <a:t>Mastercam向けCAM Assist</a:t>
            </a:r>
          </a:p>
          <a:p xmlns:a="http://schemas.openxmlformats.org/drawingml/2006/main">
            <a:r>
              <a:t>https://www.cloudnc.com/ja/mastercam</a:t>
            </a:r>
          </a:p>
          <a:p xmlns:a="http://schemas.openxmlformats.org/drawingml/2006/main">
            <a:r>
              <a:t>該当箇所 仕組みステップ1〜4／FAQの対象加工・顧客データ学習の否定</a:t>
            </a:r>
          </a:p>
          <a:p xmlns:a="http://schemas.openxmlformats.org/drawingml/2006/main">
            <a:r>
              <a:t>確認日 2026-10-16</a:t>
            </a:r>
          </a:p>
          <a:p xmlns:a="http://schemas.openxmlformats.org/drawingml/2006/main">
            <a:r>
              <a:t>種類 企業／開発元公式説明・メーカー主張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S04 PLCとHMIの設計支援</a:t>
            </a:r>
          </a:p>
          <a:p xmlns:a="http://schemas.openxmlformats.org/drawingml/2006/main">
            <a:r>
              <a:t>FC011, FC012</a:t>
            </a:r>
          </a:p>
          <a:p xmlns:a="http://schemas.openxmlformats.org/drawingml/2006/main">
            <a:r>
              <a:t>EOV-V005-2026-1</a:t>
            </a:r>
          </a:p>
          <a:p xmlns:a="http://schemas.openxmlformats.org/drawingml/2006/main">
            <a:r>
              <a:t>JIMTOF2026公式カタログ：ベッコフオートメーション株式会社 (E2028)</a:t>
            </a:r>
          </a:p>
          <a:p xmlns:a="http://schemas.openxmlformats.org/drawingml/2006/main">
            <a:r>
              <a:t>https://www.jimtof.org/search/jp/ESdetails?e=K7DqahO2h08</a:t>
            </a:r>
          </a:p>
          <a:p xmlns:a="http://schemas.openxmlformats.org/drawingml/2006/main">
            <a:r>
              <a:t>該当箇所 main &gt; div.col-md-8.mb-5 の出展紹介、見出し「主な出展物」直後</a:t>
            </a:r>
          </a:p>
          <a:p xmlns:a="http://schemas.openxmlformats.org/drawingml/2006/main">
            <a:r>
              <a:t>確認日 2026-10-16</a:t>
            </a:r>
          </a:p>
          <a:p xmlns:a="http://schemas.openxmlformats.org/drawingml/2006/main">
            <a:r>
              <a:t>種類 公式掲載の出展者記述（メーカー主張）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ERF-01</a:t>
            </a:r>
          </a:p>
          <a:p xmlns:a="http://schemas.openxmlformats.org/drawingml/2006/main">
            <a:r>
              <a:t>From chatbot to intelligent agent</a:t>
            </a:r>
          </a:p>
          <a:p xmlns:a="http://schemas.openxmlformats.org/drawingml/2006/main">
            <a:r>
              <a:t>https://www.beckhoff.com/en-gb/company/news/from-chatbot-to-intelligent-agent.html</a:t>
            </a:r>
          </a:p>
          <a:p xmlns:a="http://schemas.openxmlformats.org/drawingml/2006/main">
            <a:r>
              <a:t>該当箇所 2025/6/13／Placing people at the heart of automation；PLC・I/O・HMI、専門家がreview・confirm・approve</a:t>
            </a:r>
          </a:p>
          <a:p xmlns:a="http://schemas.openxmlformats.org/drawingml/2006/main">
            <a:r>
              <a:t>確認日 2026-10-18</a:t>
            </a:r>
          </a:p>
          <a:p xmlns:a="http://schemas.openxmlformats.org/drawingml/2006/main">
            <a:r>
              <a:t>種類 企業／開発元／展示会の公式説明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EDP-03</a:t>
            </a:r>
          </a:p>
          <a:p xmlns:a="http://schemas.openxmlformats.org/drawingml/2006/main">
            <a:r>
              <a:t>TwinCAT Chat発表</a:t>
            </a:r>
          </a:p>
          <a:p xmlns:a="http://schemas.openxmlformats.org/drawingml/2006/main">
            <a:r>
              <a:t>https://www.beckhoff.com/en-en/company/press/twincat-chat-using-innovative-chatbot-technology-in-twincat-engineering-2023-04.html</a:t>
            </a:r>
          </a:p>
          <a:p xmlns:a="http://schemas.openxmlformats.org/drawingml/2006/main">
            <a:r>
              <a:t>該当箇所 TwinCAT XAE／コード作成・追加・最適化・文書化</a:t>
            </a:r>
          </a:p>
          <a:p xmlns:a="http://schemas.openxmlformats.org/drawingml/2006/main">
            <a:r>
              <a:t>確認日 2026-10-16</a:t>
            </a:r>
          </a:p>
          <a:p xmlns:a="http://schemas.openxmlformats.org/drawingml/2006/main">
            <a:r>
              <a:t>種類 企業／開発元公式説明・メーカー主張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S08 主軸負荷を使う加工中の適応制御</a:t>
            </a:r>
          </a:p>
          <a:p xmlns:a="http://schemas.openxmlformats.org/drawingml/2006/main">
            <a:r>
              <a:t>RPT002</a:t>
            </a:r>
          </a:p>
          <a:p xmlns:a="http://schemas.openxmlformats.org/drawingml/2006/main">
            <a:r>
              <a:t>RPT-EXH-2026-107042c6cf64ba96</a:t>
            </a:r>
          </a:p>
          <a:p xmlns:a="http://schemas.openxmlformats.org/drawingml/2006/main">
            <a:r>
              <a:t>西部商工株式会社 JIMTOF2026</a:t>
            </a:r>
          </a:p>
          <a:p xmlns:a="http://schemas.openxmlformats.org/drawingml/2006/main">
            <a:r>
              <a:t>https://www.jimtof.org/search/jp/ESdetails?e=OC6R-wdDduM</a:t>
            </a:r>
          </a:p>
          <a:p xmlns:a="http://schemas.openxmlformats.org/drawingml/2006/main">
            <a:r>
              <a:t>該当箇所 main &gt; div.container &gt; div.row &gt; div.col-md-8.mb-5; 見出し「主な出展物」と直後のp</a:t>
            </a:r>
          </a:p>
          <a:p xmlns:a="http://schemas.openxmlformats.org/drawingml/2006/main">
            <a:r>
              <a:t>確認日 2026-10-16</a:t>
            </a:r>
          </a:p>
          <a:p xmlns:a="http://schemas.openxmlformats.org/drawingml/2006/main">
            <a:r>
              <a:t>種類 公式カタログ掲載・出展者記述。2026は展示予定で現地実演未確認。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RPT-EXH-2024-151b23d9e05ccb13</a:t>
            </a:r>
          </a:p>
          <a:p xmlns:a="http://schemas.openxmlformats.org/drawingml/2006/main">
            <a:r>
              <a:t>西部商工株式会社 JIMTOF2024</a:t>
            </a:r>
          </a:p>
          <a:p xmlns:a="http://schemas.openxmlformats.org/drawingml/2006/main">
            <a:r>
              <a:t>https://www.jimtof.org/2024/search/jp/ESdetails?e=YRTw8XJWi9g</a:t>
            </a:r>
          </a:p>
          <a:p xmlns:a="http://schemas.openxmlformats.org/drawingml/2006/main">
            <a:r>
              <a:t>該当箇所 main &gt; div.container &gt; div.row &gt; div.col-md-8.mb-5; 見出し「主な出展物」と直後のp</a:t>
            </a:r>
          </a:p>
          <a:p xmlns:a="http://schemas.openxmlformats.org/drawingml/2006/main">
            <a:r>
              <a:t>確認日 2026-10-16</a:t>
            </a:r>
          </a:p>
          <a:p xmlns:a="http://schemas.openxmlformats.org/drawingml/2006/main">
            <a:r>
              <a:t>種類 公式カタログ掲載・出展者記述。2026は展示予定で現地実演未確認。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S11 外観検査と追加学習</a:t>
            </a:r>
          </a:p>
          <a:p xmlns:a="http://schemas.openxmlformats.org/drawingml/2006/main">
            <a:r>
              <a:t>FC036</a:t>
            </a:r>
          </a:p>
          <a:p xmlns:a="http://schemas.openxmlformats.org/drawingml/2006/main">
            <a:r>
              <a:t>EOV-V021-2026-1</a:t>
            </a:r>
          </a:p>
          <a:p xmlns:a="http://schemas.openxmlformats.org/drawingml/2006/main">
            <a:r>
              <a:t>JIMTOF2026公式カタログ：株式会社ＨＡＣＡＲＵＳ (S1031)</a:t>
            </a:r>
          </a:p>
          <a:p xmlns:a="http://schemas.openxmlformats.org/drawingml/2006/main">
            <a:r>
              <a:t>https://www.jimtof.org/search/jp/ESdetails?e=oatArsOZ-Wc</a:t>
            </a:r>
          </a:p>
          <a:p xmlns:a="http://schemas.openxmlformats.org/drawingml/2006/main">
            <a:r>
              <a:t>該当箇所 main &gt; div.col-md-8.mb-5 の出展紹介、見出し「主な出展物」直後</a:t>
            </a:r>
          </a:p>
          <a:p xmlns:a="http://schemas.openxmlformats.org/drawingml/2006/main">
            <a:r>
              <a:t>確認日 2026-10-16</a:t>
            </a:r>
          </a:p>
          <a:p xmlns:a="http://schemas.openxmlformats.org/drawingml/2006/main">
            <a:r>
              <a:t>種類 公式掲載の出展者記述（メーカー主張）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ERF-05</a:t>
            </a:r>
          </a:p>
          <a:p xmlns:a="http://schemas.openxmlformats.org/drawingml/2006/main">
            <a:r>
              <a:t>Check ZERO公式ソフトウェア説明</a:t>
            </a:r>
          </a:p>
          <a:p xmlns:a="http://schemas.openxmlformats.org/drawingml/2006/main">
            <a:r>
              <a:t>https://check.hacarus.com/ja/aisoftware/</a:t>
            </a:r>
          </a:p>
          <a:p xmlns:a="http://schemas.openxmlformats.org/drawingml/2006/main">
            <a:r>
              <a:t>該当箇所 特徴／異常箇所表示・良否アノテーション追加学習</a:t>
            </a:r>
          </a:p>
          <a:p xmlns:a="http://schemas.openxmlformats.org/drawingml/2006/main">
            <a:r>
              <a:t>確認日 2026-10-18</a:t>
            </a:r>
          </a:p>
          <a:p xmlns:a="http://schemas.openxmlformats.org/drawingml/2006/main">
            <a:r>
              <a:t>種類 企業／開発元／展示会の公式説明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EDP-14</a:t>
            </a:r>
          </a:p>
          <a:p xmlns:a="http://schemas.openxmlformats.org/drawingml/2006/main">
            <a:r>
              <a:t>Check ZERO正式販売開始</a:t>
            </a:r>
          </a:p>
          <a:p xmlns:a="http://schemas.openxmlformats.org/drawingml/2006/main">
            <a:r>
              <a:t>https://hacarus.com/ja/press-release/20250707-news/</a:t>
            </a:r>
          </a:p>
          <a:p xmlns:a="http://schemas.openxmlformats.org/drawingml/2006/main">
            <a:r>
              <a:t>該当箇所 2025/7/9販売／良品学習とアノテーション追加学習／判定UI</a:t>
            </a:r>
          </a:p>
          <a:p xmlns:a="http://schemas.openxmlformats.org/drawingml/2006/main">
            <a:r>
              <a:t>確認日 2026-10-16</a:t>
            </a:r>
          </a:p>
          <a:p xmlns:a="http://schemas.openxmlformats.org/drawingml/2006/main">
            <a:r>
              <a:t>種類 企業／開発元公式説明・メーカー主張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S12 工具摩耗の判定と寿命の推定</a:t>
            </a:r>
          </a:p>
          <a:p xmlns:a="http://schemas.openxmlformats.org/drawingml/2006/main">
            <a:r>
              <a:t>FC039, FC040</a:t>
            </a:r>
          </a:p>
          <a:p xmlns:a="http://schemas.openxmlformats.org/drawingml/2006/main">
            <a:r>
              <a:t>EOV-V024-2026-1</a:t>
            </a:r>
          </a:p>
          <a:p xmlns:a="http://schemas.openxmlformats.org/drawingml/2006/main">
            <a:r>
              <a:t>JIMTOF2026公式カタログ：モリマシナリー株式会社 (S3048)</a:t>
            </a:r>
          </a:p>
          <a:p xmlns:a="http://schemas.openxmlformats.org/drawingml/2006/main">
            <a:r>
              <a:t>https://www.jimtof.org/search/jp/ESdetails?e=ZvT3Lci-hnM</a:t>
            </a:r>
          </a:p>
          <a:p xmlns:a="http://schemas.openxmlformats.org/drawingml/2006/main">
            <a:r>
              <a:t>該当箇所 main &gt; div.col-md-8.mb-5 の出展紹介、見出し「主な出展物」直後</a:t>
            </a:r>
          </a:p>
          <a:p xmlns:a="http://schemas.openxmlformats.org/drawingml/2006/main">
            <a:r>
              <a:t>確認日 2026-10-16</a:t>
            </a:r>
          </a:p>
          <a:p xmlns:a="http://schemas.openxmlformats.org/drawingml/2006/main">
            <a:r>
              <a:t>種類 公式掲載の出展者記述（メーカー主張）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EOV-V024-2024-1</a:t>
            </a:r>
          </a:p>
          <a:p xmlns:a="http://schemas.openxmlformats.org/drawingml/2006/main">
            <a:r>
              <a:t>JIMTOF2024公式カタログ：モリマシナリー株式会社 (S3017)</a:t>
            </a:r>
          </a:p>
          <a:p xmlns:a="http://schemas.openxmlformats.org/drawingml/2006/main">
            <a:r>
              <a:t>https://www.jimtof.org/2024/search/jp/ESdetails?e=yEoPl5sH6Sg</a:t>
            </a:r>
          </a:p>
          <a:p xmlns:a="http://schemas.openxmlformats.org/drawingml/2006/main">
            <a:r>
              <a:t>該当箇所 main &gt; div.col-md-8.mb-5 の出展紹介、見出し「主な出展物」直後</a:t>
            </a:r>
          </a:p>
          <a:p xmlns:a="http://schemas.openxmlformats.org/drawingml/2006/main">
            <a:r>
              <a:t>確認日 2026-10-16</a:t>
            </a:r>
          </a:p>
          <a:p xmlns:a="http://schemas.openxmlformats.org/drawingml/2006/main">
            <a:r>
              <a:t>種類 公式掲載の出展者記述（メーカー主張）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EOV-W08</a:t>
            </a:r>
          </a:p>
          <a:p xmlns:a="http://schemas.openxmlformats.org/drawingml/2006/main">
            <a:r>
              <a:t>工具の欠け・摩耗・寿命を推定するAI研究発表</a:t>
            </a:r>
          </a:p>
          <a:p xmlns:a="http://schemas.openxmlformats.org/drawingml/2006/main">
            <a:r>
              <a:t>https://mori-machinery.com/wp-content/uploads/2023/06/%E7%86%9F%E7%B7%B4%E8%80%85%E3%81%AE%E7%B5%8C%E9%A8%93%E7%9F%A5%E3%82%92%E3%82%82%E3%81%A8%E3%81%AB%E5%88%87%E5%89%8A%E5%B7%A5%E5%85%B7%E3%81%AE%E6%AC%A0%E3%81%91%E3%83%BB%E6%91%A9%E8%80%97%E3%83%BB%E5%AF%BF%E5%91%BD%E3%82%92%E6%8E%A8%E5%AE%9A%E3%81%99%E3%82%8BAI%E3%82%92%E9%96%8B%E7%99%BA.pdf</a:t>
            </a:r>
          </a:p>
          <a:p xmlns:a="http://schemas.openxmlformats.org/drawingml/2006/main">
            <a:r>
              <a:t>該当箇所 2023年6月2日、成果と今後の展望</a:t>
            </a:r>
          </a:p>
          <a:p xmlns:a="http://schemas.openxmlformats.org/drawingml/2006/main">
            <a:r>
              <a:t>確認日 2026-10-16</a:t>
            </a:r>
          </a:p>
          <a:p xmlns:a="http://schemas.openxmlformats.org/drawingml/2006/main">
            <a:r>
              <a:t>種類 企業公式資料・メーカー主張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EDP-12</a:t>
            </a:r>
          </a:p>
          <a:p xmlns:a="http://schemas.openxmlformats.org/drawingml/2006/main">
            <a:r>
              <a:t>TOOL SOMMELIER／TOOL COLLAGE</a:t>
            </a:r>
          </a:p>
          <a:p xmlns:a="http://schemas.openxmlformats.org/drawingml/2006/main">
            <a:r>
              <a:t>https://mori-machinery.com/en/product/tool-sommelier?post_id=1066</a:t>
            </a:r>
          </a:p>
          <a:p xmlns:a="http://schemas.openxmlformats.org/drawingml/2006/main">
            <a:r>
              <a:t>該当箇所 刃先撮像・欠け摩耗自動検出／FAQの工具・径制約</a:t>
            </a:r>
          </a:p>
          <a:p xmlns:a="http://schemas.openxmlformats.org/drawingml/2006/main">
            <a:r>
              <a:t>確認日 2026-10-16</a:t>
            </a:r>
          </a:p>
          <a:p xmlns:a="http://schemas.openxmlformats.org/drawingml/2006/main">
            <a:r>
              <a:t>種類 企業／開発元公式説明・メーカー主張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S16 主軸に絡む切粉の認識と除去</a:t>
            </a:r>
          </a:p>
          <a:p xmlns:a="http://schemas.openxmlformats.org/drawingml/2006/main">
            <a:r>
              <a:t>FC049</a:t>
            </a:r>
          </a:p>
          <a:p xmlns:a="http://schemas.openxmlformats.org/drawingml/2006/main">
            <a:r>
              <a:t>EOV-V030-2026-1</a:t>
            </a:r>
          </a:p>
          <a:p xmlns:a="http://schemas.openxmlformats.org/drawingml/2006/main">
            <a:r>
              <a:t>JIMTOF2026公式カタログ：株式会社TAKISAWA (E3013)</a:t>
            </a:r>
          </a:p>
          <a:p xmlns:a="http://schemas.openxmlformats.org/drawingml/2006/main">
            <a:r>
              <a:t>https://www.jimtof.org/search/jp/ESdetails?e=3dTDRAMwZpM</a:t>
            </a:r>
          </a:p>
          <a:p xmlns:a="http://schemas.openxmlformats.org/drawingml/2006/main">
            <a:r>
              <a:t>該当箇所 main &gt; div.col-md-8.mb-5 の出展紹介、見出し「主な出展物」直後</a:t>
            </a:r>
          </a:p>
          <a:p xmlns:a="http://schemas.openxmlformats.org/drawingml/2006/main">
            <a:r>
              <a:t>確認日 2026-10-16</a:t>
            </a:r>
          </a:p>
          <a:p xmlns:a="http://schemas.openxmlformats.org/drawingml/2006/main">
            <a:r>
              <a:t>種類 公式掲載の出展者記述（メーカー主張）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EOV-V030-2024-1</a:t>
            </a:r>
          </a:p>
          <a:p xmlns:a="http://schemas.openxmlformats.org/drawingml/2006/main">
            <a:r>
              <a:t>JIMTOF2024公式カタログ：株式会社TAKISAWA (E3013)</a:t>
            </a:r>
          </a:p>
          <a:p xmlns:a="http://schemas.openxmlformats.org/drawingml/2006/main">
            <a:r>
              <a:t>https://www.jimtof.org/2024/search/jp/ESdetails?e=K00DRD-BngA</a:t>
            </a:r>
          </a:p>
          <a:p xmlns:a="http://schemas.openxmlformats.org/drawingml/2006/main">
            <a:r>
              <a:t>該当箇所 main &gt; div.col-md-8.mb-5 の出展紹介、見出し「主な出展物」直後</a:t>
            </a:r>
          </a:p>
          <a:p xmlns:a="http://schemas.openxmlformats.org/drawingml/2006/main">
            <a:r>
              <a:t>確認日 2026-10-16</a:t>
            </a:r>
          </a:p>
          <a:p xmlns:a="http://schemas.openxmlformats.org/drawingml/2006/main">
            <a:r>
              <a:t>種類 公式掲載の出展者記述（メーカー主張）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ERF-13</a:t>
            </a:r>
          </a:p>
          <a:p xmlns:a="http://schemas.openxmlformats.org/drawingml/2006/main">
            <a:r>
              <a:t>JIMTOF2026：TR-20W参考出品</a:t>
            </a:r>
          </a:p>
          <a:p xmlns:a="http://schemas.openxmlformats.org/drawingml/2006/main">
            <a:r>
              <a:t>https://www.nidec.com/jp/products/machine-tools/contents/machine-tool-jimtof2026/</a:t>
            </a:r>
          </a:p>
          <a:p xmlns:a="http://schemas.openxmlformats.org/drawingml/2006/main">
            <a:r>
              <a:t>該当箇所 TAKISAWA／TR-20W、主軸の切粉認識・判断・除去、参考出品</a:t>
            </a:r>
          </a:p>
          <a:p xmlns:a="http://schemas.openxmlformats.org/drawingml/2006/main">
            <a:r>
              <a:t>確認日 2026-10-18</a:t>
            </a:r>
          </a:p>
          <a:p xmlns:a="http://schemas.openxmlformats.org/drawingml/2006/main">
            <a:r>
              <a:t>種類 企業／開発元／展示会の公式説明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S30 加工前の歯車計測と開発中の最適化</a:t>
            </a:r>
          </a:p>
          <a:p xmlns:a="http://schemas.openxmlformats.org/drawingml/2006/main">
            <a:r>
              <a:t>RPT004</a:t>
            </a:r>
          </a:p>
          <a:p xmlns:a="http://schemas.openxmlformats.org/drawingml/2006/main">
            <a:r>
              <a:t>RPT-EXH-2026-91aa8dd094a4a7b2</a:t>
            </a:r>
          </a:p>
          <a:p xmlns:a="http://schemas.openxmlformats.org/drawingml/2006/main">
            <a:r>
              <a:t>株式会社神崎高級工機製作所 JIMTOF2026</a:t>
            </a:r>
          </a:p>
          <a:p xmlns:a="http://schemas.openxmlformats.org/drawingml/2006/main">
            <a:r>
              <a:t>https://www.jimtof.org/search/jp/ESdetails?e=bpuT_4Xpv_c</a:t>
            </a:r>
          </a:p>
          <a:p xmlns:a="http://schemas.openxmlformats.org/drawingml/2006/main">
            <a:r>
              <a:t>該当箇所 main &gt; div.container &gt; div.row &gt; div.col-md-8.mb-5; 見出し「主な出展物」と直後のp</a:t>
            </a:r>
          </a:p>
          <a:p xmlns:a="http://schemas.openxmlformats.org/drawingml/2006/main">
            <a:r>
              <a:t>確認日 2026-10-16</a:t>
            </a:r>
          </a:p>
          <a:p xmlns:a="http://schemas.openxmlformats.org/drawingml/2006/main">
            <a:r>
              <a:t>種類 公式カタログ掲載・出展者記述。2026は展示予定で現地実演未確認。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RPT-EXH-2024-50a402f6bcce2ab8</a:t>
            </a:r>
          </a:p>
          <a:p xmlns:a="http://schemas.openxmlformats.org/drawingml/2006/main">
            <a:r>
              <a:t>株式会社神崎高級工機製作所 JIMTOF2024</a:t>
            </a:r>
          </a:p>
          <a:p xmlns:a="http://schemas.openxmlformats.org/drawingml/2006/main">
            <a:r>
              <a:t>https://www.jimtof.org/2024/search/jp/ESdetails?e=C7Uh8Jc1Y2s</a:t>
            </a:r>
          </a:p>
          <a:p xmlns:a="http://schemas.openxmlformats.org/drawingml/2006/main">
            <a:r>
              <a:t>該当箇所 main &gt; div.container &gt; div.row &gt; div.col-md-8.mb-5; 見出し「主な出展物」と直後のp</a:t>
            </a:r>
          </a:p>
          <a:p xmlns:a="http://schemas.openxmlformats.org/drawingml/2006/main">
            <a:r>
              <a:t>確認日 2026-10-16</a:t>
            </a:r>
          </a:p>
          <a:p xmlns:a="http://schemas.openxmlformats.org/drawingml/2006/main">
            <a:r>
              <a:t>種類 公式カタログ掲載・出展者記述。2026は展示予定で現地実演未確認。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S01 図面と原価情報を使う見積支援</a:t>
            </a:r>
          </a:p>
          <a:p xmlns:a="http://schemas.openxmlformats.org/drawingml/2006/main">
            <a:r>
              <a:t>FC062</a:t>
            </a:r>
          </a:p>
          <a:p xmlns:a="http://schemas.openxmlformats.org/drawingml/2006/main">
            <a:r>
              <a:t>EOV-V041-2026-1</a:t>
            </a:r>
          </a:p>
          <a:p xmlns:a="http://schemas.openxmlformats.org/drawingml/2006/main">
            <a:r>
              <a:t>JIMTOF2026公式カタログ：匠技研工業株式会社 (S3011)</a:t>
            </a:r>
          </a:p>
          <a:p xmlns:a="http://schemas.openxmlformats.org/drawingml/2006/main">
            <a:r>
              <a:t>https://www.jimtof.org/search/jp/ESdetails?e=i_4zCxJP258</a:t>
            </a:r>
          </a:p>
          <a:p xmlns:a="http://schemas.openxmlformats.org/drawingml/2006/main">
            <a:r>
              <a:t>該当箇所 main &gt; div.col-md-8.mb-5 の出展紹介、見出し「主な出展物」直後</a:t>
            </a:r>
          </a:p>
          <a:p xmlns:a="http://schemas.openxmlformats.org/drawingml/2006/main">
            <a:r>
              <a:t>確認日 2026-10-16</a:t>
            </a:r>
          </a:p>
          <a:p xmlns:a="http://schemas.openxmlformats.org/drawingml/2006/main">
            <a:r>
              <a:t>種類 公式掲載の出展者記述（メーカー主張）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EDP-05</a:t>
            </a:r>
          </a:p>
          <a:p xmlns:a="http://schemas.openxmlformats.org/drawingml/2006/main">
            <a:r>
              <a:t>匠フォースAIエージェント発表</a:t>
            </a:r>
          </a:p>
          <a:p xmlns:a="http://schemas.openxmlformats.org/drawingml/2006/main">
            <a:r>
              <a:t>https://prtimes.jp/main/html/rd/p/000000031.000057137.html</a:t>
            </a:r>
          </a:p>
          <a:p xmlns:a="http://schemas.openxmlformats.org/drawingml/2006/main">
            <a:r>
              <a:t>該当箇所 見積金額算出／人の修正による再学習／引合受領から見積書作成</a:t>
            </a:r>
          </a:p>
          <a:p xmlns:a="http://schemas.openxmlformats.org/drawingml/2006/main">
            <a:r>
              <a:t>確認日 2026-10-16</a:t>
            </a:r>
          </a:p>
          <a:p xmlns:a="http://schemas.openxmlformats.org/drawingml/2006/main">
            <a:r>
              <a:t>種類 企業／開発元公式説明・メーカー主張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S02 加工履歴に基づく工程予測</a:t>
            </a:r>
          </a:p>
          <a:p xmlns:a="http://schemas.openxmlformats.org/drawingml/2006/main">
            <a:r>
              <a:t>FC018</a:t>
            </a:r>
          </a:p>
          <a:p xmlns:a="http://schemas.openxmlformats.org/drawingml/2006/main">
            <a:r>
              <a:t>EOV-V007-2026-2</a:t>
            </a:r>
          </a:p>
          <a:p xmlns:a="http://schemas.openxmlformats.org/drawingml/2006/main">
            <a:r>
              <a:t>JIMTOF2026公式カタログ：Hexagon Manufacturing Intelligence株式会社 (E2013)</a:t>
            </a:r>
          </a:p>
          <a:p xmlns:a="http://schemas.openxmlformats.org/drawingml/2006/main">
            <a:r>
              <a:t>https://www.jimtof.org/search/jp/ESdetails?e=6l20Qo0pjl4</a:t>
            </a:r>
          </a:p>
          <a:p xmlns:a="http://schemas.openxmlformats.org/drawingml/2006/main">
            <a:r>
              <a:t>該当箇所 main &gt; div.col-md-8.mb-5 の出展紹介、見出し「主な出展物」直後</a:t>
            </a:r>
          </a:p>
          <a:p xmlns:a="http://schemas.openxmlformats.org/drawingml/2006/main">
            <a:r>
              <a:t>確認日 2026-10-16</a:t>
            </a:r>
          </a:p>
          <a:p xmlns:a="http://schemas.openxmlformats.org/drawingml/2006/main">
            <a:r>
              <a:t>種類 公式掲載の出展者記述（メーカー主張）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EOV-W02</a:t>
            </a:r>
          </a:p>
          <a:p xmlns:a="http://schemas.openxmlformats.org/drawingml/2006/main">
            <a:r>
              <a:t>ESPRIT EDGE Release Highlights</a:t>
            </a:r>
          </a:p>
          <a:p xmlns:a="http://schemas.openxmlformats.org/drawingml/2006/main">
            <a:r>
              <a:t>https://hexagon.com/products/esprit-edge/release-highlights</a:t>
            </a:r>
          </a:p>
          <a:p xmlns:a="http://schemas.openxmlformats.org/drawingml/2006/main">
            <a:r>
              <a:t>該当箇所 2025.2 PROPLANAI、2026.1 ProPlanAI for Turning, Mill-Turn &amp; Swiss</a:t>
            </a:r>
          </a:p>
          <a:p xmlns:a="http://schemas.openxmlformats.org/drawingml/2006/main">
            <a:r>
              <a:t>確認日 2026-10-16</a:t>
            </a:r>
          </a:p>
          <a:p xmlns:a="http://schemas.openxmlformats.org/drawingml/2006/main">
            <a:r>
              <a:t>種類 企業公式資料・メーカー主張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S05 設備アラームの診断と対処案</a:t>
            </a:r>
          </a:p>
          <a:p xmlns:a="http://schemas.openxmlformats.org/drawingml/2006/main">
            <a:r>
              <a:t>FC013</a:t>
            </a:r>
          </a:p>
          <a:p xmlns:a="http://schemas.openxmlformats.org/drawingml/2006/main">
            <a:r>
              <a:t>EOV-V005-2026-1</a:t>
            </a:r>
          </a:p>
          <a:p xmlns:a="http://schemas.openxmlformats.org/drawingml/2006/main">
            <a:r>
              <a:t>JIMTOF2026公式カタログ：ベッコフオートメーション株式会社 (E2028)</a:t>
            </a:r>
          </a:p>
          <a:p xmlns:a="http://schemas.openxmlformats.org/drawingml/2006/main">
            <a:r>
              <a:t>https://www.jimtof.org/search/jp/ESdetails?e=K7DqahO2h08</a:t>
            </a:r>
          </a:p>
          <a:p xmlns:a="http://schemas.openxmlformats.org/drawingml/2006/main">
            <a:r>
              <a:t>該当箇所 main &gt; div.col-md-8.mb-5 の出展紹介、見出し「主な出展物」直後</a:t>
            </a:r>
          </a:p>
          <a:p xmlns:a="http://schemas.openxmlformats.org/drawingml/2006/main">
            <a:r>
              <a:t>確認日 2026-10-16</a:t>
            </a:r>
          </a:p>
          <a:p xmlns:a="http://schemas.openxmlformats.org/drawingml/2006/main">
            <a:r>
              <a:t>種類 公式掲載の出展者記述（メーカー主張）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ERF-02</a:t>
            </a:r>
          </a:p>
          <a:p xmlns:a="http://schemas.openxmlformats.org/drawingml/2006/main">
            <a:r>
              <a:t>TF1700 CoAgent for Operations</a:t>
            </a:r>
          </a:p>
          <a:p xmlns:a="http://schemas.openxmlformats.org/drawingml/2006/main">
            <a:r>
              <a:t>https://www.beckhoff.com/en-en/products/automation/twincat/tfxxxx-twincat-3-functions/tf1xxx-system/tf1700.html</a:t>
            </a:r>
          </a:p>
          <a:p xmlns:a="http://schemas.openxmlformats.org/drawingml/2006/main">
            <a:r>
              <a:t>該当箇所 Properties／direct system access；Product status／market release on request</a:t>
            </a:r>
          </a:p>
          <a:p xmlns:a="http://schemas.openxmlformats.org/drawingml/2006/main">
            <a:r>
              <a:t>確認日 2026-10-18</a:t>
            </a:r>
          </a:p>
          <a:p xmlns:a="http://schemas.openxmlformats.org/drawingml/2006/main">
            <a:r>
              <a:t>種類 企業／開発元／展示会の公式説明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EAT-N04</a:t>
            </a:r>
          </a:p>
          <a:p xmlns:a="http://schemas.openxmlformats.org/drawingml/2006/main">
            <a:r>
              <a:t>CoAgent for Operations TF1700</a:t>
            </a:r>
          </a:p>
          <a:p xmlns:a="http://schemas.openxmlformats.org/drawingml/2006/main">
            <a:r>
              <a:t>https://www.beckhoff.com/ko-kr/products/automation/twincat/tfxxxx-twincat-3-functions/tf1xxx-system/tf1700.html</a:t>
            </a:r>
          </a:p>
          <a:p xmlns:a="http://schemas.openxmlformats.org/drawingml/2006/main">
            <a:r>
              <a:t>該当箇所 Properties／Product status</a:t>
            </a:r>
          </a:p>
          <a:p xmlns:a="http://schemas.openxmlformats.org/drawingml/2006/main">
            <a:r>
              <a:t>確認日 2026-10-16</a:t>
            </a:r>
          </a:p>
          <a:p xmlns:a="http://schemas.openxmlformats.org/drawingml/2006/main">
            <a:r>
              <a:t>種類 企業公式説明・メーカー主張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S06 電気設計の対話支援</a:t>
            </a:r>
          </a:p>
          <a:p xmlns:a="http://schemas.openxmlformats.org/drawingml/2006/main">
            <a:r>
              <a:t>FC017</a:t>
            </a:r>
          </a:p>
          <a:p xmlns:a="http://schemas.openxmlformats.org/drawingml/2006/main">
            <a:r>
              <a:t>EOV-V006-2026-1</a:t>
            </a:r>
          </a:p>
          <a:p xmlns:a="http://schemas.openxmlformats.org/drawingml/2006/main">
            <a:r>
              <a:t>JIMTOF2026公式カタログ：EPLAN株式会社 (S1067)</a:t>
            </a:r>
          </a:p>
          <a:p xmlns:a="http://schemas.openxmlformats.org/drawingml/2006/main">
            <a:r>
              <a:t>https://www.jimtof.org/search/jp/ESdetails?e=FHsQAvmFusY</a:t>
            </a:r>
          </a:p>
          <a:p xmlns:a="http://schemas.openxmlformats.org/drawingml/2006/main">
            <a:r>
              <a:t>該当箇所 main &gt; div.col-md-8.mb-5 の出展紹介、見出し「主な出展物」直後</a:t>
            </a:r>
          </a:p>
          <a:p xmlns:a="http://schemas.openxmlformats.org/drawingml/2006/main">
            <a:r>
              <a:t>確認日 2026-10-16</a:t>
            </a:r>
          </a:p>
          <a:p xmlns:a="http://schemas.openxmlformats.org/drawingml/2006/main">
            <a:r>
              <a:t>種類 公式掲載の出展者記述（メーカー主張）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EOV-V006-2024-1</a:t>
            </a:r>
          </a:p>
          <a:p xmlns:a="http://schemas.openxmlformats.org/drawingml/2006/main">
            <a:r>
              <a:t>JIMTOF2024公式カタログ：EPLAN株式会社 (E2033)</a:t>
            </a:r>
          </a:p>
          <a:p xmlns:a="http://schemas.openxmlformats.org/drawingml/2006/main">
            <a:r>
              <a:t>https://www.jimtof.org/2024/search/jp/ESdetails?e=50efK4rQsHs</a:t>
            </a:r>
          </a:p>
          <a:p xmlns:a="http://schemas.openxmlformats.org/drawingml/2006/main">
            <a:r>
              <a:t>該当箇所 main &gt; div.col-md-8.mb-5 の出展紹介、見出し「主な出展物」直後</a:t>
            </a:r>
          </a:p>
          <a:p xmlns:a="http://schemas.openxmlformats.org/drawingml/2006/main">
            <a:r>
              <a:t>確認日 2026-10-16</a:t>
            </a:r>
          </a:p>
          <a:p xmlns:a="http://schemas.openxmlformats.org/drawingml/2006/main">
            <a:r>
              <a:t>種類 公式掲載の出展者記述（メーカー主張）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EAT-N06</a:t>
            </a:r>
          </a:p>
          <a:p xmlns:a="http://schemas.openxmlformats.org/drawingml/2006/main">
            <a:r>
              <a:t>Eplan Copilot</a:t>
            </a:r>
          </a:p>
          <a:p xmlns:a="http://schemas.openxmlformats.org/drawingml/2006/main">
            <a:r>
              <a:t>https://www.eplan.com/us-en/about-us/innovations/eplan-copilot/</a:t>
            </a:r>
          </a:p>
          <a:p xmlns:a="http://schemas.openxmlformats.org/drawingml/2006/main">
            <a:r>
              <a:t>該当箇所 Based on a described task／Looking ahead／conceptual phase</a:t>
            </a:r>
          </a:p>
          <a:p xmlns:a="http://schemas.openxmlformats.org/drawingml/2006/main">
            <a:r>
              <a:t>確認日 2026-10-16</a:t>
            </a:r>
          </a:p>
          <a:p xmlns:a="http://schemas.openxmlformats.org/drawingml/2006/main">
            <a:r>
              <a:t>種類 企業公式説明・メーカー主張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S07 NC検証と切削物理による最適化</a:t>
            </a:r>
          </a:p>
          <a:p xmlns:a="http://schemas.openxmlformats.org/drawingml/2006/main">
            <a:r>
              <a:t>FC022</a:t>
            </a:r>
          </a:p>
          <a:p xmlns:a="http://schemas.openxmlformats.org/drawingml/2006/main">
            <a:r>
              <a:t>EOV-V009-2026-1</a:t>
            </a:r>
          </a:p>
          <a:p xmlns:a="http://schemas.openxmlformats.org/drawingml/2006/main">
            <a:r>
              <a:t>JIMTOF2026公式カタログ：株式会社CGTech (S3014)</a:t>
            </a:r>
          </a:p>
          <a:p xmlns:a="http://schemas.openxmlformats.org/drawingml/2006/main">
            <a:r>
              <a:t>https://www.jimtof.org/search/jp/ESdetails?e=41U8xW4UkcM</a:t>
            </a:r>
          </a:p>
          <a:p xmlns:a="http://schemas.openxmlformats.org/drawingml/2006/main">
            <a:r>
              <a:t>該当箇所 main &gt; div.col-md-8.mb-5 の出展紹介、見出し「主な出展物」直後</a:t>
            </a:r>
          </a:p>
          <a:p xmlns:a="http://schemas.openxmlformats.org/drawingml/2006/main">
            <a:r>
              <a:t>確認日 2026-10-16</a:t>
            </a:r>
          </a:p>
          <a:p xmlns:a="http://schemas.openxmlformats.org/drawingml/2006/main">
            <a:r>
              <a:t>種類 公式掲載の出展者記述（メーカー主張）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EOV-V009-2024-1</a:t>
            </a:r>
          </a:p>
          <a:p xmlns:a="http://schemas.openxmlformats.org/drawingml/2006/main">
            <a:r>
              <a:t>JIMTOF2024公式カタログ：株式会社CGTech (E5042)</a:t>
            </a:r>
          </a:p>
          <a:p xmlns:a="http://schemas.openxmlformats.org/drawingml/2006/main">
            <a:r>
              <a:t>https://www.jimtof.org/2024/search/jp/ESdetails?e=AxDUk3YbQDI</a:t>
            </a:r>
          </a:p>
          <a:p xmlns:a="http://schemas.openxmlformats.org/drawingml/2006/main">
            <a:r>
              <a:t>該当箇所 main &gt; div.col-md-8.mb-5 の出展紹介、見出し「主な出展物」直後</a:t>
            </a:r>
          </a:p>
          <a:p xmlns:a="http://schemas.openxmlformats.org/drawingml/2006/main">
            <a:r>
              <a:t>確認日 2026-10-16</a:t>
            </a:r>
          </a:p>
          <a:p xmlns:a="http://schemas.openxmlformats.org/drawingml/2006/main">
            <a:r>
              <a:t>種類 公式掲載の出展者記述（メーカー主張）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RPT-S04</a:t>
            </a:r>
          </a:p>
          <a:p xmlns:a="http://schemas.openxmlformats.org/drawingml/2006/main">
            <a:r>
              <a:t>Vericut Force FAQ</a:t>
            </a:r>
          </a:p>
          <a:p xmlns:a="http://schemas.openxmlformats.org/drawingml/2006/main">
            <a:r>
              <a:t>https://archive.vericut.com/force-faq/</a:t>
            </a:r>
          </a:p>
          <a:p xmlns:a="http://schemas.openxmlformats.org/drawingml/2006/main">
            <a:r>
              <a:t>該当箇所 Force physics-based optimization</a:t>
            </a:r>
          </a:p>
          <a:p xmlns:a="http://schemas.openxmlformats.org/drawingml/2006/main">
            <a:r>
              <a:t>確認日 2026-10-18</a:t>
            </a:r>
          </a:p>
          <a:p xmlns:a="http://schemas.openxmlformats.org/drawingml/2006/main">
            <a:r>
              <a:t>種類 公式記載（メーカー主張）。実測・独立評価ではない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S09 寸法計測と工具補正の連携</a:t>
            </a:r>
          </a:p>
          <a:p xmlns:a="http://schemas.openxmlformats.org/drawingml/2006/main">
            <a:r>
              <a:t>FC033</a:t>
            </a:r>
          </a:p>
          <a:p xmlns:a="http://schemas.openxmlformats.org/drawingml/2006/main">
            <a:r>
              <a:t>EOV-V018-2026-1</a:t>
            </a:r>
          </a:p>
          <a:p xmlns:a="http://schemas.openxmlformats.org/drawingml/2006/main">
            <a:r>
              <a:t>JIMTOF2026公式カタログ：レニショー株式会社 (E7089)</a:t>
            </a:r>
          </a:p>
          <a:p xmlns:a="http://schemas.openxmlformats.org/drawingml/2006/main">
            <a:r>
              <a:t>https://www.jimtof.org/search/jp/ESdetails?e=pYGmVz5GC1c</a:t>
            </a:r>
          </a:p>
          <a:p xmlns:a="http://schemas.openxmlformats.org/drawingml/2006/main">
            <a:r>
              <a:t>該当箇所 main &gt; div.col-md-8.mb-5 の出展紹介、見出し「主な出展物」直後</a:t>
            </a:r>
          </a:p>
          <a:p xmlns:a="http://schemas.openxmlformats.org/drawingml/2006/main">
            <a:r>
              <a:t>確認日 2026-10-16</a:t>
            </a:r>
          </a:p>
          <a:p xmlns:a="http://schemas.openxmlformats.org/drawingml/2006/main">
            <a:r>
              <a:t>種類 公式掲載の出展者記述（メーカー主張）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EOV-V018-2024-1</a:t>
            </a:r>
          </a:p>
          <a:p xmlns:a="http://schemas.openxmlformats.org/drawingml/2006/main">
            <a:r>
              <a:t>JIMTOF2024公式カタログ：レニショー株式会社 (E7026)</a:t>
            </a:r>
          </a:p>
          <a:p xmlns:a="http://schemas.openxmlformats.org/drawingml/2006/main">
            <a:r>
              <a:t>https://www.jimtof.org/2024/search/jp/ESdetails?e=ekM3exgIAtc</a:t>
            </a:r>
          </a:p>
          <a:p xmlns:a="http://schemas.openxmlformats.org/drawingml/2006/main">
            <a:r>
              <a:t>該当箇所 main &gt; div.col-md-8.mb-5 の出展紹介、見出し「主な出展物」直後</a:t>
            </a:r>
          </a:p>
          <a:p xmlns:a="http://schemas.openxmlformats.org/drawingml/2006/main">
            <a:r>
              <a:t>確認日 2026-10-16</a:t>
            </a:r>
          </a:p>
          <a:p xmlns:a="http://schemas.openxmlformats.org/drawingml/2006/main">
            <a:r>
              <a:t>種類 公式掲載の出展者記述（メーカー主張）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EOV-W03</a:t>
            </a:r>
          </a:p>
          <a:p xmlns:a="http://schemas.openxmlformats.org/drawingml/2006/main">
            <a:r>
              <a:t>Renishaw Central データプラットフォーム</a:t>
            </a:r>
          </a:p>
          <a:p xmlns:a="http://schemas.openxmlformats.org/drawingml/2006/main">
            <a:r>
              <a:t>https://www.renishaw.com/jp/smart-manufacturing-data-platform-for-industrial-process-control--47853</a:t>
            </a:r>
          </a:p>
          <a:p xmlns:a="http://schemas.openxmlformats.org/drawingml/2006/main">
            <a:r>
              <a:t>該当箇所 メカニズム、現場でのクローズドループ、導入効果</a:t>
            </a:r>
          </a:p>
          <a:p xmlns:a="http://schemas.openxmlformats.org/drawingml/2006/main">
            <a:r>
              <a:t>確認日 2026-10-16</a:t>
            </a:r>
          </a:p>
          <a:p xmlns:a="http://schemas.openxmlformats.org/drawingml/2006/main">
            <a:r>
              <a:t>種類 企業公式資料・メーカー主張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S13 工具画像を使う摩耗診断</a:t>
            </a:r>
          </a:p>
          <a:p xmlns:a="http://schemas.openxmlformats.org/drawingml/2006/main">
            <a:r>
              <a:t>FC038</a:t>
            </a:r>
          </a:p>
          <a:p xmlns:a="http://schemas.openxmlformats.org/drawingml/2006/main">
            <a:r>
              <a:t>EOV-V023-2026-1</a:t>
            </a:r>
          </a:p>
          <a:p xmlns:a="http://schemas.openxmlformats.org/drawingml/2006/main">
            <a:r>
              <a:t>JIMTOF2026公式カタログ：ハイデンハイン株式会社 (E7043)</a:t>
            </a:r>
          </a:p>
          <a:p xmlns:a="http://schemas.openxmlformats.org/drawingml/2006/main">
            <a:r>
              <a:t>https://www.jimtof.org/search/jp/ESdetails?e=iohDR5yR9VA</a:t>
            </a:r>
          </a:p>
          <a:p xmlns:a="http://schemas.openxmlformats.org/drawingml/2006/main">
            <a:r>
              <a:t>該当箇所 main &gt; div.col-md-8.mb-5 の出展紹介、見出し「主な出展物」直後</a:t>
            </a:r>
          </a:p>
          <a:p xmlns:a="http://schemas.openxmlformats.org/drawingml/2006/main">
            <a:r>
              <a:t>確認日 2026-10-16</a:t>
            </a:r>
          </a:p>
          <a:p xmlns:a="http://schemas.openxmlformats.org/drawingml/2006/main">
            <a:r>
              <a:t>種類 公式掲載の出展者記述（メーカー主張）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EOV-V023-2024-1</a:t>
            </a:r>
          </a:p>
          <a:p xmlns:a="http://schemas.openxmlformats.org/drawingml/2006/main">
            <a:r>
              <a:t>JIMTOF2024公式カタログ：ハイデンハイン株式会社 (E7123)</a:t>
            </a:r>
          </a:p>
          <a:p xmlns:a="http://schemas.openxmlformats.org/drawingml/2006/main">
            <a:r>
              <a:t>https://www.jimtof.org/2024/search/jp/ESdetails?e=GFSwCXSxe9o</a:t>
            </a:r>
          </a:p>
          <a:p xmlns:a="http://schemas.openxmlformats.org/drawingml/2006/main">
            <a:r>
              <a:t>該当箇所 main &gt; div.col-md-8.mb-5 の出展紹介、見出し「主な出展物」直後</a:t>
            </a:r>
          </a:p>
          <a:p xmlns:a="http://schemas.openxmlformats.org/drawingml/2006/main">
            <a:r>
              <a:t>確認日 2026-10-16</a:t>
            </a:r>
          </a:p>
          <a:p xmlns:a="http://schemas.openxmlformats.org/drawingml/2006/main">
            <a:r>
              <a:t>種類 公式掲載の出展者記述（メーカー主張）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S14 稼働データを使う設備診断</a:t>
            </a:r>
          </a:p>
          <a:p xmlns:a="http://schemas.openxmlformats.org/drawingml/2006/main">
            <a:r>
              <a:t>AC225</a:t>
            </a:r>
          </a:p>
          <a:p xmlns:a="http://schemas.openxmlformats.org/drawingml/2006/main">
            <a:r>
              <a:t>EEX-EXH-2026-308c5194f12fe009</a:t>
            </a:r>
          </a:p>
          <a:p xmlns:a="http://schemas.openxmlformats.org/drawingml/2006/main">
            <a:r>
              <a:t>JIMTOF2026公式出展説明：ムラテックＣＣＳ株式会社 (E3031)</a:t>
            </a:r>
          </a:p>
          <a:p xmlns:a="http://schemas.openxmlformats.org/drawingml/2006/main">
            <a:r>
              <a:t>https://www.jimtof.org/search/jp/ESdetails?e=Z_SbvK_hxBY</a:t>
            </a:r>
          </a:p>
          <a:p xmlns:a="http://schemas.openxmlformats.org/drawingml/2006/main">
            <a:r>
              <a:t>該当箇所 出展紹介・主な出展物。追加カードの原典抜粋で検索</a:t>
            </a:r>
          </a:p>
          <a:p xmlns:a="http://schemas.openxmlformats.org/drawingml/2006/main">
            <a:r>
              <a:t>確認日 2026-10-16</a:t>
            </a:r>
          </a:p>
          <a:p xmlns:a="http://schemas.openxmlformats.org/drawingml/2006/main">
            <a:r>
              <a:t>種類 公式掲載の出展者記述・メーカー主張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EEX-EXH-2024-b0a94c1cd407ea8a</a:t>
            </a:r>
          </a:p>
          <a:p xmlns:a="http://schemas.openxmlformats.org/drawingml/2006/main">
            <a:r>
              <a:t>JIMTOF2024公式出展説明：ムラテックCCS株式会社 (E6019)</a:t>
            </a:r>
          </a:p>
          <a:p xmlns:a="http://schemas.openxmlformats.org/drawingml/2006/main">
            <a:r>
              <a:t>https://www.jimtof.org/2024/search/jp/ESdetails?e=2N7pXq5Aehs</a:t>
            </a:r>
          </a:p>
          <a:p xmlns:a="http://schemas.openxmlformats.org/drawingml/2006/main">
            <a:r>
              <a:t>該当箇所 出展紹介・主な出展物。追加カードの原典抜粋で検索</a:t>
            </a:r>
          </a:p>
          <a:p xmlns:a="http://schemas.openxmlformats.org/drawingml/2006/main">
            <a:r>
              <a:t>確認日 2026-10-16</a:t>
            </a:r>
          </a:p>
          <a:p xmlns:a="http://schemas.openxmlformats.org/drawingml/2006/main">
            <a:r>
              <a:t>種類 公式掲載の出展者記述・メーカー主張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EDP-13</a:t>
            </a:r>
          </a:p>
          <a:p xmlns:a="http://schemas.openxmlformats.org/drawingml/2006/main">
            <a:r>
              <a:t>AIを用いた故障診断</a:t>
            </a:r>
          </a:p>
          <a:p xmlns:a="http://schemas.openxmlformats.org/drawingml/2006/main">
            <a:r>
              <a:t>https://www.muratec.jp/company/ti/rd/detail.php?id=7540</a:t>
            </a:r>
          </a:p>
          <a:p xmlns:a="http://schemas.openxmlformats.org/drawingml/2006/main">
            <a:r>
              <a:t>該当箇所 電流・振動を新品データと比較／補正入力回数・軸負荷による劣化判定</a:t>
            </a:r>
          </a:p>
          <a:p xmlns:a="http://schemas.openxmlformats.org/drawingml/2006/main">
            <a:r>
              <a:t>確認日 2026-10-16</a:t>
            </a:r>
          </a:p>
          <a:p xmlns:a="http://schemas.openxmlformats.org/drawingml/2006/main">
            <a:r>
              <a:t>種類 企業／開発元公式説明・メーカー主張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S17 3D認識による面取り軌道の生成</a:t>
            </a:r>
          </a:p>
          <a:p xmlns:a="http://schemas.openxmlformats.org/drawingml/2006/main">
            <a:r>
              <a:t>AC146</a:t>
            </a:r>
          </a:p>
          <a:p xmlns:a="http://schemas.openxmlformats.org/drawingml/2006/main">
            <a:r>
              <a:t>EEX-EXH-2026-8c08de1ffed47316</a:t>
            </a:r>
          </a:p>
          <a:p xmlns:a="http://schemas.openxmlformats.org/drawingml/2006/main">
            <a:r>
              <a:t>JIMTOF2026公式出展説明：東京エレクトロンデバイス株式会社 (E7073)</a:t>
            </a:r>
          </a:p>
          <a:p xmlns:a="http://schemas.openxmlformats.org/drawingml/2006/main">
            <a:r>
              <a:t>https://www.jimtof.org/search/jp/ESdetails?e=c4cChQniAm8</a:t>
            </a:r>
          </a:p>
          <a:p xmlns:a="http://schemas.openxmlformats.org/drawingml/2006/main">
            <a:r>
              <a:t>該当箇所 出展紹介・主な出展物。追加カードの原典抜粋で検索</a:t>
            </a:r>
          </a:p>
          <a:p xmlns:a="http://schemas.openxmlformats.org/drawingml/2006/main">
            <a:r>
              <a:t>確認日 2026-10-16</a:t>
            </a:r>
          </a:p>
          <a:p xmlns:a="http://schemas.openxmlformats.org/drawingml/2006/main">
            <a:r>
              <a:t>種類 公式掲載の出展者記述・メーカー主張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EEX-WTED</a:t>
            </a:r>
          </a:p>
          <a:p xmlns:a="http://schemas.openxmlformats.org/drawingml/2006/main">
            <a:r>
              <a:t>企業公式の展示告知</a:t>
            </a:r>
          </a:p>
          <a:p xmlns:a="http://schemas.openxmlformats.org/drawingml/2006/main">
            <a:r>
              <a:t>https://www.inrevium.com/news-event/event/p7331/</a:t>
            </a:r>
          </a:p>
          <a:p xmlns:a="http://schemas.openxmlformats.org/drawingml/2006/main">
            <a:r>
              <a:t>該当箇所 展示会概要・出展製品／2026年5月13日の製品説明</a:t>
            </a:r>
          </a:p>
          <a:p xmlns:a="http://schemas.openxmlformats.org/drawingml/2006/main">
            <a:r>
              <a:t>確認日 2026-10-16</a:t>
            </a:r>
          </a:p>
          <a:p xmlns:a="http://schemas.openxmlformats.org/drawingml/2006/main">
            <a:r>
              <a:t>種類 企業公式説明・メーカー主張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S20 爪と工具の自動交換</a:t>
            </a:r>
          </a:p>
          <a:p xmlns:a="http://schemas.openxmlformats.org/drawingml/2006/main">
            <a:r>
              <a:t>AC214</a:t>
            </a:r>
          </a:p>
          <a:p xmlns:a="http://schemas.openxmlformats.org/drawingml/2006/main">
            <a:r>
              <a:t>EEX-EXH-2026-0daa587f8abf6076</a:t>
            </a:r>
          </a:p>
          <a:p xmlns:a="http://schemas.openxmlformats.org/drawingml/2006/main">
            <a:r>
              <a:t>JIMTOF2026公式出展説明：松本機械工業株式会社 (W2070)</a:t>
            </a:r>
          </a:p>
          <a:p xmlns:a="http://schemas.openxmlformats.org/drawingml/2006/main">
            <a:r>
              <a:t>https://www.jimtof.org/search/jp/ESdetails?e=bhpEIIjKNb4</a:t>
            </a:r>
          </a:p>
          <a:p xmlns:a="http://schemas.openxmlformats.org/drawingml/2006/main">
            <a:r>
              <a:t>該当箇所 出展紹介・主な出展物。追加カードの原典抜粋で検索</a:t>
            </a:r>
          </a:p>
          <a:p xmlns:a="http://schemas.openxmlformats.org/drawingml/2006/main">
            <a:r>
              <a:t>確認日 2026-10-16</a:t>
            </a:r>
          </a:p>
          <a:p xmlns:a="http://schemas.openxmlformats.org/drawingml/2006/main">
            <a:r>
              <a:t>種類 公式掲載の出展者記述・メーカー主張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EEX-EXH-2024-1dc10e3b594ed9d8</a:t>
            </a:r>
          </a:p>
          <a:p xmlns:a="http://schemas.openxmlformats.org/drawingml/2006/main">
            <a:r>
              <a:t>JIMTOF2024公式出展説明：松本機械工業株式会社 (W2055)</a:t>
            </a:r>
          </a:p>
          <a:p xmlns:a="http://schemas.openxmlformats.org/drawingml/2006/main">
            <a:r>
              <a:t>https://www.jimtof.org/2024/search/jp/ESdetails?e=1cGhqW04Qes</a:t>
            </a:r>
          </a:p>
          <a:p xmlns:a="http://schemas.openxmlformats.org/drawingml/2006/main">
            <a:r>
              <a:t>該当箇所 出展紹介・主な出展物。追加カードの原典抜粋で検索</a:t>
            </a:r>
          </a:p>
          <a:p xmlns:a="http://schemas.openxmlformats.org/drawingml/2006/main">
            <a:r>
              <a:t>確認日 2026-10-16</a:t>
            </a:r>
          </a:p>
          <a:p xmlns:a="http://schemas.openxmlformats.org/drawingml/2006/main">
            <a:r>
              <a:t>種類 公式掲載の出展者記述・メーカー主張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EDP-26</a:t>
            </a:r>
          </a:p>
          <a:p xmlns:a="http://schemas.openxmlformats.org/drawingml/2006/main">
            <a:r>
              <a:t>Smart Terrace Adv</a:t>
            </a:r>
          </a:p>
          <a:p xmlns:a="http://schemas.openxmlformats.org/drawingml/2006/main">
            <a:r>
              <a:t>https://mmkchuck.com/product/7218/</a:t>
            </a:r>
          </a:p>
          <a:p xmlns:a="http://schemas.openxmlformats.org/drawingml/2006/main">
            <a:r>
              <a:t>該当箇所 7つの革新／寸法パラメータ入力・出荷時組込プログラム／レトロフィット</a:t>
            </a:r>
          </a:p>
          <a:p xmlns:a="http://schemas.openxmlformats.org/drawingml/2006/main">
            <a:r>
              <a:t>確認日 2026-10-16</a:t>
            </a:r>
          </a:p>
          <a:p xmlns:a="http://schemas.openxmlformats.org/drawingml/2006/main">
            <a:r>
              <a:t>種類 企業／開発元公式説明・メーカー主張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S21 移設後のロボット位置復旧</a:t>
            </a:r>
          </a:p>
          <a:p xmlns:a="http://schemas.openxmlformats.org/drawingml/2006/main">
            <a:r>
              <a:t>FC048</a:t>
            </a:r>
          </a:p>
          <a:p xmlns:a="http://schemas.openxmlformats.org/drawingml/2006/main">
            <a:r>
              <a:t>EOV-V029-2026-1</a:t>
            </a:r>
          </a:p>
          <a:p xmlns:a="http://schemas.openxmlformats.org/drawingml/2006/main">
            <a:r>
              <a:t>JIMTOF2026公式カタログ：中村留精密工業株式会社 (E2027)</a:t>
            </a:r>
          </a:p>
          <a:p xmlns:a="http://schemas.openxmlformats.org/drawingml/2006/main">
            <a:r>
              <a:t>https://www.jimtof.org/search/jp/ESdetails?e=C7A_2ZTDXNw</a:t>
            </a:r>
          </a:p>
          <a:p xmlns:a="http://schemas.openxmlformats.org/drawingml/2006/main">
            <a:r>
              <a:t>該当箇所 main &gt; div.col-md-8.mb-5 の出展紹介、見出し「主な出展物」直後</a:t>
            </a:r>
          </a:p>
          <a:p xmlns:a="http://schemas.openxmlformats.org/drawingml/2006/main">
            <a:r>
              <a:t>確認日 2026-10-16</a:t>
            </a:r>
          </a:p>
          <a:p xmlns:a="http://schemas.openxmlformats.org/drawingml/2006/main">
            <a:r>
              <a:t>種類 公式掲載の出展者記述（メーカー主張）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EOV-V029-2024-1</a:t>
            </a:r>
          </a:p>
          <a:p xmlns:a="http://schemas.openxmlformats.org/drawingml/2006/main">
            <a:r>
              <a:t>JIMTOF2024公式カタログ：中村留精密工業株式会社 (E5033)</a:t>
            </a:r>
          </a:p>
          <a:p xmlns:a="http://schemas.openxmlformats.org/drawingml/2006/main">
            <a:r>
              <a:t>https://www.jimtof.org/2024/search/jp/ESdetails?e=RYK326OoMn4</a:t>
            </a:r>
          </a:p>
          <a:p xmlns:a="http://schemas.openxmlformats.org/drawingml/2006/main">
            <a:r>
              <a:t>該当箇所 main &gt; div.col-md-8.mb-5 の出展紹介、見出し「主な出展物」直後</a:t>
            </a:r>
          </a:p>
          <a:p xmlns:a="http://schemas.openxmlformats.org/drawingml/2006/main">
            <a:r>
              <a:t>確認日 2026-10-16</a:t>
            </a:r>
          </a:p>
          <a:p xmlns:a="http://schemas.openxmlformats.org/drawingml/2006/main">
            <a:r>
              <a:t>種類 公式掲載の出展者記述（メーカー主張）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EOV-W04</a:t>
            </a:r>
          </a:p>
          <a:p xmlns:a="http://schemas.openxmlformats.org/drawingml/2006/main">
            <a:r>
              <a:t>RoboSync</a:t>
            </a:r>
          </a:p>
          <a:p xmlns:a="http://schemas.openxmlformats.org/drawingml/2006/main">
            <a:r>
              <a:t>https://www.nakamura-tome.co.jp/products/automation/robosync/</a:t>
            </a:r>
          </a:p>
          <a:p xmlns:a="http://schemas.openxmlformats.org/drawingml/2006/main">
            <a:r>
              <a:t>該当箇所 製品の特長 &gt; 簡単復旧、簡単操作</a:t>
            </a:r>
          </a:p>
          <a:p xmlns:a="http://schemas.openxmlformats.org/drawingml/2006/main">
            <a:r>
              <a:t>確認日 2026-10-16</a:t>
            </a:r>
          </a:p>
          <a:p xmlns:a="http://schemas.openxmlformats.org/drawingml/2006/main">
            <a:r>
              <a:t>種類 企業公式資料・メーカー主張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公式記載はメーカー説明。横断解釈は分析。開発提案と将来像は未検証の仮説。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S01 図面と原価情報を使う見積支援</a:t>
            </a:r>
          </a:p>
          <a:p xmlns:a="http://schemas.openxmlformats.org/drawingml/2006/main">
            <a:r>
              <a:t>FC062</a:t>
            </a:r>
          </a:p>
          <a:p xmlns:a="http://schemas.openxmlformats.org/drawingml/2006/main">
            <a:r>
              <a:t>EOV-V041-2026-1</a:t>
            </a:r>
          </a:p>
          <a:p xmlns:a="http://schemas.openxmlformats.org/drawingml/2006/main">
            <a:r>
              <a:t>JIMTOF2026公式カタログ：匠技研工業株式会社 (S3011)</a:t>
            </a:r>
          </a:p>
          <a:p xmlns:a="http://schemas.openxmlformats.org/drawingml/2006/main">
            <a:r>
              <a:t>https://www.jimtof.org/search/jp/ESdetails?e=i_4zCxJP258</a:t>
            </a:r>
          </a:p>
          <a:p xmlns:a="http://schemas.openxmlformats.org/drawingml/2006/main">
            <a:r>
              <a:t>該当箇所 main &gt; div.col-md-8.mb-5 の出展紹介、見出し「主な出展物」直後</a:t>
            </a:r>
          </a:p>
          <a:p xmlns:a="http://schemas.openxmlformats.org/drawingml/2006/main">
            <a:r>
              <a:t>確認日 2026-10-16</a:t>
            </a:r>
          </a:p>
          <a:p xmlns:a="http://schemas.openxmlformats.org/drawingml/2006/main">
            <a:r>
              <a:t>種類 公式掲載の出展者記述（メーカー主張）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EDP-05</a:t>
            </a:r>
          </a:p>
          <a:p xmlns:a="http://schemas.openxmlformats.org/drawingml/2006/main">
            <a:r>
              <a:t>匠フォースAIエージェント発表</a:t>
            </a:r>
          </a:p>
          <a:p xmlns:a="http://schemas.openxmlformats.org/drawingml/2006/main">
            <a:r>
              <a:t>https://prtimes.jp/main/html/rd/p/000000031.000057137.html</a:t>
            </a:r>
          </a:p>
          <a:p xmlns:a="http://schemas.openxmlformats.org/drawingml/2006/main">
            <a:r>
              <a:t>該当箇所 見積金額算出／人の修正による再学習／引合受領から見積書作成</a:t>
            </a:r>
          </a:p>
          <a:p xmlns:a="http://schemas.openxmlformats.org/drawingml/2006/main">
            <a:r>
              <a:t>確認日 2026-10-16</a:t>
            </a:r>
          </a:p>
          <a:p xmlns:a="http://schemas.openxmlformats.org/drawingml/2006/main">
            <a:r>
              <a:t>種類 企業／開発元公式説明・メーカー主張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S02 加工履歴に基づく工程予測</a:t>
            </a:r>
          </a:p>
          <a:p xmlns:a="http://schemas.openxmlformats.org/drawingml/2006/main">
            <a:r>
              <a:t>FC018</a:t>
            </a:r>
          </a:p>
          <a:p xmlns:a="http://schemas.openxmlformats.org/drawingml/2006/main">
            <a:r>
              <a:t>EOV-V007-2026-2</a:t>
            </a:r>
          </a:p>
          <a:p xmlns:a="http://schemas.openxmlformats.org/drawingml/2006/main">
            <a:r>
              <a:t>JIMTOF2026公式カタログ：Hexagon Manufacturing Intelligence株式会社 (E2013)</a:t>
            </a:r>
          </a:p>
          <a:p xmlns:a="http://schemas.openxmlformats.org/drawingml/2006/main">
            <a:r>
              <a:t>https://www.jimtof.org/search/jp/ESdetails?e=6l20Qo0pjl4</a:t>
            </a:r>
          </a:p>
          <a:p xmlns:a="http://schemas.openxmlformats.org/drawingml/2006/main">
            <a:r>
              <a:t>該当箇所 main &gt; div.col-md-8.mb-5 の出展紹介、見出し「主な出展物」直後</a:t>
            </a:r>
          </a:p>
          <a:p xmlns:a="http://schemas.openxmlformats.org/drawingml/2006/main">
            <a:r>
              <a:t>確認日 2026-10-16</a:t>
            </a:r>
          </a:p>
          <a:p xmlns:a="http://schemas.openxmlformats.org/drawingml/2006/main">
            <a:r>
              <a:t>種類 公式掲載の出展者記述（メーカー主張）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EOV-W02</a:t>
            </a:r>
          </a:p>
          <a:p xmlns:a="http://schemas.openxmlformats.org/drawingml/2006/main">
            <a:r>
              <a:t>ESPRIT EDGE Release Highlights</a:t>
            </a:r>
          </a:p>
          <a:p xmlns:a="http://schemas.openxmlformats.org/drawingml/2006/main">
            <a:r>
              <a:t>https://hexagon.com/products/esprit-edge/release-highlights</a:t>
            </a:r>
          </a:p>
          <a:p xmlns:a="http://schemas.openxmlformats.org/drawingml/2006/main">
            <a:r>
              <a:t>該当箇所 2025.2 PROPLANAI、2026.1 ProPlanAI for Turning, Mill-Turn &amp; Swiss</a:t>
            </a:r>
          </a:p>
          <a:p xmlns:a="http://schemas.openxmlformats.org/drawingml/2006/main">
            <a:r>
              <a:t>確認日 2026-10-16</a:t>
            </a:r>
          </a:p>
          <a:p xmlns:a="http://schemas.openxmlformats.org/drawingml/2006/main">
            <a:r>
              <a:t>種類 企業公式資料・メーカー主張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S04 PLCとHMIの設計支援</a:t>
            </a:r>
          </a:p>
          <a:p xmlns:a="http://schemas.openxmlformats.org/drawingml/2006/main">
            <a:r>
              <a:t>FC011, FC012</a:t>
            </a:r>
          </a:p>
          <a:p xmlns:a="http://schemas.openxmlformats.org/drawingml/2006/main">
            <a:r>
              <a:t>EOV-V005-2026-1</a:t>
            </a:r>
          </a:p>
          <a:p xmlns:a="http://schemas.openxmlformats.org/drawingml/2006/main">
            <a:r>
              <a:t>JIMTOF2026公式カタログ：ベッコフオートメーション株式会社 (E2028)</a:t>
            </a:r>
          </a:p>
          <a:p xmlns:a="http://schemas.openxmlformats.org/drawingml/2006/main">
            <a:r>
              <a:t>https://www.jimtof.org/search/jp/ESdetails?e=K7DqahO2h08</a:t>
            </a:r>
          </a:p>
          <a:p xmlns:a="http://schemas.openxmlformats.org/drawingml/2006/main">
            <a:r>
              <a:t>該当箇所 main &gt; div.col-md-8.mb-5 の出展紹介、見出し「主な出展物」直後</a:t>
            </a:r>
          </a:p>
          <a:p xmlns:a="http://schemas.openxmlformats.org/drawingml/2006/main">
            <a:r>
              <a:t>確認日 2026-10-16</a:t>
            </a:r>
          </a:p>
          <a:p xmlns:a="http://schemas.openxmlformats.org/drawingml/2006/main">
            <a:r>
              <a:t>種類 公式掲載の出展者記述（メーカー主張）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ERF-01</a:t>
            </a:r>
          </a:p>
          <a:p xmlns:a="http://schemas.openxmlformats.org/drawingml/2006/main">
            <a:r>
              <a:t>From chatbot to intelligent agent</a:t>
            </a:r>
          </a:p>
          <a:p xmlns:a="http://schemas.openxmlformats.org/drawingml/2006/main">
            <a:r>
              <a:t>https://www.beckhoff.com/en-gb/company/news/from-chatbot-to-intelligent-agent.html</a:t>
            </a:r>
          </a:p>
          <a:p xmlns:a="http://schemas.openxmlformats.org/drawingml/2006/main">
            <a:r>
              <a:t>該当箇所 2025/6/13／Placing people at the heart of automation；PLC・I/O・HMI、専門家がreview・confirm・approve</a:t>
            </a:r>
          </a:p>
          <a:p xmlns:a="http://schemas.openxmlformats.org/drawingml/2006/main">
            <a:r>
              <a:t>確認日 2026-10-18</a:t>
            </a:r>
          </a:p>
          <a:p xmlns:a="http://schemas.openxmlformats.org/drawingml/2006/main">
            <a:r>
              <a:t>種類 企業／開発元／展示会の公式説明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EDP-03</a:t>
            </a:r>
          </a:p>
          <a:p xmlns:a="http://schemas.openxmlformats.org/drawingml/2006/main">
            <a:r>
              <a:t>TwinCAT Chat発表</a:t>
            </a:r>
          </a:p>
          <a:p xmlns:a="http://schemas.openxmlformats.org/drawingml/2006/main">
            <a:r>
              <a:t>https://www.beckhoff.com/en-en/company/press/twincat-chat-using-innovative-chatbot-technology-in-twincat-engineering-2023-04.html</a:t>
            </a:r>
          </a:p>
          <a:p xmlns:a="http://schemas.openxmlformats.org/drawingml/2006/main">
            <a:r>
              <a:t>該当箇所 TwinCAT XAE／コード作成・追加・最適化・文書化</a:t>
            </a:r>
          </a:p>
          <a:p xmlns:a="http://schemas.openxmlformats.org/drawingml/2006/main">
            <a:r>
              <a:t>確認日 2026-10-16</a:t>
            </a:r>
          </a:p>
          <a:p xmlns:a="http://schemas.openxmlformats.org/drawingml/2006/main">
            <a:r>
              <a:t>種類 企業／開発元公式説明・メーカー主張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S09 寸法計測と工具補正の連携</a:t>
            </a:r>
          </a:p>
          <a:p xmlns:a="http://schemas.openxmlformats.org/drawingml/2006/main">
            <a:r>
              <a:t>FC033</a:t>
            </a:r>
          </a:p>
          <a:p xmlns:a="http://schemas.openxmlformats.org/drawingml/2006/main">
            <a:r>
              <a:t>EOV-V018-2026-1</a:t>
            </a:r>
          </a:p>
          <a:p xmlns:a="http://schemas.openxmlformats.org/drawingml/2006/main">
            <a:r>
              <a:t>JIMTOF2026公式カタログ：レニショー株式会社 (E7089)</a:t>
            </a:r>
          </a:p>
          <a:p xmlns:a="http://schemas.openxmlformats.org/drawingml/2006/main">
            <a:r>
              <a:t>https://www.jimtof.org/search/jp/ESdetails?e=pYGmVz5GC1c</a:t>
            </a:r>
          </a:p>
          <a:p xmlns:a="http://schemas.openxmlformats.org/drawingml/2006/main">
            <a:r>
              <a:t>該当箇所 main &gt; div.col-md-8.mb-5 の出展紹介、見出し「主な出展物」直後</a:t>
            </a:r>
          </a:p>
          <a:p xmlns:a="http://schemas.openxmlformats.org/drawingml/2006/main">
            <a:r>
              <a:t>確認日 2026-10-16</a:t>
            </a:r>
          </a:p>
          <a:p xmlns:a="http://schemas.openxmlformats.org/drawingml/2006/main">
            <a:r>
              <a:t>種類 公式掲載の出展者記述（メーカー主張）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EOV-V018-2024-1</a:t>
            </a:r>
          </a:p>
          <a:p xmlns:a="http://schemas.openxmlformats.org/drawingml/2006/main">
            <a:r>
              <a:t>JIMTOF2024公式カタログ：レニショー株式会社 (E7026)</a:t>
            </a:r>
          </a:p>
          <a:p xmlns:a="http://schemas.openxmlformats.org/drawingml/2006/main">
            <a:r>
              <a:t>https://www.jimtof.org/2024/search/jp/ESdetails?e=ekM3exgIAtc</a:t>
            </a:r>
          </a:p>
          <a:p xmlns:a="http://schemas.openxmlformats.org/drawingml/2006/main">
            <a:r>
              <a:t>該当箇所 main &gt; div.col-md-8.mb-5 の出展紹介、見出し「主な出展物」直後</a:t>
            </a:r>
          </a:p>
          <a:p xmlns:a="http://schemas.openxmlformats.org/drawingml/2006/main">
            <a:r>
              <a:t>確認日 2026-10-16</a:t>
            </a:r>
          </a:p>
          <a:p xmlns:a="http://schemas.openxmlformats.org/drawingml/2006/main">
            <a:r>
              <a:t>種類 公式掲載の出展者記述（メーカー主張）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EOV-W03</a:t>
            </a:r>
          </a:p>
          <a:p xmlns:a="http://schemas.openxmlformats.org/drawingml/2006/main">
            <a:r>
              <a:t>Renishaw Central データプラットフォーム</a:t>
            </a:r>
          </a:p>
          <a:p xmlns:a="http://schemas.openxmlformats.org/drawingml/2006/main">
            <a:r>
              <a:t>https://www.renishaw.com/jp/smart-manufacturing-data-platform-for-industrial-process-control--47853</a:t>
            </a:r>
          </a:p>
          <a:p xmlns:a="http://schemas.openxmlformats.org/drawingml/2006/main">
            <a:r>
              <a:t>該当箇所 メカニズム、現場でのクローズドループ、導入効果</a:t>
            </a:r>
          </a:p>
          <a:p xmlns:a="http://schemas.openxmlformats.org/drawingml/2006/main">
            <a:r>
              <a:t>確認日 2026-10-16</a:t>
            </a:r>
          </a:p>
          <a:p xmlns:a="http://schemas.openxmlformats.org/drawingml/2006/main">
            <a:r>
              <a:t>種類 企業公式資料・メーカー主張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S12 工具摩耗の判定と寿命の推定</a:t>
            </a:r>
          </a:p>
          <a:p xmlns:a="http://schemas.openxmlformats.org/drawingml/2006/main">
            <a:r>
              <a:t>FC039, FC040</a:t>
            </a:r>
          </a:p>
          <a:p xmlns:a="http://schemas.openxmlformats.org/drawingml/2006/main">
            <a:r>
              <a:t>EOV-V024-2026-1</a:t>
            </a:r>
          </a:p>
          <a:p xmlns:a="http://schemas.openxmlformats.org/drawingml/2006/main">
            <a:r>
              <a:t>JIMTOF2026公式カタログ：モリマシナリー株式会社 (S3048)</a:t>
            </a:r>
          </a:p>
          <a:p xmlns:a="http://schemas.openxmlformats.org/drawingml/2006/main">
            <a:r>
              <a:t>https://www.jimtof.org/search/jp/ESdetails?e=ZvT3Lci-hnM</a:t>
            </a:r>
          </a:p>
          <a:p xmlns:a="http://schemas.openxmlformats.org/drawingml/2006/main">
            <a:r>
              <a:t>該当箇所 main &gt; div.col-md-8.mb-5 の出展紹介、見出し「主な出展物」直後</a:t>
            </a:r>
          </a:p>
          <a:p xmlns:a="http://schemas.openxmlformats.org/drawingml/2006/main">
            <a:r>
              <a:t>確認日 2026-10-16</a:t>
            </a:r>
          </a:p>
          <a:p xmlns:a="http://schemas.openxmlformats.org/drawingml/2006/main">
            <a:r>
              <a:t>種類 公式掲載の出展者記述（メーカー主張）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EOV-V024-2024-1</a:t>
            </a:r>
          </a:p>
          <a:p xmlns:a="http://schemas.openxmlformats.org/drawingml/2006/main">
            <a:r>
              <a:t>JIMTOF2024公式カタログ：モリマシナリー株式会社 (S3017)</a:t>
            </a:r>
          </a:p>
          <a:p xmlns:a="http://schemas.openxmlformats.org/drawingml/2006/main">
            <a:r>
              <a:t>https://www.jimtof.org/2024/search/jp/ESdetails?e=yEoPl5sH6Sg</a:t>
            </a:r>
          </a:p>
          <a:p xmlns:a="http://schemas.openxmlformats.org/drawingml/2006/main">
            <a:r>
              <a:t>該当箇所 main &gt; div.col-md-8.mb-5 の出展紹介、見出し「主な出展物」直後</a:t>
            </a:r>
          </a:p>
          <a:p xmlns:a="http://schemas.openxmlformats.org/drawingml/2006/main">
            <a:r>
              <a:t>確認日 2026-10-16</a:t>
            </a:r>
          </a:p>
          <a:p xmlns:a="http://schemas.openxmlformats.org/drawingml/2006/main">
            <a:r>
              <a:t>種類 公式掲載の出展者記述（メーカー主張）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EOV-W08</a:t>
            </a:r>
          </a:p>
          <a:p xmlns:a="http://schemas.openxmlformats.org/drawingml/2006/main">
            <a:r>
              <a:t>工具の欠け・摩耗・寿命を推定するAI研究発表</a:t>
            </a:r>
          </a:p>
          <a:p xmlns:a="http://schemas.openxmlformats.org/drawingml/2006/main">
            <a:r>
              <a:t>https://mori-machinery.com/wp-content/uploads/2023/06/%E7%86%9F%E7%B7%B4%E8%80%85%E3%81%AE%E7%B5%8C%E9%A8%93%E7%9F%A5%E3%82%92%E3%82%82%E3%81%A8%E3%81%AB%E5%88%87%E5%89%8A%E5%B7%A5%E5%85%B7%E3%81%AE%E6%AC%A0%E3%81%91%E3%83%BB%E6%91%A9%E8%80%97%E3%83%BB%E5%AF%BF%E5%91%BD%E3%82%92%E6%8E%A8%E5%AE%9A%E3%81%99%E3%82%8BAI%E3%82%92%E9%96%8B%E7%99%BA.pdf</a:t>
            </a:r>
          </a:p>
          <a:p xmlns:a="http://schemas.openxmlformats.org/drawingml/2006/main">
            <a:r>
              <a:t>該当箇所 2023年6月2日、成果と今後の展望</a:t>
            </a:r>
          </a:p>
          <a:p xmlns:a="http://schemas.openxmlformats.org/drawingml/2006/main">
            <a:r>
              <a:t>確認日 2026-10-16</a:t>
            </a:r>
          </a:p>
          <a:p xmlns:a="http://schemas.openxmlformats.org/drawingml/2006/main">
            <a:r>
              <a:t>種類 企業公式資料・メーカー主張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EDP-12</a:t>
            </a:r>
          </a:p>
          <a:p xmlns:a="http://schemas.openxmlformats.org/drawingml/2006/main">
            <a:r>
              <a:t>TOOL SOMMELIER／TOOL COLLAGE</a:t>
            </a:r>
          </a:p>
          <a:p xmlns:a="http://schemas.openxmlformats.org/drawingml/2006/main">
            <a:r>
              <a:t>https://mori-machinery.com/en/product/tool-sommelier?post_id=1066</a:t>
            </a:r>
          </a:p>
          <a:p xmlns:a="http://schemas.openxmlformats.org/drawingml/2006/main">
            <a:r>
              <a:t>該当箇所 刃先撮像・欠け摩耗自動検出／FAQの工具・径制約</a:t>
            </a:r>
          </a:p>
          <a:p xmlns:a="http://schemas.openxmlformats.org/drawingml/2006/main">
            <a:r>
              <a:t>確認日 2026-10-16</a:t>
            </a:r>
          </a:p>
          <a:p xmlns:a="http://schemas.openxmlformats.org/drawingml/2006/main">
            <a:r>
              <a:t>種類 企業／開発元公式説明・メーカー主張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S16 主軸に絡む切粉の認識と除去</a:t>
            </a:r>
          </a:p>
          <a:p xmlns:a="http://schemas.openxmlformats.org/drawingml/2006/main">
            <a:r>
              <a:t>FC049</a:t>
            </a:r>
          </a:p>
          <a:p xmlns:a="http://schemas.openxmlformats.org/drawingml/2006/main">
            <a:r>
              <a:t>EOV-V030-2026-1</a:t>
            </a:r>
          </a:p>
          <a:p xmlns:a="http://schemas.openxmlformats.org/drawingml/2006/main">
            <a:r>
              <a:t>JIMTOF2026公式カタログ：株式会社TAKISAWA (E3013)</a:t>
            </a:r>
          </a:p>
          <a:p xmlns:a="http://schemas.openxmlformats.org/drawingml/2006/main">
            <a:r>
              <a:t>https://www.jimtof.org/search/jp/ESdetails?e=3dTDRAMwZpM</a:t>
            </a:r>
          </a:p>
          <a:p xmlns:a="http://schemas.openxmlformats.org/drawingml/2006/main">
            <a:r>
              <a:t>該当箇所 main &gt; div.col-md-8.mb-5 の出展紹介、見出し「主な出展物」直後</a:t>
            </a:r>
          </a:p>
          <a:p xmlns:a="http://schemas.openxmlformats.org/drawingml/2006/main">
            <a:r>
              <a:t>確認日 2026-10-16</a:t>
            </a:r>
          </a:p>
          <a:p xmlns:a="http://schemas.openxmlformats.org/drawingml/2006/main">
            <a:r>
              <a:t>種類 公式掲載の出展者記述（メーカー主張）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EOV-V030-2024-1</a:t>
            </a:r>
          </a:p>
          <a:p xmlns:a="http://schemas.openxmlformats.org/drawingml/2006/main">
            <a:r>
              <a:t>JIMTOF2024公式カタログ：株式会社TAKISAWA (E3013)</a:t>
            </a:r>
          </a:p>
          <a:p xmlns:a="http://schemas.openxmlformats.org/drawingml/2006/main">
            <a:r>
              <a:t>https://www.jimtof.org/2024/search/jp/ESdetails?e=K00DRD-BngA</a:t>
            </a:r>
          </a:p>
          <a:p xmlns:a="http://schemas.openxmlformats.org/drawingml/2006/main">
            <a:r>
              <a:t>該当箇所 main &gt; div.col-md-8.mb-5 の出展紹介、見出し「主な出展物」直後</a:t>
            </a:r>
          </a:p>
          <a:p xmlns:a="http://schemas.openxmlformats.org/drawingml/2006/main">
            <a:r>
              <a:t>確認日 2026-10-16</a:t>
            </a:r>
          </a:p>
          <a:p xmlns:a="http://schemas.openxmlformats.org/drawingml/2006/main">
            <a:r>
              <a:t>種類 公式掲載の出展者記述（メーカー主張）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ERF-13</a:t>
            </a:r>
          </a:p>
          <a:p xmlns:a="http://schemas.openxmlformats.org/drawingml/2006/main">
            <a:r>
              <a:t>JIMTOF2026：TR-20W参考出品</a:t>
            </a:r>
          </a:p>
          <a:p xmlns:a="http://schemas.openxmlformats.org/drawingml/2006/main">
            <a:r>
              <a:t>https://www.nidec.com/jp/products/machine-tools/contents/machine-tool-jimtof2026/</a:t>
            </a:r>
          </a:p>
          <a:p xmlns:a="http://schemas.openxmlformats.org/drawingml/2006/main">
            <a:r>
              <a:t>該当箇所 TAKISAWA／TR-20W、主軸の切粉認識・判断・除去、参考出品</a:t>
            </a:r>
          </a:p>
          <a:p xmlns:a="http://schemas.openxmlformats.org/drawingml/2006/main">
            <a:r>
              <a:t>確認日 2026-10-18</a:t>
            </a:r>
          </a:p>
          <a:p xmlns:a="http://schemas.openxmlformats.org/drawingml/2006/main">
            <a:r>
              <a:t>種類 企業／開発元／展示会の公式説明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S17 3D認識による面取り軌道の生成</a:t>
            </a:r>
          </a:p>
          <a:p xmlns:a="http://schemas.openxmlformats.org/drawingml/2006/main">
            <a:r>
              <a:t>AC146</a:t>
            </a:r>
          </a:p>
          <a:p xmlns:a="http://schemas.openxmlformats.org/drawingml/2006/main">
            <a:r>
              <a:t>EEX-EXH-2026-8c08de1ffed47316</a:t>
            </a:r>
          </a:p>
          <a:p xmlns:a="http://schemas.openxmlformats.org/drawingml/2006/main">
            <a:r>
              <a:t>JIMTOF2026公式出展説明：東京エレクトロンデバイス株式会社 (E7073)</a:t>
            </a:r>
          </a:p>
          <a:p xmlns:a="http://schemas.openxmlformats.org/drawingml/2006/main">
            <a:r>
              <a:t>https://www.jimtof.org/search/jp/ESdetails?e=c4cChQniAm8</a:t>
            </a:r>
          </a:p>
          <a:p xmlns:a="http://schemas.openxmlformats.org/drawingml/2006/main">
            <a:r>
              <a:t>該当箇所 出展紹介・主な出展物。追加カードの原典抜粋で検索</a:t>
            </a:r>
          </a:p>
          <a:p xmlns:a="http://schemas.openxmlformats.org/drawingml/2006/main">
            <a:r>
              <a:t>確認日 2026-10-16</a:t>
            </a:r>
          </a:p>
          <a:p xmlns:a="http://schemas.openxmlformats.org/drawingml/2006/main">
            <a:r>
              <a:t>種類 公式掲載の出展者記述・メーカー主張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EEX-WTED</a:t>
            </a:r>
          </a:p>
          <a:p xmlns:a="http://schemas.openxmlformats.org/drawingml/2006/main">
            <a:r>
              <a:t>企業公式の展示告知</a:t>
            </a:r>
          </a:p>
          <a:p xmlns:a="http://schemas.openxmlformats.org/drawingml/2006/main">
            <a:r>
              <a:t>https://www.inrevium.com/news-event/event/p7331/</a:t>
            </a:r>
          </a:p>
          <a:p xmlns:a="http://schemas.openxmlformats.org/drawingml/2006/main">
            <a:r>
              <a:t>該当箇所 展示会概要・出展製品／2026年5月13日の製品説明</a:t>
            </a:r>
          </a:p>
          <a:p xmlns:a="http://schemas.openxmlformats.org/drawingml/2006/main">
            <a:r>
              <a:t>確認日 2026-10-16</a:t>
            </a:r>
          </a:p>
          <a:p xmlns:a="http://schemas.openxmlformats.org/drawingml/2006/main">
            <a:r>
              <a:t>種類 企業公式説明・メーカー主張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S23 設備情報とAIエージェントの接続</a:t>
            </a:r>
          </a:p>
          <a:p xmlns:a="http://schemas.openxmlformats.org/drawingml/2006/main">
            <a:r>
              <a:t>FC024</a:t>
            </a:r>
          </a:p>
          <a:p xmlns:a="http://schemas.openxmlformats.org/drawingml/2006/main">
            <a:r>
              <a:t>EOV-V011-2026-1</a:t>
            </a:r>
          </a:p>
          <a:p xmlns:a="http://schemas.openxmlformats.org/drawingml/2006/main">
            <a:r>
              <a:t>JIMTOF2026公式カタログ：株式会社たけびし (S3015)</a:t>
            </a:r>
          </a:p>
          <a:p xmlns:a="http://schemas.openxmlformats.org/drawingml/2006/main">
            <a:r>
              <a:t>https://www.jimtof.org/search/jp/ESdetails?e=Qh27DAtEkbw</a:t>
            </a:r>
          </a:p>
          <a:p xmlns:a="http://schemas.openxmlformats.org/drawingml/2006/main">
            <a:r>
              <a:t>該当箇所 main &gt; div.col-md-8.mb-5 の出展紹介、見出し「主な出展物」直後</a:t>
            </a:r>
          </a:p>
          <a:p xmlns:a="http://schemas.openxmlformats.org/drawingml/2006/main">
            <a:r>
              <a:t>確認日 2026-10-16</a:t>
            </a:r>
          </a:p>
          <a:p xmlns:a="http://schemas.openxmlformats.org/drawingml/2006/main">
            <a:r>
              <a:t>種類 公式掲載の出展者記述（メーカー主張）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EOV-V011-2024-1</a:t>
            </a:r>
          </a:p>
          <a:p xmlns:a="http://schemas.openxmlformats.org/drawingml/2006/main">
            <a:r>
              <a:t>JIMTOF2024公式カタログ：株式会社たけびし (E7053)</a:t>
            </a:r>
          </a:p>
          <a:p xmlns:a="http://schemas.openxmlformats.org/drawingml/2006/main">
            <a:r>
              <a:t>https://www.jimtof.org/2024/search/jp/ESdetails?e=SiZMI-OH8_k</a:t>
            </a:r>
          </a:p>
          <a:p xmlns:a="http://schemas.openxmlformats.org/drawingml/2006/main">
            <a:r>
              <a:t>該当箇所 main &gt; div.col-md-8.mb-5 の出展紹介、見出し「主な出展物」直後</a:t>
            </a:r>
          </a:p>
          <a:p xmlns:a="http://schemas.openxmlformats.org/drawingml/2006/main">
            <a:r>
              <a:t>確認日 2026-10-16</a:t>
            </a:r>
          </a:p>
          <a:p xmlns:a="http://schemas.openxmlformats.org/drawingml/2006/main">
            <a:r>
              <a:t>種類 公式掲載の出展者記述（メーカー主張）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EDP-06</a:t>
            </a:r>
          </a:p>
          <a:p xmlns:a="http://schemas.openxmlformats.org/drawingml/2006/main">
            <a:r>
              <a:t>OPC UA情報モデルとAIエージェント</a:t>
            </a:r>
          </a:p>
          <a:p xmlns:a="http://schemas.openxmlformats.org/drawingml/2006/main">
            <a:r>
              <a:t>https://opcconnect.opcfoundation.org/2026/06/toward-realizing-ai-utilization-in-manufacturing-exploring-the-potential-of-integrating-the-opc-ua-information-model-with-ai-agents/</a:t>
            </a:r>
          </a:p>
          <a:p xmlns:a="http://schemas.openxmlformats.org/drawingml/2006/main">
            <a:r>
              <a:t>該当箇所 A New Approach to Connecting AI Agents／MCP Adapterはplanning to provide</a:t>
            </a:r>
          </a:p>
          <a:p xmlns:a="http://schemas.openxmlformats.org/drawingml/2006/main">
            <a:r>
              <a:t>確認日 2026-10-16</a:t>
            </a:r>
          </a:p>
          <a:p xmlns:a="http://schemas.openxmlformats.org/drawingml/2006/main">
            <a:r>
              <a:t>種類 企業／開発元公式説明・メーカー主張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S27 工具データと在庫及び購買の連携</a:t>
            </a:r>
          </a:p>
          <a:p xmlns:a="http://schemas.openxmlformats.org/drawingml/2006/main">
            <a:r>
              <a:t>AC295</a:t>
            </a:r>
          </a:p>
          <a:p xmlns:a="http://schemas.openxmlformats.org/drawingml/2006/main">
            <a:r>
              <a:t>EEX-EXH-2026-4fb92ba6b82546d7</a:t>
            </a:r>
          </a:p>
          <a:p xmlns:a="http://schemas.openxmlformats.org/drawingml/2006/main">
            <a:r>
              <a:t>JIMTOF2026公式出展説明：WinTool AG (E1049)</a:t>
            </a:r>
          </a:p>
          <a:p xmlns:a="http://schemas.openxmlformats.org/drawingml/2006/main">
            <a:r>
              <a:t>https://www.jimtof.org/search/jp/ESdetails?e=sSFZV23clJo</a:t>
            </a:r>
          </a:p>
          <a:p xmlns:a="http://schemas.openxmlformats.org/drawingml/2006/main">
            <a:r>
              <a:t>該当箇所 出展紹介・主な出展物。追加カードの原典抜粋で検索</a:t>
            </a:r>
          </a:p>
          <a:p xmlns:a="http://schemas.openxmlformats.org/drawingml/2006/main">
            <a:r>
              <a:t>確認日 2026-10-16</a:t>
            </a:r>
          </a:p>
          <a:p xmlns:a="http://schemas.openxmlformats.org/drawingml/2006/main">
            <a:r>
              <a:t>種類 公式掲載の出展者記述・メーカー主張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EEX-EXH-2024-3f1fa1966a57e011</a:t>
            </a:r>
          </a:p>
          <a:p xmlns:a="http://schemas.openxmlformats.org/drawingml/2006/main">
            <a:r>
              <a:t>JIMTOF2024公式出展説明：WinTool AG (E5003)</a:t>
            </a:r>
          </a:p>
          <a:p xmlns:a="http://schemas.openxmlformats.org/drawingml/2006/main">
            <a:r>
              <a:t>https://www.jimtof.org/2024/search/jp/ESdetails?e=-n22F1d_CDc</a:t>
            </a:r>
          </a:p>
          <a:p xmlns:a="http://schemas.openxmlformats.org/drawingml/2006/main">
            <a:r>
              <a:t>該当箇所 出展紹介・主な出展物。追加カードの原典抜粋で検索</a:t>
            </a:r>
          </a:p>
          <a:p xmlns:a="http://schemas.openxmlformats.org/drawingml/2006/main">
            <a:r>
              <a:t>確認日 2026-10-16</a:t>
            </a:r>
          </a:p>
          <a:p xmlns:a="http://schemas.openxmlformats.org/drawingml/2006/main">
            <a:r>
              <a:t>種類 公式掲載の出展者記述・メーカー主張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EDP-18</a:t>
            </a:r>
          </a:p>
          <a:p xmlns:a="http://schemas.openxmlformats.org/drawingml/2006/main">
            <a:r>
              <a:t>ERP Integration</a:t>
            </a:r>
          </a:p>
          <a:p xmlns:a="http://schemas.openxmlformats.org/drawingml/2006/main">
            <a:r>
              <a:t>https://www.wintool.com/en/tool-management-software/cnc-inventory-manager/erp-integration</a:t>
            </a:r>
          </a:p>
          <a:p xmlns:a="http://schemas.openxmlformats.org/drawingml/2006/main">
            <a:r>
              <a:t>該当箇所 最低在庫で購買要求を生成し、管理者承認後にERPへ自動送信</a:t>
            </a:r>
          </a:p>
          <a:p xmlns:a="http://schemas.openxmlformats.org/drawingml/2006/main">
            <a:r>
              <a:t>確認日 2026-10-16</a:t>
            </a:r>
          </a:p>
          <a:p xmlns:a="http://schemas.openxmlformats.org/drawingml/2006/main">
            <a:r>
              <a:t>種類 企業／開発元公式説明・メーカー主張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S03 CAMの加工戦略と経路の作成支援</a:t>
            </a:r>
          </a:p>
          <a:p xmlns:a="http://schemas.openxmlformats.org/drawingml/2006/main">
            <a:r>
              <a:t>FC020, AC131</a:t>
            </a:r>
          </a:p>
          <a:p xmlns:a="http://schemas.openxmlformats.org/drawingml/2006/main">
            <a:r>
              <a:t>EOV-V008-2026-1</a:t>
            </a:r>
          </a:p>
          <a:p xmlns:a="http://schemas.openxmlformats.org/drawingml/2006/main">
            <a:r>
              <a:t>JIMTOF2026公式カタログ：ジェービーエムエンジニアリング株式会社 (E2002)</a:t>
            </a:r>
          </a:p>
          <a:p xmlns:a="http://schemas.openxmlformats.org/drawingml/2006/main">
            <a:r>
              <a:t>https://www.jimtof.org/search/jp/ESdetails?e=VrAjMTKmxdw</a:t>
            </a:r>
          </a:p>
          <a:p xmlns:a="http://schemas.openxmlformats.org/drawingml/2006/main">
            <a:r>
              <a:t>該当箇所 main &gt; div.col-md-8.mb-5 の出展紹介、見出し「主な出展物」直後</a:t>
            </a:r>
          </a:p>
          <a:p xmlns:a="http://schemas.openxmlformats.org/drawingml/2006/main">
            <a:r>
              <a:t>確認日 2026-10-16</a:t>
            </a:r>
          </a:p>
          <a:p xmlns:a="http://schemas.openxmlformats.org/drawingml/2006/main">
            <a:r>
              <a:t>種類 公式掲載の出展者記述（メーカー主張）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EOV-V008-2024-1</a:t>
            </a:r>
          </a:p>
          <a:p xmlns:a="http://schemas.openxmlformats.org/drawingml/2006/main">
            <a:r>
              <a:t>JIMTOF2024公式カタログ：ジェービーエムエンジニアリング株式会社 (E5028)</a:t>
            </a:r>
          </a:p>
          <a:p xmlns:a="http://schemas.openxmlformats.org/drawingml/2006/main">
            <a:r>
              <a:t>https://www.jimtof.org/2024/search/jp/ESdetails?e=G-8gydwhMvE</a:t>
            </a:r>
          </a:p>
          <a:p xmlns:a="http://schemas.openxmlformats.org/drawingml/2006/main">
            <a:r>
              <a:t>該当箇所 main &gt; div.col-md-8.mb-5 の出展紹介、見出し「主な出展物」直後</a:t>
            </a:r>
          </a:p>
          <a:p xmlns:a="http://schemas.openxmlformats.org/drawingml/2006/main">
            <a:r>
              <a:t>確認日 2026-10-16</a:t>
            </a:r>
          </a:p>
          <a:p xmlns:a="http://schemas.openxmlformats.org/drawingml/2006/main">
            <a:r>
              <a:t>種類 公式掲載の出展者記述（メーカー主張）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EEX-EXH-2026-0436fc7b61f51a8e</a:t>
            </a:r>
          </a:p>
          <a:p xmlns:a="http://schemas.openxmlformats.org/drawingml/2006/main">
            <a:r>
              <a:t>JIMTOF2026公式出展説明：タクテックス株式会社 (S1016)</a:t>
            </a:r>
          </a:p>
          <a:p xmlns:a="http://schemas.openxmlformats.org/drawingml/2006/main">
            <a:r>
              <a:t>https://www.jimtof.org/search/jp/ESdetails?e=2TVzwvOqLxI</a:t>
            </a:r>
          </a:p>
          <a:p xmlns:a="http://schemas.openxmlformats.org/drawingml/2006/main">
            <a:r>
              <a:t>該当箇所 出展紹介・主な出展物。追加カードの原典抜粋で検索</a:t>
            </a:r>
          </a:p>
          <a:p xmlns:a="http://schemas.openxmlformats.org/drawingml/2006/main">
            <a:r>
              <a:t>確認日 2026-10-16</a:t>
            </a:r>
          </a:p>
          <a:p xmlns:a="http://schemas.openxmlformats.org/drawingml/2006/main">
            <a:r>
              <a:t>種類 公式掲載の出展者記述・メーカー主張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EEX-EXH-2024-eb84f3b7fa9cf6db</a:t>
            </a:r>
          </a:p>
          <a:p xmlns:a="http://schemas.openxmlformats.org/drawingml/2006/main">
            <a:r>
              <a:t>JIMTOF2024公式出展説明：タクテックス株式会社 (E5030)</a:t>
            </a:r>
          </a:p>
          <a:p xmlns:a="http://schemas.openxmlformats.org/drawingml/2006/main">
            <a:r>
              <a:t>https://www.jimtof.org/2024/search/jp/ESdetails?e=p_i9WuUhNRg</a:t>
            </a:r>
          </a:p>
          <a:p xmlns:a="http://schemas.openxmlformats.org/drawingml/2006/main">
            <a:r>
              <a:t>該当箇所 出展紹介・主な出展物。追加カードの原典抜粋で検索</a:t>
            </a:r>
          </a:p>
          <a:p xmlns:a="http://schemas.openxmlformats.org/drawingml/2006/main">
            <a:r>
              <a:t>確認日 2026-10-16</a:t>
            </a:r>
          </a:p>
          <a:p xmlns:a="http://schemas.openxmlformats.org/drawingml/2006/main">
            <a:r>
              <a:t>種類 公式掲載の出展者記述・メーカー主張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EDP-09</a:t>
            </a:r>
          </a:p>
          <a:p xmlns:a="http://schemas.openxmlformats.org/drawingml/2006/main">
            <a:r>
              <a:t>Mastercam向けCAM Assist</a:t>
            </a:r>
          </a:p>
          <a:p xmlns:a="http://schemas.openxmlformats.org/drawingml/2006/main">
            <a:r>
              <a:t>https://www.cloudnc.com/ja/mastercam</a:t>
            </a:r>
          </a:p>
          <a:p xmlns:a="http://schemas.openxmlformats.org/drawingml/2006/main">
            <a:r>
              <a:t>該当箇所 仕組みステップ1〜4／FAQの対象加工・顧客データ学習の否定</a:t>
            </a:r>
          </a:p>
          <a:p xmlns:a="http://schemas.openxmlformats.org/drawingml/2006/main">
            <a:r>
              <a:t>確認日 2026-10-16</a:t>
            </a:r>
          </a:p>
          <a:p xmlns:a="http://schemas.openxmlformats.org/drawingml/2006/main">
            <a:r>
              <a:t>種類 企業／開発元公式説明・メーカー主張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S05 設備アラームの診断と対処案</a:t>
            </a:r>
          </a:p>
          <a:p xmlns:a="http://schemas.openxmlformats.org/drawingml/2006/main">
            <a:r>
              <a:t>FC013</a:t>
            </a:r>
          </a:p>
          <a:p xmlns:a="http://schemas.openxmlformats.org/drawingml/2006/main">
            <a:r>
              <a:t>EOV-V005-2026-1</a:t>
            </a:r>
          </a:p>
          <a:p xmlns:a="http://schemas.openxmlformats.org/drawingml/2006/main">
            <a:r>
              <a:t>JIMTOF2026公式カタログ：ベッコフオートメーション株式会社 (E2028)</a:t>
            </a:r>
          </a:p>
          <a:p xmlns:a="http://schemas.openxmlformats.org/drawingml/2006/main">
            <a:r>
              <a:t>https://www.jimtof.org/search/jp/ESdetails?e=K7DqahO2h08</a:t>
            </a:r>
          </a:p>
          <a:p xmlns:a="http://schemas.openxmlformats.org/drawingml/2006/main">
            <a:r>
              <a:t>該当箇所 main &gt; div.col-md-8.mb-5 の出展紹介、見出し「主な出展物」直後</a:t>
            </a:r>
          </a:p>
          <a:p xmlns:a="http://schemas.openxmlformats.org/drawingml/2006/main">
            <a:r>
              <a:t>確認日 2026-10-16</a:t>
            </a:r>
          </a:p>
          <a:p xmlns:a="http://schemas.openxmlformats.org/drawingml/2006/main">
            <a:r>
              <a:t>種類 公式掲載の出展者記述（メーカー主張）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ERF-02</a:t>
            </a:r>
          </a:p>
          <a:p xmlns:a="http://schemas.openxmlformats.org/drawingml/2006/main">
            <a:r>
              <a:t>TF1700 CoAgent for Operations</a:t>
            </a:r>
          </a:p>
          <a:p xmlns:a="http://schemas.openxmlformats.org/drawingml/2006/main">
            <a:r>
              <a:t>https://www.beckhoff.com/en-en/products/automation/twincat/tfxxxx-twincat-3-functions/tf1xxx-system/tf1700.html</a:t>
            </a:r>
          </a:p>
          <a:p xmlns:a="http://schemas.openxmlformats.org/drawingml/2006/main">
            <a:r>
              <a:t>該当箇所 Properties／direct system access；Product status／market release on request</a:t>
            </a:r>
          </a:p>
          <a:p xmlns:a="http://schemas.openxmlformats.org/drawingml/2006/main">
            <a:r>
              <a:t>確認日 2026-10-18</a:t>
            </a:r>
          </a:p>
          <a:p xmlns:a="http://schemas.openxmlformats.org/drawingml/2006/main">
            <a:r>
              <a:t>種類 企業／開発元／展示会の公式説明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EAT-N04</a:t>
            </a:r>
          </a:p>
          <a:p xmlns:a="http://schemas.openxmlformats.org/drawingml/2006/main">
            <a:r>
              <a:t>CoAgent for Operations TF1700</a:t>
            </a:r>
          </a:p>
          <a:p xmlns:a="http://schemas.openxmlformats.org/drawingml/2006/main">
            <a:r>
              <a:t>https://www.beckhoff.com/ko-kr/products/automation/twincat/tfxxxx-twincat-3-functions/tf1xxx-system/tf1700.html</a:t>
            </a:r>
          </a:p>
          <a:p xmlns:a="http://schemas.openxmlformats.org/drawingml/2006/main">
            <a:r>
              <a:t>該当箇所 Properties／Product status</a:t>
            </a:r>
          </a:p>
          <a:p xmlns:a="http://schemas.openxmlformats.org/drawingml/2006/main">
            <a:r>
              <a:t>確認日 2026-10-16</a:t>
            </a:r>
          </a:p>
          <a:p xmlns:a="http://schemas.openxmlformats.org/drawingml/2006/main">
            <a:r>
              <a:t>種類 企業公式説明・メーカー主張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S07 NC検証と切削物理による最適化</a:t>
            </a:r>
          </a:p>
          <a:p xmlns:a="http://schemas.openxmlformats.org/drawingml/2006/main">
            <a:r>
              <a:t>FC022</a:t>
            </a:r>
          </a:p>
          <a:p xmlns:a="http://schemas.openxmlformats.org/drawingml/2006/main">
            <a:r>
              <a:t>EOV-V009-2026-1</a:t>
            </a:r>
          </a:p>
          <a:p xmlns:a="http://schemas.openxmlformats.org/drawingml/2006/main">
            <a:r>
              <a:t>JIMTOF2026公式カタログ：株式会社CGTech (S3014)</a:t>
            </a:r>
          </a:p>
          <a:p xmlns:a="http://schemas.openxmlformats.org/drawingml/2006/main">
            <a:r>
              <a:t>https://www.jimtof.org/search/jp/ESdetails?e=41U8xW4UkcM</a:t>
            </a:r>
          </a:p>
          <a:p xmlns:a="http://schemas.openxmlformats.org/drawingml/2006/main">
            <a:r>
              <a:t>該当箇所 main &gt; div.col-md-8.mb-5 の出展紹介、見出し「主な出展物」直後</a:t>
            </a:r>
          </a:p>
          <a:p xmlns:a="http://schemas.openxmlformats.org/drawingml/2006/main">
            <a:r>
              <a:t>確認日 2026-10-16</a:t>
            </a:r>
          </a:p>
          <a:p xmlns:a="http://schemas.openxmlformats.org/drawingml/2006/main">
            <a:r>
              <a:t>種類 公式掲載の出展者記述（メーカー主張）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EOV-V009-2024-1</a:t>
            </a:r>
          </a:p>
          <a:p xmlns:a="http://schemas.openxmlformats.org/drawingml/2006/main">
            <a:r>
              <a:t>JIMTOF2024公式カタログ：株式会社CGTech (E5042)</a:t>
            </a:r>
          </a:p>
          <a:p xmlns:a="http://schemas.openxmlformats.org/drawingml/2006/main">
            <a:r>
              <a:t>https://www.jimtof.org/2024/search/jp/ESdetails?e=AxDUk3YbQDI</a:t>
            </a:r>
          </a:p>
          <a:p xmlns:a="http://schemas.openxmlformats.org/drawingml/2006/main">
            <a:r>
              <a:t>該当箇所 main &gt; div.col-md-8.mb-5 の出展紹介、見出し「主な出展物」直後</a:t>
            </a:r>
          </a:p>
          <a:p xmlns:a="http://schemas.openxmlformats.org/drawingml/2006/main">
            <a:r>
              <a:t>確認日 2026-10-16</a:t>
            </a:r>
          </a:p>
          <a:p xmlns:a="http://schemas.openxmlformats.org/drawingml/2006/main">
            <a:r>
              <a:t>種類 公式掲載の出展者記述（メーカー主張）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RPT-S04</a:t>
            </a:r>
          </a:p>
          <a:p xmlns:a="http://schemas.openxmlformats.org/drawingml/2006/main">
            <a:r>
              <a:t>Vericut Force FAQ</a:t>
            </a:r>
          </a:p>
          <a:p xmlns:a="http://schemas.openxmlformats.org/drawingml/2006/main">
            <a:r>
              <a:t>https://archive.vericut.com/force-faq/</a:t>
            </a:r>
          </a:p>
          <a:p xmlns:a="http://schemas.openxmlformats.org/drawingml/2006/main">
            <a:r>
              <a:t>該当箇所 Force physics-based optimization</a:t>
            </a:r>
          </a:p>
          <a:p xmlns:a="http://schemas.openxmlformats.org/drawingml/2006/main">
            <a:r>
              <a:t>確認日 2026-10-18</a:t>
            </a:r>
          </a:p>
          <a:p xmlns:a="http://schemas.openxmlformats.org/drawingml/2006/main">
            <a:r>
              <a:t>種類 公式記載（メーカー主張）。実測・独立評価ではない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S08 主軸負荷を使う加工中の適応制御</a:t>
            </a:r>
          </a:p>
          <a:p xmlns:a="http://schemas.openxmlformats.org/drawingml/2006/main">
            <a:r>
              <a:t>RPT002</a:t>
            </a:r>
          </a:p>
          <a:p xmlns:a="http://schemas.openxmlformats.org/drawingml/2006/main">
            <a:r>
              <a:t>RPT-EXH-2026-107042c6cf64ba96</a:t>
            </a:r>
          </a:p>
          <a:p xmlns:a="http://schemas.openxmlformats.org/drawingml/2006/main">
            <a:r>
              <a:t>西部商工株式会社 JIMTOF2026</a:t>
            </a:r>
          </a:p>
          <a:p xmlns:a="http://schemas.openxmlformats.org/drawingml/2006/main">
            <a:r>
              <a:t>https://www.jimtof.org/search/jp/ESdetails?e=OC6R-wdDduM</a:t>
            </a:r>
          </a:p>
          <a:p xmlns:a="http://schemas.openxmlformats.org/drawingml/2006/main">
            <a:r>
              <a:t>該当箇所 main &gt; div.container &gt; div.row &gt; div.col-md-8.mb-5; 見出し「主な出展物」と直後のp</a:t>
            </a:r>
          </a:p>
          <a:p xmlns:a="http://schemas.openxmlformats.org/drawingml/2006/main">
            <a:r>
              <a:t>確認日 2026-10-16</a:t>
            </a:r>
          </a:p>
          <a:p xmlns:a="http://schemas.openxmlformats.org/drawingml/2006/main">
            <a:r>
              <a:t>種類 公式カタログ掲載・出展者記述。2026は展示予定で現地実演未確認。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RPT-EXH-2024-151b23d9e05ccb13</a:t>
            </a:r>
          </a:p>
          <a:p xmlns:a="http://schemas.openxmlformats.org/drawingml/2006/main">
            <a:r>
              <a:t>西部商工株式会社 JIMTOF2024</a:t>
            </a:r>
          </a:p>
          <a:p xmlns:a="http://schemas.openxmlformats.org/drawingml/2006/main">
            <a:r>
              <a:t>https://www.jimtof.org/2024/search/jp/ESdetails?e=YRTw8XJWi9g</a:t>
            </a:r>
          </a:p>
          <a:p xmlns:a="http://schemas.openxmlformats.org/drawingml/2006/main">
            <a:r>
              <a:t>該当箇所 main &gt; div.container &gt; div.row &gt; div.col-md-8.mb-5; 見出し「主な出展物」と直後のp</a:t>
            </a:r>
          </a:p>
          <a:p xmlns:a="http://schemas.openxmlformats.org/drawingml/2006/main">
            <a:r>
              <a:t>確認日 2026-10-16</a:t>
            </a:r>
          </a:p>
          <a:p xmlns:a="http://schemas.openxmlformats.org/drawingml/2006/main">
            <a:r>
              <a:t>種類 公式カタログ掲載・出展者記述。2026は展示予定で現地実演未確認。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S10 工具刃先の3D計測と補正加工</a:t>
            </a:r>
          </a:p>
          <a:p xmlns:a="http://schemas.openxmlformats.org/drawingml/2006/main">
            <a:r>
              <a:t>AC085</a:t>
            </a:r>
          </a:p>
          <a:p xmlns:a="http://schemas.openxmlformats.org/drawingml/2006/main">
            <a:r>
              <a:t>EEX-EXH-2026-a0cbad27ea34d7c4</a:t>
            </a:r>
          </a:p>
          <a:p xmlns:a="http://schemas.openxmlformats.org/drawingml/2006/main">
            <a:r>
              <a:t>JIMTOF2026公式出展説明：株式会社サイバーRC (E7074)</a:t>
            </a:r>
          </a:p>
          <a:p xmlns:a="http://schemas.openxmlformats.org/drawingml/2006/main">
            <a:r>
              <a:t>https://www.jimtof.org/search/jp/ESdetails?e=8ealehgmk8o</a:t>
            </a:r>
          </a:p>
          <a:p xmlns:a="http://schemas.openxmlformats.org/drawingml/2006/main">
            <a:r>
              <a:t>該当箇所 出展紹介・主な出展物。追加カードの原典抜粋で検索</a:t>
            </a:r>
          </a:p>
          <a:p xmlns:a="http://schemas.openxmlformats.org/drawingml/2006/main">
            <a:r>
              <a:t>確認日 2026-10-16</a:t>
            </a:r>
          </a:p>
          <a:p xmlns:a="http://schemas.openxmlformats.org/drawingml/2006/main">
            <a:r>
              <a:t>種類 公式掲載の出展者記述・メーカー主張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EEX-EXH-2024-76ac534a229f7c29</a:t>
            </a:r>
          </a:p>
          <a:p xmlns:a="http://schemas.openxmlformats.org/drawingml/2006/main">
            <a:r>
              <a:t>JIMTOF2024公式出展説明：株式会社サイバーRC (W3046)</a:t>
            </a:r>
          </a:p>
          <a:p xmlns:a="http://schemas.openxmlformats.org/drawingml/2006/main">
            <a:r>
              <a:t>https://www.jimtof.org/2024/search/jp/ESdetails?e=wk2AEX5rHpw</a:t>
            </a:r>
          </a:p>
          <a:p xmlns:a="http://schemas.openxmlformats.org/drawingml/2006/main">
            <a:r>
              <a:t>該当箇所 出展紹介・主な出展物。追加カードの原典抜粋で検索</a:t>
            </a:r>
          </a:p>
          <a:p xmlns:a="http://schemas.openxmlformats.org/drawingml/2006/main">
            <a:r>
              <a:t>確認日 2026-10-16</a:t>
            </a:r>
          </a:p>
          <a:p xmlns:a="http://schemas.openxmlformats.org/drawingml/2006/main">
            <a:r>
              <a:t>種類 公式掲載の出展者記述・メーカー主張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EDP-02</a:t>
            </a:r>
          </a:p>
          <a:p xmlns:a="http://schemas.openxmlformats.org/drawingml/2006/main">
            <a:r>
              <a:t>GH5総合カタログ</a:t>
            </a:r>
          </a:p>
          <a:p xmlns:a="http://schemas.openxmlformats.org/drawingml/2006/main">
            <a:r>
              <a:t>https://cyber-rc.com/wp-content/uploads/2025/10/%E7%B7%8F%E5%90%88%E3%82%AB%E3%82%BF%E3%83%AD%E3%82%B0420-x-297-mm%E6%A8%AA%E4%B8%A6%E3%81%B3-.pdf</a:t>
            </a:r>
          </a:p>
          <a:p xmlns:a="http://schemas.openxmlformats.org/drawingml/2006/main">
            <a:r>
              <a:t>該当箇所 GRISTAR HONING 5 AXIS／幅・角度設定、Robot Eye、自動調整</a:t>
            </a:r>
          </a:p>
          <a:p xmlns:a="http://schemas.openxmlformats.org/drawingml/2006/main">
            <a:r>
              <a:t>確認日 2026-10-16</a:t>
            </a:r>
          </a:p>
          <a:p xmlns:a="http://schemas.openxmlformats.org/drawingml/2006/main">
            <a:r>
              <a:t>種類 企業／開発元公式説明・メーカー主張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S11 外観検査と追加学習</a:t>
            </a:r>
          </a:p>
          <a:p xmlns:a="http://schemas.openxmlformats.org/drawingml/2006/main">
            <a:r>
              <a:t>FC036</a:t>
            </a:r>
          </a:p>
          <a:p xmlns:a="http://schemas.openxmlformats.org/drawingml/2006/main">
            <a:r>
              <a:t>EOV-V021-2026-1</a:t>
            </a:r>
          </a:p>
          <a:p xmlns:a="http://schemas.openxmlformats.org/drawingml/2006/main">
            <a:r>
              <a:t>JIMTOF2026公式カタログ：株式会社ＨＡＣＡＲＵＳ (S1031)</a:t>
            </a:r>
          </a:p>
          <a:p xmlns:a="http://schemas.openxmlformats.org/drawingml/2006/main">
            <a:r>
              <a:t>https://www.jimtof.org/search/jp/ESdetails?e=oatArsOZ-Wc</a:t>
            </a:r>
          </a:p>
          <a:p xmlns:a="http://schemas.openxmlformats.org/drawingml/2006/main">
            <a:r>
              <a:t>該当箇所 main &gt; div.col-md-8.mb-5 の出展紹介、見出し「主な出展物」直後</a:t>
            </a:r>
          </a:p>
          <a:p xmlns:a="http://schemas.openxmlformats.org/drawingml/2006/main">
            <a:r>
              <a:t>確認日 2026-10-16</a:t>
            </a:r>
          </a:p>
          <a:p xmlns:a="http://schemas.openxmlformats.org/drawingml/2006/main">
            <a:r>
              <a:t>種類 公式掲載の出展者記述（メーカー主張）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ERF-05</a:t>
            </a:r>
          </a:p>
          <a:p xmlns:a="http://schemas.openxmlformats.org/drawingml/2006/main">
            <a:r>
              <a:t>Check ZERO公式ソフトウェア説明</a:t>
            </a:r>
          </a:p>
          <a:p xmlns:a="http://schemas.openxmlformats.org/drawingml/2006/main">
            <a:r>
              <a:t>https://check.hacarus.com/ja/aisoftware/</a:t>
            </a:r>
          </a:p>
          <a:p xmlns:a="http://schemas.openxmlformats.org/drawingml/2006/main">
            <a:r>
              <a:t>該当箇所 特徴／異常箇所表示・良否アノテーション追加学習</a:t>
            </a:r>
          </a:p>
          <a:p xmlns:a="http://schemas.openxmlformats.org/drawingml/2006/main">
            <a:r>
              <a:t>確認日 2026-10-18</a:t>
            </a:r>
          </a:p>
          <a:p xmlns:a="http://schemas.openxmlformats.org/drawingml/2006/main">
            <a:r>
              <a:t>種類 企業／開発元／展示会の公式説明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EDP-14</a:t>
            </a:r>
          </a:p>
          <a:p xmlns:a="http://schemas.openxmlformats.org/drawingml/2006/main">
            <a:r>
              <a:t>Check ZERO正式販売開始</a:t>
            </a:r>
          </a:p>
          <a:p xmlns:a="http://schemas.openxmlformats.org/drawingml/2006/main">
            <a:r>
              <a:t>https://hacarus.com/ja/press-release/20250707-news/</a:t>
            </a:r>
          </a:p>
          <a:p xmlns:a="http://schemas.openxmlformats.org/drawingml/2006/main">
            <a:r>
              <a:t>該当箇所 2025/7/9販売／良品学習とアノテーション追加学習／判定UI</a:t>
            </a:r>
          </a:p>
          <a:p xmlns:a="http://schemas.openxmlformats.org/drawingml/2006/main">
            <a:r>
              <a:t>確認日 2026-10-16</a:t>
            </a:r>
          </a:p>
          <a:p xmlns:a="http://schemas.openxmlformats.org/drawingml/2006/main">
            <a:r>
              <a:t>種類 企業／開発元公式説明・メーカー主張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S13 工具画像を使う摩耗診断</a:t>
            </a:r>
          </a:p>
          <a:p xmlns:a="http://schemas.openxmlformats.org/drawingml/2006/main">
            <a:r>
              <a:t>FC038</a:t>
            </a:r>
          </a:p>
          <a:p xmlns:a="http://schemas.openxmlformats.org/drawingml/2006/main">
            <a:r>
              <a:t>EOV-V023-2026-1</a:t>
            </a:r>
          </a:p>
          <a:p xmlns:a="http://schemas.openxmlformats.org/drawingml/2006/main">
            <a:r>
              <a:t>JIMTOF2026公式カタログ：ハイデンハイン株式会社 (E7043)</a:t>
            </a:r>
          </a:p>
          <a:p xmlns:a="http://schemas.openxmlformats.org/drawingml/2006/main">
            <a:r>
              <a:t>https://www.jimtof.org/search/jp/ESdetails?e=iohDR5yR9VA</a:t>
            </a:r>
          </a:p>
          <a:p xmlns:a="http://schemas.openxmlformats.org/drawingml/2006/main">
            <a:r>
              <a:t>該当箇所 main &gt; div.col-md-8.mb-5 の出展紹介、見出し「主な出展物」直後</a:t>
            </a:r>
          </a:p>
          <a:p xmlns:a="http://schemas.openxmlformats.org/drawingml/2006/main">
            <a:r>
              <a:t>確認日 2026-10-16</a:t>
            </a:r>
          </a:p>
          <a:p xmlns:a="http://schemas.openxmlformats.org/drawingml/2006/main">
            <a:r>
              <a:t>種類 公式掲載の出展者記述（メーカー主張）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EOV-V023-2024-1</a:t>
            </a:r>
          </a:p>
          <a:p xmlns:a="http://schemas.openxmlformats.org/drawingml/2006/main">
            <a:r>
              <a:t>JIMTOF2024公式カタログ：ハイデンハイン株式会社 (E7123)</a:t>
            </a:r>
          </a:p>
          <a:p xmlns:a="http://schemas.openxmlformats.org/drawingml/2006/main">
            <a:r>
              <a:t>https://www.jimtof.org/2024/search/jp/ESdetails?e=GFSwCXSxe9o</a:t>
            </a:r>
          </a:p>
          <a:p xmlns:a="http://schemas.openxmlformats.org/drawingml/2006/main">
            <a:r>
              <a:t>該当箇所 main &gt; div.col-md-8.mb-5 の出展紹介、見出し「主な出展物」直後</a:t>
            </a:r>
          </a:p>
          <a:p xmlns:a="http://schemas.openxmlformats.org/drawingml/2006/main">
            <a:r>
              <a:t>確認日 2026-10-16</a:t>
            </a:r>
          </a:p>
          <a:p xmlns:a="http://schemas.openxmlformats.org/drawingml/2006/main">
            <a:r>
              <a:t>種類 公式掲載の出展者記述（メーカー主張）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S14 稼働データを使う設備診断</a:t>
            </a:r>
          </a:p>
          <a:p xmlns:a="http://schemas.openxmlformats.org/drawingml/2006/main">
            <a:r>
              <a:t>AC225</a:t>
            </a:r>
          </a:p>
          <a:p xmlns:a="http://schemas.openxmlformats.org/drawingml/2006/main">
            <a:r>
              <a:t>EEX-EXH-2026-308c5194f12fe009</a:t>
            </a:r>
          </a:p>
          <a:p xmlns:a="http://schemas.openxmlformats.org/drawingml/2006/main">
            <a:r>
              <a:t>JIMTOF2026公式出展説明：ムラテックＣＣＳ株式会社 (E3031)</a:t>
            </a:r>
          </a:p>
          <a:p xmlns:a="http://schemas.openxmlformats.org/drawingml/2006/main">
            <a:r>
              <a:t>https://www.jimtof.org/search/jp/ESdetails?e=Z_SbvK_hxBY</a:t>
            </a:r>
          </a:p>
          <a:p xmlns:a="http://schemas.openxmlformats.org/drawingml/2006/main">
            <a:r>
              <a:t>該当箇所 出展紹介・主な出展物。追加カードの原典抜粋で検索</a:t>
            </a:r>
          </a:p>
          <a:p xmlns:a="http://schemas.openxmlformats.org/drawingml/2006/main">
            <a:r>
              <a:t>確認日 2026-10-16</a:t>
            </a:r>
          </a:p>
          <a:p xmlns:a="http://schemas.openxmlformats.org/drawingml/2006/main">
            <a:r>
              <a:t>種類 公式掲載の出展者記述・メーカー主張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EEX-EXH-2024-b0a94c1cd407ea8a</a:t>
            </a:r>
          </a:p>
          <a:p xmlns:a="http://schemas.openxmlformats.org/drawingml/2006/main">
            <a:r>
              <a:t>JIMTOF2024公式出展説明：ムラテックCCS株式会社 (E6019)</a:t>
            </a:r>
          </a:p>
          <a:p xmlns:a="http://schemas.openxmlformats.org/drawingml/2006/main">
            <a:r>
              <a:t>https://www.jimtof.org/2024/search/jp/ESdetails?e=2N7pXq5Aehs</a:t>
            </a:r>
          </a:p>
          <a:p xmlns:a="http://schemas.openxmlformats.org/drawingml/2006/main">
            <a:r>
              <a:t>該当箇所 出展紹介・主な出展物。追加カードの原典抜粋で検索</a:t>
            </a:r>
          </a:p>
          <a:p xmlns:a="http://schemas.openxmlformats.org/drawingml/2006/main">
            <a:r>
              <a:t>確認日 2026-10-16</a:t>
            </a:r>
          </a:p>
          <a:p xmlns:a="http://schemas.openxmlformats.org/drawingml/2006/main">
            <a:r>
              <a:t>種類 公式掲載の出展者記述・メーカー主張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EDP-13</a:t>
            </a:r>
          </a:p>
          <a:p xmlns:a="http://schemas.openxmlformats.org/drawingml/2006/main">
            <a:r>
              <a:t>AIを用いた故障診断</a:t>
            </a:r>
          </a:p>
          <a:p xmlns:a="http://schemas.openxmlformats.org/drawingml/2006/main">
            <a:r>
              <a:t>https://www.muratec.jp/company/ti/rd/detail.php?id=7540</a:t>
            </a:r>
          </a:p>
          <a:p xmlns:a="http://schemas.openxmlformats.org/drawingml/2006/main">
            <a:r>
              <a:t>該当箇所 電流・振動を新品データと比較／補正入力回数・軸負荷による劣化判定</a:t>
            </a:r>
          </a:p>
          <a:p xmlns:a="http://schemas.openxmlformats.org/drawingml/2006/main">
            <a:r>
              <a:t>確認日 2026-10-16</a:t>
            </a:r>
          </a:p>
          <a:p xmlns:a="http://schemas.openxmlformats.org/drawingml/2006/main">
            <a:r>
              <a:t>種類 企業／開発元公式説明・メーカー主張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S15 2024年にも存在した加工異常検知</a:t>
            </a:r>
          </a:p>
          <a:p xmlns:a="http://schemas.openxmlformats.org/drawingml/2006/main">
            <a:r>
              <a:t>FC064</a:t>
            </a:r>
          </a:p>
          <a:p xmlns:a="http://schemas.openxmlformats.org/drawingml/2006/main">
            <a:r>
              <a:t>EAT-V043-2026-1</a:t>
            </a:r>
          </a:p>
          <a:p xmlns:a="http://schemas.openxmlformats.org/drawingml/2006/main">
            <a:r>
              <a:t>JIMTOF2026公式カタログ：三菱電機株式会社</a:t>
            </a:r>
          </a:p>
          <a:p xmlns:a="http://schemas.openxmlformats.org/drawingml/2006/main">
            <a:r>
              <a:t>https://www.jimtof.org/search/jp/ESdetails?e=AjLnzm01WWU</a:t>
            </a:r>
          </a:p>
          <a:p xmlns:a="http://schemas.openxmlformats.org/drawingml/2006/main">
            <a:r>
              <a:t>該当箇所 出展紹介・主な出展物（カードの製品名・機能語で検索）</a:t>
            </a:r>
          </a:p>
          <a:p xmlns:a="http://schemas.openxmlformats.org/drawingml/2006/main">
            <a:r>
              <a:t>確認日 2026-10-16</a:t>
            </a:r>
          </a:p>
          <a:p xmlns:a="http://schemas.openxmlformats.org/drawingml/2006/main">
            <a:r>
              <a:t>種類 公式掲載の出展者記述・メーカー主張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EAT-V043-2024-1</a:t>
            </a:r>
          </a:p>
          <a:p xmlns:a="http://schemas.openxmlformats.org/drawingml/2006/main">
            <a:r>
              <a:t>JIMTOF2024公式カタログ：三菱電機株式会社</a:t>
            </a:r>
          </a:p>
          <a:p xmlns:a="http://schemas.openxmlformats.org/drawingml/2006/main">
            <a:r>
              <a:t>https://www.jimtof.org/2024/search/jp/ESdetails?e=30li0vWcseI</a:t>
            </a:r>
          </a:p>
          <a:p xmlns:a="http://schemas.openxmlformats.org/drawingml/2006/main">
            <a:r>
              <a:t>該当箇所 出展紹介・主な出展物（カードの製品名・機能語で検索）</a:t>
            </a:r>
          </a:p>
          <a:p xmlns:a="http://schemas.openxmlformats.org/drawingml/2006/main">
            <a:r>
              <a:t>確認日 2026-10-16</a:t>
            </a:r>
          </a:p>
          <a:p xmlns:a="http://schemas.openxmlformats.org/drawingml/2006/main">
            <a:r>
              <a:t>種類 公式掲載の出展者記述・メーカー主張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S18 小部品の認識と磁気ピック</a:t>
            </a:r>
          </a:p>
          <a:p xmlns:a="http://schemas.openxmlformats.org/drawingml/2006/main">
            <a:r>
              <a:t>AC051</a:t>
            </a:r>
          </a:p>
          <a:p xmlns:a="http://schemas.openxmlformats.org/drawingml/2006/main">
            <a:r>
              <a:t>EEX-EXH-2026-30b70a74241de123</a:t>
            </a:r>
          </a:p>
          <a:p xmlns:a="http://schemas.openxmlformats.org/drawingml/2006/main">
            <a:r>
              <a:t>JIMTOF2026公式出展説明：カネテック株式会社 (W2013)</a:t>
            </a:r>
          </a:p>
          <a:p xmlns:a="http://schemas.openxmlformats.org/drawingml/2006/main">
            <a:r>
              <a:t>https://www.jimtof.org/search/jp/ESdetails?e=ekM3exgIAtc</a:t>
            </a:r>
          </a:p>
          <a:p xmlns:a="http://schemas.openxmlformats.org/drawingml/2006/main">
            <a:r>
              <a:t>該当箇所 出展紹介・主な出展物。追加カードの原典抜粋で検索</a:t>
            </a:r>
          </a:p>
          <a:p xmlns:a="http://schemas.openxmlformats.org/drawingml/2006/main">
            <a:r>
              <a:t>確認日 2026-10-16</a:t>
            </a:r>
          </a:p>
          <a:p xmlns:a="http://schemas.openxmlformats.org/drawingml/2006/main">
            <a:r>
              <a:t>種類 公式掲載の出展者記述・メーカー主張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EEX-EXH-2024-45415d070f47dc6e</a:t>
            </a:r>
          </a:p>
          <a:p xmlns:a="http://schemas.openxmlformats.org/drawingml/2006/main">
            <a:r>
              <a:t>JIMTOF2024公式出展説明：カネテック株式会社 (W2030)</a:t>
            </a:r>
          </a:p>
          <a:p xmlns:a="http://schemas.openxmlformats.org/drawingml/2006/main">
            <a:r>
              <a:t>https://www.jimtof.org/2024/search/jp/ESdetails?e=ot0Fx36wI0g</a:t>
            </a:r>
          </a:p>
          <a:p xmlns:a="http://schemas.openxmlformats.org/drawingml/2006/main">
            <a:r>
              <a:t>該当箇所 出展紹介・主な出展物。追加カードの原典抜粋で検索</a:t>
            </a:r>
          </a:p>
          <a:p xmlns:a="http://schemas.openxmlformats.org/drawingml/2006/main">
            <a:r>
              <a:t>確認日 2026-10-16</a:t>
            </a:r>
          </a:p>
          <a:p xmlns:a="http://schemas.openxmlformats.org/drawingml/2006/main">
            <a:r>
              <a:t>種類 公式掲載の出展者記述・メーカー主張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EDP-01</a:t>
            </a:r>
          </a:p>
          <a:p xmlns:a="http://schemas.openxmlformats.org/drawingml/2006/main">
            <a:r>
              <a:t>MagnetPinset</a:t>
            </a:r>
          </a:p>
          <a:p xmlns:a="http://schemas.openxmlformats.org/drawingml/2006/main">
            <a:r>
              <a:t>https://kanetec.co.jp/lp/MagnetPinset%40LP.html</a:t>
            </a:r>
          </a:p>
          <a:p xmlns:a="http://schemas.openxmlformats.org/drawingml/2006/main">
            <a:r>
              <a:t>該当箇所 小径ネジの課題／JIMTOF2024出展／ネジ整列器</a:t>
            </a:r>
          </a:p>
          <a:p xmlns:a="http://schemas.openxmlformats.org/drawingml/2006/main">
            <a:r>
              <a:t>確認日 2026-10-16</a:t>
            </a:r>
          </a:p>
          <a:p xmlns:a="http://schemas.openxmlformats.org/drawingml/2006/main">
            <a:r>
              <a:t>種類 企業／開発元公式説明・メーカー主張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S19 バリ取り工具の摩耗への自動追従</a:t>
            </a:r>
          </a:p>
          <a:p xmlns:a="http://schemas.openxmlformats.org/drawingml/2006/main">
            <a:r>
              <a:t>AC097</a:t>
            </a:r>
          </a:p>
          <a:p xmlns:a="http://schemas.openxmlformats.org/drawingml/2006/main">
            <a:r>
              <a:t>EEX-EXH-2026-ba283a239e52d644</a:t>
            </a:r>
          </a:p>
          <a:p xmlns:a="http://schemas.openxmlformats.org/drawingml/2006/main">
            <a:r>
              <a:t>JIMTOF2026公式出展説明：株式会社ジーベックテクノロジー (WA006)</a:t>
            </a:r>
          </a:p>
          <a:p xmlns:a="http://schemas.openxmlformats.org/drawingml/2006/main">
            <a:r>
              <a:t>https://www.jimtof.org/search/jp/ESdetails?e=jbu03Ik4s00</a:t>
            </a:r>
          </a:p>
          <a:p xmlns:a="http://schemas.openxmlformats.org/drawingml/2006/main">
            <a:r>
              <a:t>該当箇所 出展紹介・主な出展物。追加カードの原典抜粋で検索</a:t>
            </a:r>
          </a:p>
          <a:p xmlns:a="http://schemas.openxmlformats.org/drawingml/2006/main">
            <a:r>
              <a:t>確認日 2026-10-16</a:t>
            </a:r>
          </a:p>
          <a:p xmlns:a="http://schemas.openxmlformats.org/drawingml/2006/main">
            <a:r>
              <a:t>種類 公式掲載の出展者記述・メーカー主張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EEX-EXH-2024-1632c66ef4d28e78</a:t>
            </a:r>
          </a:p>
          <a:p xmlns:a="http://schemas.openxmlformats.org/drawingml/2006/main">
            <a:r>
              <a:t>JIMTOF2024公式出展説明：株式会社ジーベックテクノロジー (WA007)</a:t>
            </a:r>
          </a:p>
          <a:p xmlns:a="http://schemas.openxmlformats.org/drawingml/2006/main">
            <a:r>
              <a:t>https://www.jimtof.org/2024/search/jp/ESdetails?e=mnvwVRInyM8</a:t>
            </a:r>
          </a:p>
          <a:p xmlns:a="http://schemas.openxmlformats.org/drawingml/2006/main">
            <a:r>
              <a:t>該当箇所 出展紹介・主な出展物。追加カードの原典抜粋で検索</a:t>
            </a:r>
          </a:p>
          <a:p xmlns:a="http://schemas.openxmlformats.org/drawingml/2006/main">
            <a:r>
              <a:t>確認日 2026-10-16</a:t>
            </a:r>
          </a:p>
          <a:p xmlns:a="http://schemas.openxmlformats.org/drawingml/2006/main">
            <a:r>
              <a:t>種類 公式掲載の出展者記述・メーカー主張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S20 爪と工具の自動交換</a:t>
            </a:r>
          </a:p>
          <a:p xmlns:a="http://schemas.openxmlformats.org/drawingml/2006/main">
            <a:r>
              <a:t>AC214</a:t>
            </a:r>
          </a:p>
          <a:p xmlns:a="http://schemas.openxmlformats.org/drawingml/2006/main">
            <a:r>
              <a:t>EEX-EXH-2026-0daa587f8abf6076</a:t>
            </a:r>
          </a:p>
          <a:p xmlns:a="http://schemas.openxmlformats.org/drawingml/2006/main">
            <a:r>
              <a:t>JIMTOF2026公式出展説明：松本機械工業株式会社 (W2070)</a:t>
            </a:r>
          </a:p>
          <a:p xmlns:a="http://schemas.openxmlformats.org/drawingml/2006/main">
            <a:r>
              <a:t>https://www.jimtof.org/search/jp/ESdetails?e=bhpEIIjKNb4</a:t>
            </a:r>
          </a:p>
          <a:p xmlns:a="http://schemas.openxmlformats.org/drawingml/2006/main">
            <a:r>
              <a:t>該当箇所 出展紹介・主な出展物。追加カードの原典抜粋で検索</a:t>
            </a:r>
          </a:p>
          <a:p xmlns:a="http://schemas.openxmlformats.org/drawingml/2006/main">
            <a:r>
              <a:t>確認日 2026-10-16</a:t>
            </a:r>
          </a:p>
          <a:p xmlns:a="http://schemas.openxmlformats.org/drawingml/2006/main">
            <a:r>
              <a:t>種類 公式掲載の出展者記述・メーカー主張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EEX-EXH-2024-1dc10e3b594ed9d8</a:t>
            </a:r>
          </a:p>
          <a:p xmlns:a="http://schemas.openxmlformats.org/drawingml/2006/main">
            <a:r>
              <a:t>JIMTOF2024公式出展説明：松本機械工業株式会社 (W2055)</a:t>
            </a:r>
          </a:p>
          <a:p xmlns:a="http://schemas.openxmlformats.org/drawingml/2006/main">
            <a:r>
              <a:t>https://www.jimtof.org/2024/search/jp/ESdetails?e=1cGhqW04Qes</a:t>
            </a:r>
          </a:p>
          <a:p xmlns:a="http://schemas.openxmlformats.org/drawingml/2006/main">
            <a:r>
              <a:t>該当箇所 出展紹介・主な出展物。追加カードの原典抜粋で検索</a:t>
            </a:r>
          </a:p>
          <a:p xmlns:a="http://schemas.openxmlformats.org/drawingml/2006/main">
            <a:r>
              <a:t>確認日 2026-10-16</a:t>
            </a:r>
          </a:p>
          <a:p xmlns:a="http://schemas.openxmlformats.org/drawingml/2006/main">
            <a:r>
              <a:t>種類 公式掲載の出展者記述・メーカー主張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EDP-26</a:t>
            </a:r>
          </a:p>
          <a:p xmlns:a="http://schemas.openxmlformats.org/drawingml/2006/main">
            <a:r>
              <a:t>Smart Terrace Adv</a:t>
            </a:r>
          </a:p>
          <a:p xmlns:a="http://schemas.openxmlformats.org/drawingml/2006/main">
            <a:r>
              <a:t>https://mmkchuck.com/product/7218/</a:t>
            </a:r>
          </a:p>
          <a:p xmlns:a="http://schemas.openxmlformats.org/drawingml/2006/main">
            <a:r>
              <a:t>該当箇所 7つの革新／寸法パラメータ入力・出荷時組込プログラム／レトロフィット</a:t>
            </a:r>
          </a:p>
          <a:p xmlns:a="http://schemas.openxmlformats.org/drawingml/2006/main">
            <a:r>
              <a:t>確認日 2026-10-16</a:t>
            </a:r>
          </a:p>
          <a:p xmlns:a="http://schemas.openxmlformats.org/drawingml/2006/main">
            <a:r>
              <a:t>種類 企業／開発元公式説明・メーカー主張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S21 移設後のロボット位置復旧</a:t>
            </a:r>
          </a:p>
          <a:p xmlns:a="http://schemas.openxmlformats.org/drawingml/2006/main">
            <a:r>
              <a:t>FC048</a:t>
            </a:r>
          </a:p>
          <a:p xmlns:a="http://schemas.openxmlformats.org/drawingml/2006/main">
            <a:r>
              <a:t>EOV-V029-2026-1</a:t>
            </a:r>
          </a:p>
          <a:p xmlns:a="http://schemas.openxmlformats.org/drawingml/2006/main">
            <a:r>
              <a:t>JIMTOF2026公式カタログ：中村留精密工業株式会社 (E2027)</a:t>
            </a:r>
          </a:p>
          <a:p xmlns:a="http://schemas.openxmlformats.org/drawingml/2006/main">
            <a:r>
              <a:t>https://www.jimtof.org/search/jp/ESdetails?e=C7A_2ZTDXNw</a:t>
            </a:r>
          </a:p>
          <a:p xmlns:a="http://schemas.openxmlformats.org/drawingml/2006/main">
            <a:r>
              <a:t>該当箇所 main &gt; div.col-md-8.mb-5 の出展紹介、見出し「主な出展物」直後</a:t>
            </a:r>
          </a:p>
          <a:p xmlns:a="http://schemas.openxmlformats.org/drawingml/2006/main">
            <a:r>
              <a:t>確認日 2026-10-16</a:t>
            </a:r>
          </a:p>
          <a:p xmlns:a="http://schemas.openxmlformats.org/drawingml/2006/main">
            <a:r>
              <a:t>種類 公式掲載の出展者記述（メーカー主張）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EOV-V029-2024-1</a:t>
            </a:r>
          </a:p>
          <a:p xmlns:a="http://schemas.openxmlformats.org/drawingml/2006/main">
            <a:r>
              <a:t>JIMTOF2024公式カタログ：中村留精密工業株式会社 (E5033)</a:t>
            </a:r>
          </a:p>
          <a:p xmlns:a="http://schemas.openxmlformats.org/drawingml/2006/main">
            <a:r>
              <a:t>https://www.jimtof.org/2024/search/jp/ESdetails?e=RYK326OoMn4</a:t>
            </a:r>
          </a:p>
          <a:p xmlns:a="http://schemas.openxmlformats.org/drawingml/2006/main">
            <a:r>
              <a:t>該当箇所 main &gt; div.col-md-8.mb-5 の出展紹介、見出し「主な出展物」直後</a:t>
            </a:r>
          </a:p>
          <a:p xmlns:a="http://schemas.openxmlformats.org/drawingml/2006/main">
            <a:r>
              <a:t>確認日 2026-10-16</a:t>
            </a:r>
          </a:p>
          <a:p xmlns:a="http://schemas.openxmlformats.org/drawingml/2006/main">
            <a:r>
              <a:t>種類 公式掲載の出展者記述（メーカー主張）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EOV-W04</a:t>
            </a:r>
          </a:p>
          <a:p xmlns:a="http://schemas.openxmlformats.org/drawingml/2006/main">
            <a:r>
              <a:t>RoboSync</a:t>
            </a:r>
          </a:p>
          <a:p xmlns:a="http://schemas.openxmlformats.org/drawingml/2006/main">
            <a:r>
              <a:t>https://www.nakamura-tome.co.jp/products/automation/robosync/</a:t>
            </a:r>
          </a:p>
          <a:p xmlns:a="http://schemas.openxmlformats.org/drawingml/2006/main">
            <a:r>
              <a:t>該当箇所 製品の特長 &gt; 簡単復旧、簡単操作</a:t>
            </a:r>
          </a:p>
          <a:p xmlns:a="http://schemas.openxmlformats.org/drawingml/2006/main">
            <a:r>
              <a:t>確認日 2026-10-16</a:t>
            </a:r>
          </a:p>
          <a:p xmlns:a="http://schemas.openxmlformats.org/drawingml/2006/main">
            <a:r>
              <a:t>種類 企業公式資料・メーカー主張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S28 搬送車の遠隔操作による復帰</a:t>
            </a:r>
          </a:p>
          <a:p xmlns:a="http://schemas.openxmlformats.org/drawingml/2006/main">
            <a:r>
              <a:t>FC031</a:t>
            </a:r>
          </a:p>
          <a:p xmlns:a="http://schemas.openxmlformats.org/drawingml/2006/main">
            <a:r>
              <a:t>EOV-V016-2026-1</a:t>
            </a:r>
          </a:p>
          <a:p xmlns:a="http://schemas.openxmlformats.org/drawingml/2006/main">
            <a:r>
              <a:t>JIMTOF2026公式カタログ：パナソニックプロダクションエンジニアリング株式会社 (W3086)</a:t>
            </a:r>
          </a:p>
          <a:p xmlns:a="http://schemas.openxmlformats.org/drawingml/2006/main">
            <a:r>
              <a:t>https://www.jimtof.org/search/jp/ESdetails?e=5mrMofo3nN8</a:t>
            </a:r>
          </a:p>
          <a:p xmlns:a="http://schemas.openxmlformats.org/drawingml/2006/main">
            <a:r>
              <a:t>該当箇所 main &gt; div.col-md-8.mb-5 の出展紹介、見出し「主な出展物」直後</a:t>
            </a:r>
          </a:p>
          <a:p xmlns:a="http://schemas.openxmlformats.org/drawingml/2006/main">
            <a:r>
              <a:t>確認日 2026-10-16</a:t>
            </a:r>
          </a:p>
          <a:p xmlns:a="http://schemas.openxmlformats.org/drawingml/2006/main">
            <a:r>
              <a:t>種類 公式掲載の出展者記述（メーカー主張）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EOV-W05</a:t>
            </a:r>
          </a:p>
          <a:p xmlns:a="http://schemas.openxmlformats.org/drawingml/2006/main">
            <a:r>
              <a:t>X-Area</a:t>
            </a:r>
          </a:p>
          <a:p xmlns:a="http://schemas.openxmlformats.org/drawingml/2006/main">
            <a:r>
              <a:t>https://www.panasonic.com/jp/company/ppe/products/x-area.html</a:t>
            </a:r>
          </a:p>
          <a:p xmlns:a="http://schemas.openxmlformats.org/drawingml/2006/main">
            <a:r>
              <a:t>該当箇所 サービス概要、システム構成</a:t>
            </a:r>
          </a:p>
          <a:p xmlns:a="http://schemas.openxmlformats.org/drawingml/2006/main">
            <a:r>
              <a:t>確認日 2026-10-16</a:t>
            </a:r>
          </a:p>
          <a:p xmlns:a="http://schemas.openxmlformats.org/drawingml/2006/main">
            <a:r>
              <a:t>種類 企業公式資料・メーカー主張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公式記載はメーカー説明。横断解釈は分析。開発提案と将来像は未検証の仮説。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S04 PLCとHMIの設計支援</a:t>
            </a:r>
          </a:p>
          <a:p xmlns:a="http://schemas.openxmlformats.org/drawingml/2006/main">
            <a:r>
              <a:t>FC011, FC012</a:t>
            </a:r>
          </a:p>
          <a:p xmlns:a="http://schemas.openxmlformats.org/drawingml/2006/main">
            <a:r>
              <a:t>EOV-V005-2026-1</a:t>
            </a:r>
          </a:p>
          <a:p xmlns:a="http://schemas.openxmlformats.org/drawingml/2006/main">
            <a:r>
              <a:t>JIMTOF2026公式カタログ：ベッコフオートメーション株式会社 (E2028)</a:t>
            </a:r>
          </a:p>
          <a:p xmlns:a="http://schemas.openxmlformats.org/drawingml/2006/main">
            <a:r>
              <a:t>https://www.jimtof.org/search/jp/ESdetails?e=K7DqahO2h08</a:t>
            </a:r>
          </a:p>
          <a:p xmlns:a="http://schemas.openxmlformats.org/drawingml/2006/main">
            <a:r>
              <a:t>該当箇所 main &gt; div.col-md-8.mb-5 の出展紹介、見出し「主な出展物」直後</a:t>
            </a:r>
          </a:p>
          <a:p xmlns:a="http://schemas.openxmlformats.org/drawingml/2006/main">
            <a:r>
              <a:t>確認日 2026-10-16</a:t>
            </a:r>
          </a:p>
          <a:p xmlns:a="http://schemas.openxmlformats.org/drawingml/2006/main">
            <a:r>
              <a:t>種類 公式掲載の出展者記述（メーカー主張）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ERF-01</a:t>
            </a:r>
          </a:p>
          <a:p xmlns:a="http://schemas.openxmlformats.org/drawingml/2006/main">
            <a:r>
              <a:t>From chatbot to intelligent agent</a:t>
            </a:r>
          </a:p>
          <a:p xmlns:a="http://schemas.openxmlformats.org/drawingml/2006/main">
            <a:r>
              <a:t>https://www.beckhoff.com/en-gb/company/news/from-chatbot-to-intelligent-agent.html</a:t>
            </a:r>
          </a:p>
          <a:p xmlns:a="http://schemas.openxmlformats.org/drawingml/2006/main">
            <a:r>
              <a:t>該当箇所 2025/6/13／Placing people at the heart of automation；PLC・I/O・HMI、専門家がreview・confirm・approve</a:t>
            </a:r>
          </a:p>
          <a:p xmlns:a="http://schemas.openxmlformats.org/drawingml/2006/main">
            <a:r>
              <a:t>確認日 2026-10-18</a:t>
            </a:r>
          </a:p>
          <a:p xmlns:a="http://schemas.openxmlformats.org/drawingml/2006/main">
            <a:r>
              <a:t>種類 企業／開発元／展示会の公式説明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EDP-03</a:t>
            </a:r>
          </a:p>
          <a:p xmlns:a="http://schemas.openxmlformats.org/drawingml/2006/main">
            <a:r>
              <a:t>TwinCAT Chat発表</a:t>
            </a:r>
          </a:p>
          <a:p xmlns:a="http://schemas.openxmlformats.org/drawingml/2006/main">
            <a:r>
              <a:t>https://www.beckhoff.com/en-en/company/press/twincat-chat-using-innovative-chatbot-technology-in-twincat-engineering-2023-04.html</a:t>
            </a:r>
          </a:p>
          <a:p xmlns:a="http://schemas.openxmlformats.org/drawingml/2006/main">
            <a:r>
              <a:t>該当箇所 TwinCAT XAE／コード作成・追加・最適化・文書化</a:t>
            </a:r>
          </a:p>
          <a:p xmlns:a="http://schemas.openxmlformats.org/drawingml/2006/main">
            <a:r>
              <a:t>確認日 2026-10-16</a:t>
            </a:r>
          </a:p>
          <a:p xmlns:a="http://schemas.openxmlformats.org/drawingml/2006/main">
            <a:r>
              <a:t>種類 企業／開発元公式説明・メーカー主張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S08 主軸負荷を使う加工中の適応制御</a:t>
            </a:r>
          </a:p>
          <a:p xmlns:a="http://schemas.openxmlformats.org/drawingml/2006/main">
            <a:r>
              <a:t>RPT002</a:t>
            </a:r>
          </a:p>
          <a:p xmlns:a="http://schemas.openxmlformats.org/drawingml/2006/main">
            <a:r>
              <a:t>RPT-EXH-2026-107042c6cf64ba96</a:t>
            </a:r>
          </a:p>
          <a:p xmlns:a="http://schemas.openxmlformats.org/drawingml/2006/main">
            <a:r>
              <a:t>西部商工株式会社 JIMTOF2026</a:t>
            </a:r>
          </a:p>
          <a:p xmlns:a="http://schemas.openxmlformats.org/drawingml/2006/main">
            <a:r>
              <a:t>https://www.jimtof.org/search/jp/ESdetails?e=OC6R-wdDduM</a:t>
            </a:r>
          </a:p>
          <a:p xmlns:a="http://schemas.openxmlformats.org/drawingml/2006/main">
            <a:r>
              <a:t>該当箇所 main &gt; div.container &gt; div.row &gt; div.col-md-8.mb-5; 見出し「主な出展物」と直後のp</a:t>
            </a:r>
          </a:p>
          <a:p xmlns:a="http://schemas.openxmlformats.org/drawingml/2006/main">
            <a:r>
              <a:t>確認日 2026-10-16</a:t>
            </a:r>
          </a:p>
          <a:p xmlns:a="http://schemas.openxmlformats.org/drawingml/2006/main">
            <a:r>
              <a:t>種類 公式カタログ掲載・出展者記述。2026は展示予定で現地実演未確認。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RPT-EXH-2024-151b23d9e05ccb13</a:t>
            </a:r>
          </a:p>
          <a:p xmlns:a="http://schemas.openxmlformats.org/drawingml/2006/main">
            <a:r>
              <a:t>西部商工株式会社 JIMTOF2024</a:t>
            </a:r>
          </a:p>
          <a:p xmlns:a="http://schemas.openxmlformats.org/drawingml/2006/main">
            <a:r>
              <a:t>https://www.jimtof.org/2024/search/jp/ESdetails?e=YRTw8XJWi9g</a:t>
            </a:r>
          </a:p>
          <a:p xmlns:a="http://schemas.openxmlformats.org/drawingml/2006/main">
            <a:r>
              <a:t>該当箇所 main &gt; div.container &gt; div.row &gt; div.col-md-8.mb-5; 見出し「主な出展物」と直後のp</a:t>
            </a:r>
          </a:p>
          <a:p xmlns:a="http://schemas.openxmlformats.org/drawingml/2006/main">
            <a:r>
              <a:t>確認日 2026-10-16</a:t>
            </a:r>
          </a:p>
          <a:p xmlns:a="http://schemas.openxmlformats.org/drawingml/2006/main">
            <a:r>
              <a:t>種類 公式カタログ掲載・出展者記述。2026は展示予定で現地実演未確認。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S10 工具刃先の3D計測と補正加工</a:t>
            </a:r>
          </a:p>
          <a:p xmlns:a="http://schemas.openxmlformats.org/drawingml/2006/main">
            <a:r>
              <a:t>AC085</a:t>
            </a:r>
          </a:p>
          <a:p xmlns:a="http://schemas.openxmlformats.org/drawingml/2006/main">
            <a:r>
              <a:t>EEX-EXH-2026-a0cbad27ea34d7c4</a:t>
            </a:r>
          </a:p>
          <a:p xmlns:a="http://schemas.openxmlformats.org/drawingml/2006/main">
            <a:r>
              <a:t>JIMTOF2026公式出展説明：株式会社サイバーRC (E7074)</a:t>
            </a:r>
          </a:p>
          <a:p xmlns:a="http://schemas.openxmlformats.org/drawingml/2006/main">
            <a:r>
              <a:t>https://www.jimtof.org/search/jp/ESdetails?e=8ealehgmk8o</a:t>
            </a:r>
          </a:p>
          <a:p xmlns:a="http://schemas.openxmlformats.org/drawingml/2006/main">
            <a:r>
              <a:t>該当箇所 出展紹介・主な出展物。追加カードの原典抜粋で検索</a:t>
            </a:r>
          </a:p>
          <a:p xmlns:a="http://schemas.openxmlformats.org/drawingml/2006/main">
            <a:r>
              <a:t>確認日 2026-10-16</a:t>
            </a:r>
          </a:p>
          <a:p xmlns:a="http://schemas.openxmlformats.org/drawingml/2006/main">
            <a:r>
              <a:t>種類 公式掲載の出展者記述・メーカー主張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EEX-EXH-2024-76ac534a229f7c29</a:t>
            </a:r>
          </a:p>
          <a:p xmlns:a="http://schemas.openxmlformats.org/drawingml/2006/main">
            <a:r>
              <a:t>JIMTOF2024公式出展説明：株式会社サイバーRC (W3046)</a:t>
            </a:r>
          </a:p>
          <a:p xmlns:a="http://schemas.openxmlformats.org/drawingml/2006/main">
            <a:r>
              <a:t>https://www.jimtof.org/2024/search/jp/ESdetails?e=wk2AEX5rHpw</a:t>
            </a:r>
          </a:p>
          <a:p xmlns:a="http://schemas.openxmlformats.org/drawingml/2006/main">
            <a:r>
              <a:t>該当箇所 出展紹介・主な出展物。追加カードの原典抜粋で検索</a:t>
            </a:r>
          </a:p>
          <a:p xmlns:a="http://schemas.openxmlformats.org/drawingml/2006/main">
            <a:r>
              <a:t>確認日 2026-10-16</a:t>
            </a:r>
          </a:p>
          <a:p xmlns:a="http://schemas.openxmlformats.org/drawingml/2006/main">
            <a:r>
              <a:t>種類 公式掲載の出展者記述・メーカー主張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EDP-02</a:t>
            </a:r>
          </a:p>
          <a:p xmlns:a="http://schemas.openxmlformats.org/drawingml/2006/main">
            <a:r>
              <a:t>GH5総合カタログ</a:t>
            </a:r>
          </a:p>
          <a:p xmlns:a="http://schemas.openxmlformats.org/drawingml/2006/main">
            <a:r>
              <a:t>https://cyber-rc.com/wp-content/uploads/2025/10/%E7%B7%8F%E5%90%88%E3%82%AB%E3%82%BF%E3%83%AD%E3%82%B0420-x-297-mm%E6%A8%AA%E4%B8%A6%E3%81%B3-.pdf</a:t>
            </a:r>
          </a:p>
          <a:p xmlns:a="http://schemas.openxmlformats.org/drawingml/2006/main">
            <a:r>
              <a:t>該当箇所 GRISTAR HONING 5 AXIS／幅・角度設定、Robot Eye、自動調整</a:t>
            </a:r>
          </a:p>
          <a:p xmlns:a="http://schemas.openxmlformats.org/drawingml/2006/main">
            <a:r>
              <a:t>確認日 2026-10-16</a:t>
            </a:r>
          </a:p>
          <a:p xmlns:a="http://schemas.openxmlformats.org/drawingml/2006/main">
            <a:r>
              <a:t>種類 企業／開発元公式説明・メーカー主張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S11 外観検査と追加学習</a:t>
            </a:r>
          </a:p>
          <a:p xmlns:a="http://schemas.openxmlformats.org/drawingml/2006/main">
            <a:r>
              <a:t>FC036</a:t>
            </a:r>
          </a:p>
          <a:p xmlns:a="http://schemas.openxmlformats.org/drawingml/2006/main">
            <a:r>
              <a:t>EOV-V021-2026-1</a:t>
            </a:r>
          </a:p>
          <a:p xmlns:a="http://schemas.openxmlformats.org/drawingml/2006/main">
            <a:r>
              <a:t>JIMTOF2026公式カタログ：株式会社ＨＡＣＡＲＵＳ (S1031)</a:t>
            </a:r>
          </a:p>
          <a:p xmlns:a="http://schemas.openxmlformats.org/drawingml/2006/main">
            <a:r>
              <a:t>https://www.jimtof.org/search/jp/ESdetails?e=oatArsOZ-Wc</a:t>
            </a:r>
          </a:p>
          <a:p xmlns:a="http://schemas.openxmlformats.org/drawingml/2006/main">
            <a:r>
              <a:t>該当箇所 main &gt; div.col-md-8.mb-5 の出展紹介、見出し「主な出展物」直後</a:t>
            </a:r>
          </a:p>
          <a:p xmlns:a="http://schemas.openxmlformats.org/drawingml/2006/main">
            <a:r>
              <a:t>確認日 2026-10-16</a:t>
            </a:r>
          </a:p>
          <a:p xmlns:a="http://schemas.openxmlformats.org/drawingml/2006/main">
            <a:r>
              <a:t>種類 公式掲載の出展者記述（メーカー主張）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ERF-05</a:t>
            </a:r>
          </a:p>
          <a:p xmlns:a="http://schemas.openxmlformats.org/drawingml/2006/main">
            <a:r>
              <a:t>Check ZERO公式ソフトウェア説明</a:t>
            </a:r>
          </a:p>
          <a:p xmlns:a="http://schemas.openxmlformats.org/drawingml/2006/main">
            <a:r>
              <a:t>https://check.hacarus.com/ja/aisoftware/</a:t>
            </a:r>
          </a:p>
          <a:p xmlns:a="http://schemas.openxmlformats.org/drawingml/2006/main">
            <a:r>
              <a:t>該当箇所 特徴／異常箇所表示・良否アノテーション追加学習</a:t>
            </a:r>
          </a:p>
          <a:p xmlns:a="http://schemas.openxmlformats.org/drawingml/2006/main">
            <a:r>
              <a:t>確認日 2026-10-18</a:t>
            </a:r>
          </a:p>
          <a:p xmlns:a="http://schemas.openxmlformats.org/drawingml/2006/main">
            <a:r>
              <a:t>種類 企業／開発元／展示会の公式説明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EDP-14</a:t>
            </a:r>
          </a:p>
          <a:p xmlns:a="http://schemas.openxmlformats.org/drawingml/2006/main">
            <a:r>
              <a:t>Check ZERO正式販売開始</a:t>
            </a:r>
          </a:p>
          <a:p xmlns:a="http://schemas.openxmlformats.org/drawingml/2006/main">
            <a:r>
              <a:t>https://hacarus.com/ja/press-release/20250707-news/</a:t>
            </a:r>
          </a:p>
          <a:p xmlns:a="http://schemas.openxmlformats.org/drawingml/2006/main">
            <a:r>
              <a:t>該当箇所 2025/7/9販売／良品学習とアノテーション追加学習／判定UI</a:t>
            </a:r>
          </a:p>
          <a:p xmlns:a="http://schemas.openxmlformats.org/drawingml/2006/main">
            <a:r>
              <a:t>確認日 2026-10-16</a:t>
            </a:r>
          </a:p>
          <a:p xmlns:a="http://schemas.openxmlformats.org/drawingml/2006/main">
            <a:r>
              <a:t>種類 企業／開発元公式説明・メーカー主張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S16 主軸に絡む切粉の認識と除去</a:t>
            </a:r>
          </a:p>
          <a:p xmlns:a="http://schemas.openxmlformats.org/drawingml/2006/main">
            <a:r>
              <a:t>FC049</a:t>
            </a:r>
          </a:p>
          <a:p xmlns:a="http://schemas.openxmlformats.org/drawingml/2006/main">
            <a:r>
              <a:t>EOV-V030-2026-1</a:t>
            </a:r>
          </a:p>
          <a:p xmlns:a="http://schemas.openxmlformats.org/drawingml/2006/main">
            <a:r>
              <a:t>JIMTOF2026公式カタログ：株式会社TAKISAWA (E3013)</a:t>
            </a:r>
          </a:p>
          <a:p xmlns:a="http://schemas.openxmlformats.org/drawingml/2006/main">
            <a:r>
              <a:t>https://www.jimtof.org/search/jp/ESdetails?e=3dTDRAMwZpM</a:t>
            </a:r>
          </a:p>
          <a:p xmlns:a="http://schemas.openxmlformats.org/drawingml/2006/main">
            <a:r>
              <a:t>該当箇所 main &gt; div.col-md-8.mb-5 の出展紹介、見出し「主な出展物」直後</a:t>
            </a:r>
          </a:p>
          <a:p xmlns:a="http://schemas.openxmlformats.org/drawingml/2006/main">
            <a:r>
              <a:t>確認日 2026-10-16</a:t>
            </a:r>
          </a:p>
          <a:p xmlns:a="http://schemas.openxmlformats.org/drawingml/2006/main">
            <a:r>
              <a:t>種類 公式掲載の出展者記述（メーカー主張）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EOV-V030-2024-1</a:t>
            </a:r>
          </a:p>
          <a:p xmlns:a="http://schemas.openxmlformats.org/drawingml/2006/main">
            <a:r>
              <a:t>JIMTOF2024公式カタログ：株式会社TAKISAWA (E3013)</a:t>
            </a:r>
          </a:p>
          <a:p xmlns:a="http://schemas.openxmlformats.org/drawingml/2006/main">
            <a:r>
              <a:t>https://www.jimtof.org/2024/search/jp/ESdetails?e=K00DRD-BngA</a:t>
            </a:r>
          </a:p>
          <a:p xmlns:a="http://schemas.openxmlformats.org/drawingml/2006/main">
            <a:r>
              <a:t>該当箇所 main &gt; div.col-md-8.mb-5 の出展紹介、見出し「主な出展物」直後</a:t>
            </a:r>
          </a:p>
          <a:p xmlns:a="http://schemas.openxmlformats.org/drawingml/2006/main">
            <a:r>
              <a:t>確認日 2026-10-16</a:t>
            </a:r>
          </a:p>
          <a:p xmlns:a="http://schemas.openxmlformats.org/drawingml/2006/main">
            <a:r>
              <a:t>種類 公式掲載の出展者記述（メーカー主張）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ERF-13</a:t>
            </a:r>
          </a:p>
          <a:p xmlns:a="http://schemas.openxmlformats.org/drawingml/2006/main">
            <a:r>
              <a:t>JIMTOF2026：TR-20W参考出品</a:t>
            </a:r>
          </a:p>
          <a:p xmlns:a="http://schemas.openxmlformats.org/drawingml/2006/main">
            <a:r>
              <a:t>https://www.nidec.com/jp/products/machine-tools/contents/machine-tool-jimtof2026/</a:t>
            </a:r>
          </a:p>
          <a:p xmlns:a="http://schemas.openxmlformats.org/drawingml/2006/main">
            <a:r>
              <a:t>該当箇所 TAKISAWA／TR-20W、主軸の切粉認識・判断・除去、参考出品</a:t>
            </a:r>
          </a:p>
          <a:p xmlns:a="http://schemas.openxmlformats.org/drawingml/2006/main">
            <a:r>
              <a:t>確認日 2026-10-18</a:t>
            </a:r>
          </a:p>
          <a:p xmlns:a="http://schemas.openxmlformats.org/drawingml/2006/main">
            <a:r>
              <a:t>種類 企業／開発元／展示会の公式説明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S26 物理シミュレーション用データの生成</a:t>
            </a:r>
          </a:p>
          <a:p xmlns:a="http://schemas.openxmlformats.org/drawingml/2006/main">
            <a:r>
              <a:t>AC273</a:t>
            </a:r>
          </a:p>
          <a:p xmlns:a="http://schemas.openxmlformats.org/drawingml/2006/main">
            <a:r>
              <a:t>EEX-EXH-2026-016097f87d1914b2</a:t>
            </a:r>
          </a:p>
          <a:p xmlns:a="http://schemas.openxmlformats.org/drawingml/2006/main">
            <a:r>
              <a:t>JIMTOF2026公式出展説明：NdotLight Co., Ltd. (S4004)</a:t>
            </a:r>
          </a:p>
          <a:p xmlns:a="http://schemas.openxmlformats.org/drawingml/2006/main">
            <a:r>
              <a:t>https://www.jimtof.org/search/jp/ESdetails?e=6Ds1v9hxvrY</a:t>
            </a:r>
          </a:p>
          <a:p xmlns:a="http://schemas.openxmlformats.org/drawingml/2006/main">
            <a:r>
              <a:t>該当箇所 出展紹介・主な出展物。追加カードの原典抜粋で検索</a:t>
            </a:r>
          </a:p>
          <a:p xmlns:a="http://schemas.openxmlformats.org/drawingml/2006/main">
            <a:r>
              <a:t>確認日 2026-10-16</a:t>
            </a:r>
          </a:p>
          <a:p xmlns:a="http://schemas.openxmlformats.org/drawingml/2006/main">
            <a:r>
              <a:t>種類 公式掲載の出展者記述・メーカー主張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ERF-06</a:t>
            </a:r>
          </a:p>
          <a:p xmlns:a="http://schemas.openxmlformats.org/drawingml/2006/main">
            <a:r>
              <a:t>TRINIX：物理属性生成と自己修正</a:t>
            </a:r>
          </a:p>
          <a:p xmlns:a="http://schemas.openxmlformats.org/drawingml/2006/main">
            <a:r>
              <a:t>https://ndotlight.com/</a:t>
            </a:r>
          </a:p>
          <a:p xmlns:a="http://schemas.openxmlformats.org/drawingml/2006/main">
            <a:r>
              <a:t>該当箇所 Physics Injection／Self-corrective Closed Loop／FAQ</a:t>
            </a:r>
          </a:p>
          <a:p xmlns:a="http://schemas.openxmlformats.org/drawingml/2006/main">
            <a:r>
              <a:t>確認日 2026-10-18</a:t>
            </a:r>
          </a:p>
          <a:p xmlns:a="http://schemas.openxmlformats.org/drawingml/2006/main">
            <a:r>
              <a:t>種類 企業／開発元／展示会の公式説明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ERF-09</a:t>
            </a:r>
          </a:p>
          <a:p xmlns:a="http://schemas.openxmlformats.org/drawingml/2006/main">
            <a:r>
              <a:t>DexBench共同開発の告知</a:t>
            </a:r>
          </a:p>
          <a:p xmlns:a="http://schemas.openxmlformats.org/drawingml/2006/main">
            <a:r>
              <a:t>https://ndotlight.com/newsroom/ndotlight-to-co-develop-dexbench-a-global-standard-for-humanoid-evaluation-with-nvidia-and-rlwrld</a:t>
            </a:r>
          </a:p>
          <a:p xmlns:a="http://schemas.openxmlformats.org/drawingml/2006/main">
            <a:r>
              <a:t>該当箇所 2026/8/7／SimReady環境・操作評価・sim-to-real gap低減の共同開発</a:t>
            </a:r>
          </a:p>
          <a:p xmlns:a="http://schemas.openxmlformats.org/drawingml/2006/main">
            <a:r>
              <a:t>確認日 2026-10-18</a:t>
            </a:r>
          </a:p>
          <a:p xmlns:a="http://schemas.openxmlformats.org/drawingml/2006/main">
            <a:r>
              <a:t>種類 企業／開発元／展示会の公式説明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S27 工具データと在庫及び購買の連携</a:t>
            </a:r>
          </a:p>
          <a:p xmlns:a="http://schemas.openxmlformats.org/drawingml/2006/main">
            <a:r>
              <a:t>AC295</a:t>
            </a:r>
          </a:p>
          <a:p xmlns:a="http://schemas.openxmlformats.org/drawingml/2006/main">
            <a:r>
              <a:t>EEX-EXH-2026-4fb92ba6b82546d7</a:t>
            </a:r>
          </a:p>
          <a:p xmlns:a="http://schemas.openxmlformats.org/drawingml/2006/main">
            <a:r>
              <a:t>JIMTOF2026公式出展説明：WinTool AG (E1049)</a:t>
            </a:r>
          </a:p>
          <a:p xmlns:a="http://schemas.openxmlformats.org/drawingml/2006/main">
            <a:r>
              <a:t>https://www.jimtof.org/search/jp/ESdetails?e=sSFZV23clJo</a:t>
            </a:r>
          </a:p>
          <a:p xmlns:a="http://schemas.openxmlformats.org/drawingml/2006/main">
            <a:r>
              <a:t>該当箇所 出展紹介・主な出展物。追加カードの原典抜粋で検索</a:t>
            </a:r>
          </a:p>
          <a:p xmlns:a="http://schemas.openxmlformats.org/drawingml/2006/main">
            <a:r>
              <a:t>確認日 2026-10-16</a:t>
            </a:r>
          </a:p>
          <a:p xmlns:a="http://schemas.openxmlformats.org/drawingml/2006/main">
            <a:r>
              <a:t>種類 公式掲載の出展者記述・メーカー主張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EEX-EXH-2024-3f1fa1966a57e011</a:t>
            </a:r>
          </a:p>
          <a:p xmlns:a="http://schemas.openxmlformats.org/drawingml/2006/main">
            <a:r>
              <a:t>JIMTOF2024公式出展説明：WinTool AG (E5003)</a:t>
            </a:r>
          </a:p>
          <a:p xmlns:a="http://schemas.openxmlformats.org/drawingml/2006/main">
            <a:r>
              <a:t>https://www.jimtof.org/2024/search/jp/ESdetails?e=-n22F1d_CDc</a:t>
            </a:r>
          </a:p>
          <a:p xmlns:a="http://schemas.openxmlformats.org/drawingml/2006/main">
            <a:r>
              <a:t>該当箇所 出展紹介・主な出展物。追加カードの原典抜粋で検索</a:t>
            </a:r>
          </a:p>
          <a:p xmlns:a="http://schemas.openxmlformats.org/drawingml/2006/main">
            <a:r>
              <a:t>確認日 2026-10-16</a:t>
            </a:r>
          </a:p>
          <a:p xmlns:a="http://schemas.openxmlformats.org/drawingml/2006/main">
            <a:r>
              <a:t>種類 公式掲載の出展者記述・メーカー主張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EDP-18</a:t>
            </a:r>
          </a:p>
          <a:p xmlns:a="http://schemas.openxmlformats.org/drawingml/2006/main">
            <a:r>
              <a:t>ERP Integration</a:t>
            </a:r>
          </a:p>
          <a:p xmlns:a="http://schemas.openxmlformats.org/drawingml/2006/main">
            <a:r>
              <a:t>https://www.wintool.com/en/tool-management-software/cnc-inventory-manager/erp-integration</a:t>
            </a:r>
          </a:p>
          <a:p xmlns:a="http://schemas.openxmlformats.org/drawingml/2006/main">
            <a:r>
              <a:t>該当箇所 最低在庫で購買要求を生成し、管理者承認後にERPへ自動送信</a:t>
            </a:r>
          </a:p>
          <a:p xmlns:a="http://schemas.openxmlformats.org/drawingml/2006/main">
            <a:r>
              <a:t>確認日 2026-10-16</a:t>
            </a:r>
          </a:p>
          <a:p xmlns:a="http://schemas.openxmlformats.org/drawingml/2006/main">
            <a:r>
              <a:t>種類 企業／開発元公式説明・メーカー主張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公式記載はメーカー説明。横断解釈は分析。開発提案と将来像は未検証の仮説。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95440189d284d54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cd3d66bfb75414e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053171026e74331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a7f255793274d0c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888bc32a59c41d9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e600dfa6bdb4f09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414DAE50-7DF7-40A8-97D0-69C096F1467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828800" y="3886200"/>
            <a:ext cx="14630400" cy="1485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7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7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7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7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7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7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7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7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7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7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F25C0B3D-9306-46A4-92A1-43FA06F25CA2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2743200" y="5657850"/>
            <a:ext cx="12801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31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1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1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1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1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1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1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1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1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1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CF59E39A-AFA3-4742-91BA-7AF28B9D00C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828800" y="4286250"/>
            <a:ext cx="1463040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6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AF5E1499-4EC6-4E9A-8B4E-7598B3310A6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028700" y="800100"/>
            <a:ext cx="1623060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49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9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9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9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9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9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9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9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9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9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4F37A0C3-32DE-4EC3-8E15-70375797E53B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1028700" y="2857500"/>
            <a:ext cx="16230600" cy="6400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7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342900" indent="-342900" algn="l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  <a:defRPr sz="337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800100" indent="-342900" algn="l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  <a:defRPr sz="337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257300" indent="-342900" algn="l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  <a:defRPr sz="337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714500" indent="-342900" algn="l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  <a:defRPr sz="337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171700" indent="-342900" algn="l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  <a:defRPr sz="337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628900" indent="-342900" algn="l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  <a:defRPr sz="337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3086100" indent="-342900" algn="l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  <a:defRPr sz="337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543300" indent="-342900" algn="l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  <a:defRPr sz="337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4000500" indent="-342900" algn="l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  <a:defRPr sz="337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33C16F8A-465D-4287-831E-FCFB9AA684D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028700" y="800100"/>
            <a:ext cx="1623060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49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9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9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9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9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9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9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9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9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9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92281840-7761-4C0E-8353-1ABE1B3ADDAE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1028700" y="2857500"/>
            <a:ext cx="7543800" cy="6400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1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342900" indent="-342900" algn="l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  <a:defRPr sz="31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800100" indent="-342900" algn="l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  <a:defRPr sz="31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257300" indent="-342900" algn="l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  <a:defRPr sz="31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714500" indent="-342900" algn="l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  <a:defRPr sz="31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171700" indent="-342900" algn="l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  <a:defRPr sz="31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628900" indent="-342900" algn="l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  <a:defRPr sz="31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3086100" indent="-342900" algn="l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  <a:defRPr sz="31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543300" indent="-342900" algn="l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  <a:defRPr sz="31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4000500" indent="-342900" algn="l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  <a:defRPr sz="31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21D5AB5C-D0C1-4E98-9807-1A44EECF7043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9715500" y="2857500"/>
            <a:ext cx="7543800" cy="6400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1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342900" indent="-342900" algn="l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  <a:defRPr sz="31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800100" indent="-342900" algn="l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  <a:defRPr sz="31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257300" indent="-342900" algn="l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  <a:defRPr sz="31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714500" indent="-342900" algn="l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  <a:defRPr sz="31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171700" indent="-342900" algn="l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  <a:defRPr sz="31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628900" indent="-342900" algn="l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  <a:defRPr sz="31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3086100" indent="-342900" algn="l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  <a:defRPr sz="31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543300" indent="-342900" algn="l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  <a:defRPr sz="31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4000500" indent="-342900" algn="l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  <a:defRPr sz="31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3C2C60EC-C91B-48FB-B29D-4E29C01EF45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028700" y="800100"/>
            <a:ext cx="1623060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49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9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9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9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9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9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9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9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9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9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BDFF61CC-EC7A-4047-A5C3-D3FA2F690974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1028700" y="2857500"/>
            <a:ext cx="7543800" cy="6400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7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342900" indent="-342900" algn="l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  <a:defRPr sz="337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800100" indent="-342900" algn="l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  <a:defRPr sz="337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257300" indent="-342900" algn="l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  <a:defRPr sz="337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714500" indent="-342900" algn="l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  <a:defRPr sz="337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171700" indent="-342900" algn="l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  <a:defRPr sz="337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628900" indent="-342900" algn="l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  <a:defRPr sz="337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3086100" indent="-342900" algn="l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  <a:defRPr sz="337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543300" indent="-342900" algn="l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  <a:defRPr sz="337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4000500" indent="-342900" algn="l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  <a:defRPr sz="337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669c2118a2754ab8" /><Relationship Type="http://schemas.openxmlformats.org/officeDocument/2006/relationships/slideLayout" Target="/ppt/slideLayouts/slideLayout1.xml" Id="R11d83024da0742f6" /><Relationship Type="http://schemas.openxmlformats.org/officeDocument/2006/relationships/slideLayout" Target="/ppt/slideLayouts/slideLayout2.xml" Id="R83adcc9284594d98" /><Relationship Type="http://schemas.openxmlformats.org/officeDocument/2006/relationships/slideLayout" Target="/ppt/slideLayouts/slideLayout3.xml" Id="Ra531366400fc4b39" /><Relationship Type="http://schemas.openxmlformats.org/officeDocument/2006/relationships/slideLayout" Target="/ppt/slideLayouts/slideLayout4.xml" Id="R829ab298d9174ff8" /><Relationship Type="http://schemas.openxmlformats.org/officeDocument/2006/relationships/slideLayout" Target="/ppt/slideLayouts/slideLayout5.xml" Id="Rf5ce71aabf3e44c4" /><Relationship Type="http://schemas.openxmlformats.org/officeDocument/2006/relationships/slideLayout" Target="/ppt/slideLayouts/slideLayout6.xml" Id="R505108a8d3de4528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11d83024da0742f6"/>
    <p:sldLayoutId xmlns:r="http://schemas.openxmlformats.org/officeDocument/2006/relationships" id="2147483650" r:id="R83adcc9284594d98"/>
    <p:sldLayoutId xmlns:r="http://schemas.openxmlformats.org/officeDocument/2006/relationships" id="2147483651" r:id="Ra531366400fc4b39"/>
    <p:sldLayoutId xmlns:r="http://schemas.openxmlformats.org/officeDocument/2006/relationships" id="2147483652" r:id="R829ab298d9174ff8"/>
    <p:sldLayoutId xmlns:r="http://schemas.openxmlformats.org/officeDocument/2006/relationships" id="2147483653" r:id="Rf5ce71aabf3e44c4"/>
    <p:sldLayoutId xmlns:r="http://schemas.openxmlformats.org/officeDocument/2006/relationships" id="2147483654" r:id="R505108a8d3de4528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f3325773e014977" /><Relationship Type="http://schemas.openxmlformats.org/officeDocument/2006/relationships/hyperlink" Target="https://www.jimtof.org/search/jp/ESdetails?e=i_4zCxJP258" TargetMode="External" Id="Rbf12fb77e72c45e6" /><Relationship Type="http://schemas.openxmlformats.org/officeDocument/2006/relationships/hyperlink" Target="https://www.jimtof.org/search/jp/ESdetails?e=OC6R-wdDduM" TargetMode="External" Id="Rab613d769dce4ec8" /><Relationship Type="http://schemas.openxmlformats.org/officeDocument/2006/relationships/hyperlink" Target="https://www.jimtof.org/search/jp/ESdetails?e=ZvT3Lci-hnM" TargetMode="External" Id="Rf52f5e7676db4c6a" /><Relationship Type="http://schemas.openxmlformats.org/officeDocument/2006/relationships/hyperlink" Target="https://www.jimtof.org/search/jp/ESdetails?e=3dTDRAMwZpM" TargetMode="External" Id="Rd96b45ee18294026" /><Relationship Type="http://schemas.openxmlformats.org/officeDocument/2006/relationships/hyperlink" Target="https://www.jimtof.org/search/jp/ESdetails?e=K7DqahO2h08" TargetMode="External" Id="R8cd3d5a0bb4d4d14" /><Relationship Type="http://schemas.openxmlformats.org/officeDocument/2006/relationships/notesSlide" Target="/ppt/notesSlides/notesSlide1.xml" Id="Rc0ceeb332de542ce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41876fd42f2423a" /><Relationship Type="http://schemas.openxmlformats.org/officeDocument/2006/relationships/hyperlink" Target="https://www.jimtof.org/search/jp/ESdetails?e=i_4zCxJP258" TargetMode="External" Id="Rb8b90110ce5b4d95" /><Relationship Type="http://schemas.openxmlformats.org/officeDocument/2006/relationships/hyperlink" Target="https://www.jimtof.org/search/jp/ESdetails?e=K7DqahO2h08" TargetMode="External" Id="Rff1a43a9f78d42e3" /><Relationship Type="http://schemas.openxmlformats.org/officeDocument/2006/relationships/hyperlink" Target="https://www.jimtof.org/search/jp/ESdetails?e=41U8xW4UkcM" TargetMode="External" Id="Re00f9d45066f4bca" /><Relationship Type="http://schemas.openxmlformats.org/officeDocument/2006/relationships/hyperlink" Target="https://www.jimtof.org/search/jp/ESdetails?e=pYGmVz5GC1c" TargetMode="External" Id="Rb8dcfba43f42461d" /><Relationship Type="http://schemas.openxmlformats.org/officeDocument/2006/relationships/hyperlink" Target="https://www.jimtof.org/search/jp/ESdetails?e=ZvT3Lci-hnM" TargetMode="External" Id="R5514416d0c874aff" /><Relationship Type="http://schemas.openxmlformats.org/officeDocument/2006/relationships/hyperlink" Target="https://www.jimtof.org/search/jp/ESdetails?e=3dTDRAMwZpM" TargetMode="External" Id="R6e8c8e3cf5494f9f" /><Relationship Type="http://schemas.openxmlformats.org/officeDocument/2006/relationships/hyperlink" Target="https://www.jimtof.org/search/jp/ESdetails?e=bhpEIIjKNb4" TargetMode="External" Id="R6c77cd78292f476c" /><Relationship Type="http://schemas.openxmlformats.org/officeDocument/2006/relationships/hyperlink" Target="https://www.jimtof.org/search/jp/ESdetails?e=5mrMofo3nN8" TargetMode="External" Id="R96019e4bdbcf40f6" /><Relationship Type="http://schemas.openxmlformats.org/officeDocument/2006/relationships/notesSlide" Target="/ppt/notesSlides/notesSlide2.xml" Id="Ra37b7ef9cc1f4a89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92c5807f9a54e5b" /><Relationship Type="http://schemas.openxmlformats.org/officeDocument/2006/relationships/hyperlink" Target="https://www.jimtof.org/search/jp/ESdetails?e=i_4zCxJP258" TargetMode="External" Id="R7ef7bc6a7e244217" /><Relationship Type="http://schemas.openxmlformats.org/officeDocument/2006/relationships/hyperlink" Target="https://www.jimtof.org/search/jp/ESdetails?e=6l20Qo0pjl4" TargetMode="External" Id="R09eabb6e54804151" /><Relationship Type="http://schemas.openxmlformats.org/officeDocument/2006/relationships/hyperlink" Target="https://www.jimtof.org/search/jp/ESdetails?e=VrAjMTKmxdw" TargetMode="External" Id="R06030dfda2ef43b9" /><Relationship Type="http://schemas.openxmlformats.org/officeDocument/2006/relationships/notesSlide" Target="/ppt/notesSlides/notesSlide3.xml" Id="Radf98e1ea26d4e14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754fd99d7274f5c" /><Relationship Type="http://schemas.openxmlformats.org/officeDocument/2006/relationships/hyperlink" Target="https://www.jimtof.org/search/jp/ESdetails?e=K7DqahO2h08" TargetMode="External" Id="R599edf2aafcc4f4c" /><Relationship Type="http://schemas.openxmlformats.org/officeDocument/2006/relationships/hyperlink" Target="https://www.jimtof.org/search/jp/ESdetails?e=K7DqahO2h08" TargetMode="External" Id="Rd00d29e120a442f0" /><Relationship Type="http://schemas.openxmlformats.org/officeDocument/2006/relationships/hyperlink" Target="https://www.jimtof.org/search/jp/ESdetails?e=FHsQAvmFusY" TargetMode="External" Id="R29590eb8a5f544db" /><Relationship Type="http://schemas.openxmlformats.org/officeDocument/2006/relationships/notesSlide" Target="/ppt/notesSlides/notesSlide4.xml" Id="R884e72d9b20a4583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3922db478444d44" /><Relationship Type="http://schemas.openxmlformats.org/officeDocument/2006/relationships/hyperlink" Target="https://www.jimtof.org/search/jp/ESdetails?e=41U8xW4UkcM" TargetMode="External" Id="R063c3ef5f62d4009" /><Relationship Type="http://schemas.openxmlformats.org/officeDocument/2006/relationships/hyperlink" Target="https://www.jimtof.org/search/jp/ESdetails?e=OC6R-wdDduM" TargetMode="External" Id="Ra407dda78d1c4fe1" /><Relationship Type="http://schemas.openxmlformats.org/officeDocument/2006/relationships/hyperlink" Target="https://www.jimtof.org/search/jp/ESdetails?e=pYGmVz5GC1c" TargetMode="External" Id="Rf8dc9e435a1742a9" /><Relationship Type="http://schemas.openxmlformats.org/officeDocument/2006/relationships/hyperlink" Target="https://www.jimtof.org/search/jp/ESdetails?e=8ealehgmk8o" TargetMode="External" Id="Rf31271f31cb54edb" /><Relationship Type="http://schemas.openxmlformats.org/officeDocument/2006/relationships/notesSlide" Target="/ppt/notesSlides/notesSlide5.xml" Id="R75a78a0b12b54c41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44e678f31ea48dc" /><Relationship Type="http://schemas.openxmlformats.org/officeDocument/2006/relationships/hyperlink" Target="https://www.jimtof.org/search/jp/ESdetails?e=oatArsOZ-Wc" TargetMode="External" Id="Rbb5a9b47f23b44cf" /><Relationship Type="http://schemas.openxmlformats.org/officeDocument/2006/relationships/hyperlink" Target="https://www.jimtof.org/search/jp/ESdetails?e=ZvT3Lci-hnM" TargetMode="External" Id="Rf1a763f7779f4f93" /><Relationship Type="http://schemas.openxmlformats.org/officeDocument/2006/relationships/hyperlink" Target="https://www.jimtof.org/search/jp/ESdetails?e=iohDR5yR9VA" TargetMode="External" Id="R7419d361db7c4fe0" /><Relationship Type="http://schemas.openxmlformats.org/officeDocument/2006/relationships/hyperlink" Target="https://www.jimtof.org/search/jp/ESdetails?e=Z_SbvK_hxBY" TargetMode="External" Id="R60249c81a903442b" /><Relationship Type="http://schemas.openxmlformats.org/officeDocument/2006/relationships/hyperlink" Target="https://www.jimtof.org/search/jp/ESdetails?e=AjLnzm01WWU" TargetMode="External" Id="R2beeb2ed6385434b" /><Relationship Type="http://schemas.openxmlformats.org/officeDocument/2006/relationships/notesSlide" Target="/ppt/notesSlides/notesSlide6.xml" Id="R1624bfa2102f4e88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a11e2b3e43e459b" /><Relationship Type="http://schemas.openxmlformats.org/officeDocument/2006/relationships/hyperlink" Target="https://www.jimtof.org/search/jp/ESdetails?e=3dTDRAMwZpM" TargetMode="External" Id="R1a4b5bee54404f1d" /><Relationship Type="http://schemas.openxmlformats.org/officeDocument/2006/relationships/hyperlink" Target="https://www.jimtof.org/search/jp/ESdetails?e=c4cChQniAm8" TargetMode="External" Id="R518aa20c0ee6489d" /><Relationship Type="http://schemas.openxmlformats.org/officeDocument/2006/relationships/hyperlink" Target="https://www.jimtof.org/search/jp/ESdetails?e=ekM3exgIAtc" TargetMode="External" Id="Rbc4fb72efb344b6a" /><Relationship Type="http://schemas.openxmlformats.org/officeDocument/2006/relationships/hyperlink" Target="https://www.jimtof.org/search/jp/ESdetails?e=jbu03Ik4s00" TargetMode="External" Id="R2e174e636e4a4ca8" /><Relationship Type="http://schemas.openxmlformats.org/officeDocument/2006/relationships/hyperlink" Target="https://www.jimtof.org/search/jp/ESdetails?e=bhpEIIjKNb4" TargetMode="External" Id="Rb2c0209c41cb4503" /><Relationship Type="http://schemas.openxmlformats.org/officeDocument/2006/relationships/hyperlink" Target="https://www.jimtof.org/search/jp/ESdetails?e=C7A_2ZTDXNw" TargetMode="External" Id="R9c9fb685265446dd" /><Relationship Type="http://schemas.openxmlformats.org/officeDocument/2006/relationships/hyperlink" Target="https://www.jimtof.org/search/jp/ESdetails?e=q65eJorv2LU" TargetMode="External" Id="R35ec806f51574d5b" /><Relationship Type="http://schemas.openxmlformats.org/officeDocument/2006/relationships/notesSlide" Target="/ppt/notesSlides/notesSlide7.xml" Id="Re5994b8f43394e45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137faebbf5d45f6" /><Relationship Type="http://schemas.openxmlformats.org/officeDocument/2006/relationships/hyperlink" Target="https://www.jimtof.org/search/jp/ESdetails?e=K7DqahO2h08" TargetMode="External" Id="R53b0183bf5cb436b" /><Relationship Type="http://schemas.openxmlformats.org/officeDocument/2006/relationships/hyperlink" Target="https://www.jimtof.org/search/jp/ESdetails?e=Qh27DAtEkbw" TargetMode="External" Id="R9f0c9023ae444034" /><Relationship Type="http://schemas.openxmlformats.org/officeDocument/2006/relationships/hyperlink" Target="https://www.jimtof.org/search/jp/ESdetails?e=q0OrZBKM3uQ" TargetMode="External" Id="R92be418d1eb24072" /><Relationship Type="http://schemas.openxmlformats.org/officeDocument/2006/relationships/hyperlink" Target="https://www.jimtof.org/search/jp/ESdetails?e=EBIotJu7lrg" TargetMode="External" Id="Rc9cb6f4423674fa6" /><Relationship Type="http://schemas.openxmlformats.org/officeDocument/2006/relationships/hyperlink" Target="https://www.jimtof.org/search/jp/ESdetails?e=6Ds1v9hxvrY" TargetMode="External" Id="Rd6a5eb71f7624e5b" /><Relationship Type="http://schemas.openxmlformats.org/officeDocument/2006/relationships/notesSlide" Target="/ppt/notesSlides/notesSlide8.xml" Id="R8e63ad3f0f344162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0cb6b6f4c154e68" /><Relationship Type="http://schemas.openxmlformats.org/officeDocument/2006/relationships/hyperlink" Target="https://www.jimtof.org/search/jp/ESdetails?e=i_4zCxJP258" TargetMode="External" Id="Rd96948a568fe4564" /><Relationship Type="http://schemas.openxmlformats.org/officeDocument/2006/relationships/hyperlink" Target="https://www.jimtof.org/search/jp/ESdetails?e=K7DqahO2h08" TargetMode="External" Id="R9ef9ef4cd23d4b92" /><Relationship Type="http://schemas.openxmlformats.org/officeDocument/2006/relationships/hyperlink" Target="https://www.jimtof.org/search/jp/ESdetails?e=41U8xW4UkcM" TargetMode="External" Id="R4b722a26c1b14d88" /><Relationship Type="http://schemas.openxmlformats.org/officeDocument/2006/relationships/hyperlink" Target="https://www.jimtof.org/search/jp/ESdetails?e=ZvT3Lci-hnM" TargetMode="External" Id="R1843f63390b94e0c" /><Relationship Type="http://schemas.openxmlformats.org/officeDocument/2006/relationships/hyperlink" Target="https://www.jimtof.org/search/jp/ESdetails?e=c4cChQniAm8" TargetMode="External" Id="R8997f6de7187406e" /><Relationship Type="http://schemas.openxmlformats.org/officeDocument/2006/relationships/hyperlink" Target="https://www.jimtof.org/search/jp/ESdetails?e=sSFZV23clJo" TargetMode="External" Id="R81e333c09344435c" /><Relationship Type="http://schemas.openxmlformats.org/officeDocument/2006/relationships/notesSlide" Target="/ppt/notesSlides/notesSlide9.xml" Id="R3dc24ac2caa74fbd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91c2adecefc4d5d" /><Relationship Type="http://schemas.openxmlformats.org/officeDocument/2006/relationships/hyperlink" Target="https://www.jimtof.org/search/jp/ESdetails?e=VrAjMTKmxdw" TargetMode="External" Id="R1a01be11539e4aa5" /><Relationship Type="http://schemas.openxmlformats.org/officeDocument/2006/relationships/hyperlink" Target="https://www.jimtof.org/search/jp/ESdetails?e=K7DqahO2h08" TargetMode="External" Id="R08f465a1679f48a8" /><Relationship Type="http://schemas.openxmlformats.org/officeDocument/2006/relationships/hyperlink" Target="https://www.jimtof.org/search/jp/ESdetails?e=OC6R-wdDduM" TargetMode="External" Id="R7faf66b4f87f4892" /><Relationship Type="http://schemas.openxmlformats.org/officeDocument/2006/relationships/hyperlink" Target="https://www.jimtof.org/search/jp/ESdetails?e=oatArsOZ-Wc" TargetMode="External" Id="R1c813428bcee41d8" /><Relationship Type="http://schemas.openxmlformats.org/officeDocument/2006/relationships/hyperlink" Target="https://www.jimtof.org/search/jp/ESdetails?e=ZvT3Lci-hnM" TargetMode="External" Id="R330cced36e8f46e1" /><Relationship Type="http://schemas.openxmlformats.org/officeDocument/2006/relationships/hyperlink" Target="https://www.jimtof.org/search/jp/ESdetails?e=3dTDRAMwZpM" TargetMode="External" Id="R34b2493d38b14a1e" /><Relationship Type="http://schemas.openxmlformats.org/officeDocument/2006/relationships/hyperlink" Target="https://www.jimtof.org/search/jp/ESdetails?e=bpuT_4Xpv_c" TargetMode="External" Id="R733084f8f95445a4" /><Relationship Type="http://schemas.openxmlformats.org/officeDocument/2006/relationships/notesSlide" Target="/ppt/notesSlides/notesSlide10.xml" Id="Rcb6bd1f1e62341ef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c8653b498c142be" /><Relationship Type="http://schemas.openxmlformats.org/officeDocument/2006/relationships/hyperlink" Target="https://www.jimtof.org/search/jp/ESdetails?e=i_4zCxJP258" TargetMode="External" Id="R4b0daeff27d140ae" /><Relationship Type="http://schemas.openxmlformats.org/officeDocument/2006/relationships/hyperlink" Target="https://www.jimtof.org/search/jp/ESdetails?e=6l20Qo0pjl4" TargetMode="External" Id="R9ccb72ad626c45eb" /><Relationship Type="http://schemas.openxmlformats.org/officeDocument/2006/relationships/hyperlink" Target="https://www.jimtof.org/search/jp/ESdetails?e=K7DqahO2h08" TargetMode="External" Id="R2efe2efd1b674071" /><Relationship Type="http://schemas.openxmlformats.org/officeDocument/2006/relationships/hyperlink" Target="https://www.jimtof.org/search/jp/ESdetails?e=pYGmVz5GC1c" TargetMode="External" Id="R83ab4d62339d4b6d" /><Relationship Type="http://schemas.openxmlformats.org/officeDocument/2006/relationships/hyperlink" Target="https://www.jimtof.org/search/jp/ESdetails?e=ZvT3Lci-hnM" TargetMode="External" Id="R194cf27fd2954190" /><Relationship Type="http://schemas.openxmlformats.org/officeDocument/2006/relationships/hyperlink" Target="https://www.jimtof.org/search/jp/ESdetails?e=3dTDRAMwZpM" TargetMode="External" Id="Rf193b2f8690c4a9d" /><Relationship Type="http://schemas.openxmlformats.org/officeDocument/2006/relationships/hyperlink" Target="https://www.jimtof.org/search/jp/ESdetails?e=c4cChQniAm8" TargetMode="External" Id="R22fd5a38df624230" /><Relationship Type="http://schemas.openxmlformats.org/officeDocument/2006/relationships/hyperlink" Target="https://www.jimtof.org/search/jp/ESdetails?e=Qh27DAtEkbw" TargetMode="External" Id="R9496301783d04a51" /><Relationship Type="http://schemas.openxmlformats.org/officeDocument/2006/relationships/hyperlink" Target="https://www.jimtof.org/search/jp/ESdetails?e=sSFZV23clJo" TargetMode="External" Id="Rfbb3970cc4d7451c" /><Relationship Type="http://schemas.openxmlformats.org/officeDocument/2006/relationships/notesSlide" Target="/ppt/notesSlides/notesSlide11.xml" Id="R5c4497873a5d4bfb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44571f7a70a4114" /><Relationship Type="http://schemas.openxmlformats.org/officeDocument/2006/relationships/hyperlink" Target="https://www.jimtof.org/search/jp/ESdetails?e=K7DqahO2h08" TargetMode="External" Id="R2f7f2745976d42a5" /><Relationship Type="http://schemas.openxmlformats.org/officeDocument/2006/relationships/hyperlink" Target="https://www.jimtof.org/search/jp/ESdetails?e=OC6R-wdDduM" TargetMode="External" Id="R4cf357067fed4875" /><Relationship Type="http://schemas.openxmlformats.org/officeDocument/2006/relationships/hyperlink" Target="https://www.jimtof.org/search/jp/ESdetails?e=8ealehgmk8o" TargetMode="External" Id="R0c9c27555f274c88" /><Relationship Type="http://schemas.openxmlformats.org/officeDocument/2006/relationships/hyperlink" Target="https://www.jimtof.org/search/jp/ESdetails?e=oatArsOZ-Wc" TargetMode="External" Id="R20c09bd0cb25473c" /><Relationship Type="http://schemas.openxmlformats.org/officeDocument/2006/relationships/hyperlink" Target="https://www.jimtof.org/search/jp/ESdetails?e=3dTDRAMwZpM" TargetMode="External" Id="Rb34279e04ea84d71" /><Relationship Type="http://schemas.openxmlformats.org/officeDocument/2006/relationships/hyperlink" Target="https://www.jimtof.org/search/jp/ESdetails?e=6Ds1v9hxvrY" TargetMode="External" Id="Rd55c292a8021436c" /><Relationship Type="http://schemas.openxmlformats.org/officeDocument/2006/relationships/hyperlink" Target="https://www.jimtof.org/search/jp/ESdetails?e=sSFZV23clJo" TargetMode="External" Id="R0a846c8f64f548c9" /><Relationship Type="http://schemas.openxmlformats.org/officeDocument/2006/relationships/notesSlide" Target="/ppt/notesSlides/notesSlide12.xml" Id="Re17cca54510f4150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title">
            <a:extLst xmlns:a="http://schemas.openxmlformats.org/drawingml/2006/main">
              <a:ext uri="{FF2B5EF4-FFF2-40B4-BE49-F238E27FC236}">
                <a16:creationId xmlns:a16="http://schemas.microsoft.com/office/drawing/2014/main" id="{8E1C2EF1-609B-4827-B93A-59A70ECD81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57200"/>
            <a:ext cx="16764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3375" b="1">
                <a:solidFill>
                  <a:srgbClr val="18354C"/>
                </a:solidFill>
                <a:latin typeface="Noto Sans JP"/>
                <a:ea typeface="Noto Sans JP"/>
                <a:cs typeface="Noto Sans JP"/>
              </a:defRPr>
            </a:defPPr>
            <a:lvl1pPr>
              <a:defRPr sz="3375" b="1">
                <a:solidFill>
                  <a:srgbClr val="18354C"/>
                </a:solidFill>
                <a:latin typeface="Noto Sans JP"/>
                <a:ea typeface="Noto Sans JP"/>
                <a:cs typeface="Noto Sans JP"/>
              </a:defRPr>
            </a:lvl1pPr>
            <a:lvl2pPr>
              <a:defRPr sz="3375" b="1">
                <a:solidFill>
                  <a:srgbClr val="18354C"/>
                </a:solidFill>
                <a:latin typeface="Noto Sans JP"/>
                <a:ea typeface="Noto Sans JP"/>
                <a:cs typeface="Noto Sans JP"/>
              </a:defRPr>
            </a:lvl2pPr>
            <a:lvl3pPr>
              <a:defRPr sz="3375" b="1">
                <a:solidFill>
                  <a:srgbClr val="18354C"/>
                </a:solidFill>
                <a:latin typeface="Noto Sans JP"/>
                <a:ea typeface="Noto Sans JP"/>
                <a:cs typeface="Noto Sans JP"/>
              </a:defRPr>
            </a:lvl3pPr>
            <a:lvl4pPr>
              <a:defRPr sz="3375" b="1">
                <a:solidFill>
                  <a:srgbClr val="18354C"/>
                </a:solidFill>
                <a:latin typeface="Noto Sans JP"/>
                <a:ea typeface="Noto Sans JP"/>
                <a:cs typeface="Noto Sans JP"/>
              </a:defRPr>
            </a:lvl4pPr>
            <a:lvl5pPr>
              <a:defRPr sz="3375" b="1">
                <a:solidFill>
                  <a:srgbClr val="18354C"/>
                </a:solidFill>
                <a:latin typeface="Noto Sans JP"/>
                <a:ea typeface="Noto Sans JP"/>
                <a:cs typeface="Noto Sans JP"/>
              </a:defRPr>
            </a:lvl5pPr>
            <a:lvl6pPr>
              <a:defRPr sz="3375" b="1">
                <a:solidFill>
                  <a:srgbClr val="18354C"/>
                </a:solidFill>
                <a:latin typeface="Noto Sans JP"/>
                <a:ea typeface="Noto Sans JP"/>
                <a:cs typeface="Noto Sans JP"/>
              </a:defRPr>
            </a:lvl6pPr>
            <a:lvl7pPr>
              <a:defRPr sz="3375" b="1">
                <a:solidFill>
                  <a:srgbClr val="18354C"/>
                </a:solidFill>
                <a:latin typeface="Noto Sans JP"/>
                <a:ea typeface="Noto Sans JP"/>
                <a:cs typeface="Noto Sans JP"/>
              </a:defRPr>
            </a:lvl7pPr>
            <a:lvl8pPr>
              <a:defRPr sz="3375" b="1">
                <a:solidFill>
                  <a:srgbClr val="18354C"/>
                </a:solidFill>
                <a:latin typeface="Noto Sans JP"/>
                <a:ea typeface="Noto Sans JP"/>
                <a:cs typeface="Noto Sans JP"/>
              </a:defRPr>
            </a:lvl8pPr>
            <a:lvl9pPr>
              <a:defRPr sz="3375" b="1">
                <a:solidFill>
                  <a:srgbClr val="18354C"/>
                </a:solidFill>
                <a:latin typeface="Noto Sans JP"/>
                <a:ea typeface="Noto Sans JP"/>
                <a:cs typeface="Noto Sans JP"/>
              </a:defRPr>
            </a:lvl9pPr>
          </a:lstStyle>
          <a:p xmlns:a="http://schemas.openxmlformats.org/drawingml/2006/main">
            <a:pPr>
              <a:defRPr sz="3375" b="1">
                <a:solidFill>
                  <a:srgbClr val="18354C"/>
                </a:solidFill>
                <a:latin typeface="Noto Sans JP"/>
                <a:ea typeface="Noto Sans JP"/>
                <a:cs typeface="Noto Sans JP"/>
              </a:defRPr>
            </a:pPr>
            <a:r>
              <a:rPr sz="3375" b="1">
                <a:solidFill>
                  <a:srgbClr val="18354C"/>
                </a:solidFill>
                <a:latin typeface="Noto Sans JP"/>
                <a:ea typeface="Noto Sans JP"/>
                <a:cs typeface="Noto Sans JP"/>
              </a:rPr>
              <a:t>JIMTOF2026 技術動向</a:t>
            </a:r>
          </a:p>
        </p:txBody>
      </p:sp>
      <p:sp>
        <p:nvSpPr>
          <p:cNvPr id="2" name="context">
            <a:extLst xmlns:a="http://schemas.openxmlformats.org/drawingml/2006/main">
              <a:ext uri="{FF2B5EF4-FFF2-40B4-BE49-F238E27FC236}">
                <a16:creationId xmlns:a16="http://schemas.microsoft.com/office/drawing/2014/main" id="{4D2632E2-336B-49AE-9B98-3BAEBEF0E3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438275"/>
            <a:ext cx="167259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950" b="0">
                <a:solidFill>
                  <a:srgbClr val="64778A"/>
                </a:solidFill>
                <a:latin typeface="Noto Sans JP"/>
                <a:ea typeface="Noto Sans JP"/>
                <a:cs typeface="Noto Sans JP"/>
              </a:defRPr>
            </a:defPPr>
            <a:lvl1pPr>
              <a:defRPr sz="1950" b="0">
                <a:solidFill>
                  <a:srgbClr val="64778A"/>
                </a:solidFill>
                <a:latin typeface="Noto Sans JP"/>
                <a:ea typeface="Noto Sans JP"/>
                <a:cs typeface="Noto Sans JP"/>
              </a:defRPr>
            </a:lvl1pPr>
            <a:lvl2pPr>
              <a:defRPr sz="1950" b="0">
                <a:solidFill>
                  <a:srgbClr val="64778A"/>
                </a:solidFill>
                <a:latin typeface="Noto Sans JP"/>
                <a:ea typeface="Noto Sans JP"/>
                <a:cs typeface="Noto Sans JP"/>
              </a:defRPr>
            </a:lvl2pPr>
            <a:lvl3pPr>
              <a:defRPr sz="1950" b="0">
                <a:solidFill>
                  <a:srgbClr val="64778A"/>
                </a:solidFill>
                <a:latin typeface="Noto Sans JP"/>
                <a:ea typeface="Noto Sans JP"/>
                <a:cs typeface="Noto Sans JP"/>
              </a:defRPr>
            </a:lvl3pPr>
            <a:lvl4pPr>
              <a:defRPr sz="1950" b="0">
                <a:solidFill>
                  <a:srgbClr val="64778A"/>
                </a:solidFill>
                <a:latin typeface="Noto Sans JP"/>
                <a:ea typeface="Noto Sans JP"/>
                <a:cs typeface="Noto Sans JP"/>
              </a:defRPr>
            </a:lvl4pPr>
            <a:lvl5pPr>
              <a:defRPr sz="1950" b="0">
                <a:solidFill>
                  <a:srgbClr val="64778A"/>
                </a:solidFill>
                <a:latin typeface="Noto Sans JP"/>
                <a:ea typeface="Noto Sans JP"/>
                <a:cs typeface="Noto Sans JP"/>
              </a:defRPr>
            </a:lvl5pPr>
            <a:lvl6pPr>
              <a:defRPr sz="1950" b="0">
                <a:solidFill>
                  <a:srgbClr val="64778A"/>
                </a:solidFill>
                <a:latin typeface="Noto Sans JP"/>
                <a:ea typeface="Noto Sans JP"/>
                <a:cs typeface="Noto Sans JP"/>
              </a:defRPr>
            </a:lvl6pPr>
            <a:lvl7pPr>
              <a:defRPr sz="1950" b="0">
                <a:solidFill>
                  <a:srgbClr val="64778A"/>
                </a:solidFill>
                <a:latin typeface="Noto Sans JP"/>
                <a:ea typeface="Noto Sans JP"/>
                <a:cs typeface="Noto Sans JP"/>
              </a:defRPr>
            </a:lvl7pPr>
            <a:lvl8pPr>
              <a:defRPr sz="1950" b="0">
                <a:solidFill>
                  <a:srgbClr val="64778A"/>
                </a:solidFill>
                <a:latin typeface="Noto Sans JP"/>
                <a:ea typeface="Noto Sans JP"/>
                <a:cs typeface="Noto Sans JP"/>
              </a:defRPr>
            </a:lvl8pPr>
            <a:lvl9pPr>
              <a:defRPr sz="1950" b="0">
                <a:solidFill>
                  <a:srgbClr val="64778A"/>
                </a:solidFill>
                <a:latin typeface="Noto Sans JP"/>
                <a:ea typeface="Noto Sans JP"/>
                <a:cs typeface="Noto Sans JP"/>
              </a:defRPr>
            </a:lvl9pPr>
          </a:lstStyle>
          <a:p xmlns:a="http://schemas.openxmlformats.org/drawingml/2006/main">
            <a:pPr>
              <a:defRPr sz="1950" b="0">
                <a:solidFill>
                  <a:srgbClr val="64778A"/>
                </a:solidFill>
                <a:latin typeface="Noto Sans JP"/>
                <a:ea typeface="Noto Sans JP"/>
                <a:cs typeface="Noto Sans JP"/>
              </a:defRPr>
            </a:pPr>
            <a:r>
              <a:rPr sz="1950" b="0">
                <a:solidFill>
                  <a:srgbClr val="64778A"/>
                </a:solidFill>
                <a:latin typeface="Noto Sans JP"/>
                <a:ea typeface="Noto Sans JP"/>
                <a:cs typeface="Noto Sans JP"/>
              </a:rPr>
              <a:t>2026年10月19日　公開公式資料による事前調査</a:t>
            </a:r>
          </a:p>
        </p:txBody>
      </p:sp>
      <p:sp>
        <p:nvSpPr>
          <p:cNvPr id="3" name="lead">
            <a:extLst xmlns:a="http://schemas.openxmlformats.org/drawingml/2006/main">
              <a:ext uri="{FF2B5EF4-FFF2-40B4-BE49-F238E27FC236}">
                <a16:creationId xmlns:a16="http://schemas.microsoft.com/office/drawing/2014/main" id="{2EDDAE97-51EF-4941-BCEE-311BA2B547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714625"/>
            <a:ext cx="1647825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4800" b="1">
                <a:solidFill>
                  <a:srgbClr val="18354C"/>
                </a:solidFill>
                <a:latin typeface="Noto Sans JP"/>
                <a:ea typeface="Noto Sans JP"/>
                <a:cs typeface="Noto Sans JP"/>
              </a:defRPr>
            </a:defPPr>
            <a:lvl1pPr>
              <a:defRPr sz="4800" b="1">
                <a:solidFill>
                  <a:srgbClr val="18354C"/>
                </a:solidFill>
                <a:latin typeface="Noto Sans JP"/>
                <a:ea typeface="Noto Sans JP"/>
                <a:cs typeface="Noto Sans JP"/>
              </a:defRPr>
            </a:lvl1pPr>
            <a:lvl2pPr>
              <a:defRPr sz="4800" b="1">
                <a:solidFill>
                  <a:srgbClr val="18354C"/>
                </a:solidFill>
                <a:latin typeface="Noto Sans JP"/>
                <a:ea typeface="Noto Sans JP"/>
                <a:cs typeface="Noto Sans JP"/>
              </a:defRPr>
            </a:lvl2pPr>
            <a:lvl3pPr>
              <a:defRPr sz="4800" b="1">
                <a:solidFill>
                  <a:srgbClr val="18354C"/>
                </a:solidFill>
                <a:latin typeface="Noto Sans JP"/>
                <a:ea typeface="Noto Sans JP"/>
                <a:cs typeface="Noto Sans JP"/>
              </a:defRPr>
            </a:lvl3pPr>
            <a:lvl4pPr>
              <a:defRPr sz="4800" b="1">
                <a:solidFill>
                  <a:srgbClr val="18354C"/>
                </a:solidFill>
                <a:latin typeface="Noto Sans JP"/>
                <a:ea typeface="Noto Sans JP"/>
                <a:cs typeface="Noto Sans JP"/>
              </a:defRPr>
            </a:lvl4pPr>
            <a:lvl5pPr>
              <a:defRPr sz="4800" b="1">
                <a:solidFill>
                  <a:srgbClr val="18354C"/>
                </a:solidFill>
                <a:latin typeface="Noto Sans JP"/>
                <a:ea typeface="Noto Sans JP"/>
                <a:cs typeface="Noto Sans JP"/>
              </a:defRPr>
            </a:lvl5pPr>
            <a:lvl6pPr>
              <a:defRPr sz="4800" b="1">
                <a:solidFill>
                  <a:srgbClr val="18354C"/>
                </a:solidFill>
                <a:latin typeface="Noto Sans JP"/>
                <a:ea typeface="Noto Sans JP"/>
                <a:cs typeface="Noto Sans JP"/>
              </a:defRPr>
            </a:lvl6pPr>
            <a:lvl7pPr>
              <a:defRPr sz="4800" b="1">
                <a:solidFill>
                  <a:srgbClr val="18354C"/>
                </a:solidFill>
                <a:latin typeface="Noto Sans JP"/>
                <a:ea typeface="Noto Sans JP"/>
                <a:cs typeface="Noto Sans JP"/>
              </a:defRPr>
            </a:lvl7pPr>
            <a:lvl8pPr>
              <a:defRPr sz="4800" b="1">
                <a:solidFill>
                  <a:srgbClr val="18354C"/>
                </a:solidFill>
                <a:latin typeface="Noto Sans JP"/>
                <a:ea typeface="Noto Sans JP"/>
                <a:cs typeface="Noto Sans JP"/>
              </a:defRPr>
            </a:lvl8pPr>
            <a:lvl9pPr>
              <a:defRPr sz="4800" b="1">
                <a:solidFill>
                  <a:srgbClr val="18354C"/>
                </a:solidFill>
                <a:latin typeface="Noto Sans JP"/>
                <a:ea typeface="Noto Sans JP"/>
                <a:cs typeface="Noto Sans JP"/>
              </a:defRPr>
            </a:lvl9pPr>
          </a:lstStyle>
          <a:p xmlns:a="http://schemas.openxmlformats.org/drawingml/2006/main">
            <a:pPr>
              <a:defRPr sz="4800" b="1">
                <a:solidFill>
                  <a:srgbClr val="18354C"/>
                </a:solidFill>
                <a:latin typeface="Noto Sans JP"/>
                <a:ea typeface="Noto Sans JP"/>
                <a:cs typeface="Noto Sans JP"/>
              </a:defRPr>
            </a:pPr>
            <a:r>
              <a:rPr sz="4800" b="1">
                <a:solidFill>
                  <a:srgbClr val="18354C"/>
                </a:solidFill>
                <a:latin typeface="Noto Sans JP"/>
                <a:ea typeface="Noto Sans JP"/>
                <a:cs typeface="Noto Sans JP"/>
              </a:rPr>
              <a:t>人手が残る準備・判断・付帯作業へ</a:t>
            </a:r>
          </a:p>
          <a:p xmlns:a="http://schemas.openxmlformats.org/drawingml/2006/main">
            <a:pPr>
              <a:defRPr sz="4800" b="1">
                <a:solidFill>
                  <a:srgbClr val="18354C"/>
                </a:solidFill>
                <a:latin typeface="Noto Sans JP"/>
                <a:ea typeface="Noto Sans JP"/>
                <a:cs typeface="Noto Sans JP"/>
              </a:defRPr>
            </a:pPr>
            <a:r>
              <a:rPr sz="4800" b="1">
                <a:solidFill>
                  <a:srgbClr val="18354C"/>
                </a:solidFill>
                <a:latin typeface="Noto Sans JP"/>
                <a:ea typeface="Noto Sans JP"/>
                <a:cs typeface="Noto Sans JP"/>
              </a:rPr>
              <a:t>AIと自動化の対象が広がる</a:t>
            </a:r>
          </a:p>
        </p:txBody>
      </p:sp>
      <p:sp>
        <p:nvSpPr>
          <p:cNvPr id="4" name="label-0">
            <a:extLst xmlns:a="http://schemas.openxmlformats.org/drawingml/2006/main">
              <a:ext uri="{FF2B5EF4-FFF2-40B4-BE49-F238E27FC236}">
                <a16:creationId xmlns:a16="http://schemas.microsoft.com/office/drawing/2014/main" id="{CD70026C-F380-49BD-9106-F6CB0547D7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953000"/>
            <a:ext cx="333375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2400" b="1">
                <a:solidFill>
                  <a:srgbClr val="225B92"/>
                </a:solidFill>
                <a:latin typeface="Noto Sans JP"/>
                <a:ea typeface="Noto Sans JP"/>
                <a:cs typeface="Noto Sans JP"/>
              </a:defRPr>
            </a:defPPr>
            <a:lvl1pPr>
              <a:defRPr sz="2400" b="1">
                <a:solidFill>
                  <a:srgbClr val="225B92"/>
                </a:solidFill>
                <a:latin typeface="Noto Sans JP"/>
                <a:ea typeface="Noto Sans JP"/>
                <a:cs typeface="Noto Sans JP"/>
              </a:defRPr>
            </a:lvl1pPr>
            <a:lvl2pPr>
              <a:defRPr sz="2400" b="1">
                <a:solidFill>
                  <a:srgbClr val="225B92"/>
                </a:solidFill>
                <a:latin typeface="Noto Sans JP"/>
                <a:ea typeface="Noto Sans JP"/>
                <a:cs typeface="Noto Sans JP"/>
              </a:defRPr>
            </a:lvl2pPr>
            <a:lvl3pPr>
              <a:defRPr sz="2400" b="1">
                <a:solidFill>
                  <a:srgbClr val="225B92"/>
                </a:solidFill>
                <a:latin typeface="Noto Sans JP"/>
                <a:ea typeface="Noto Sans JP"/>
                <a:cs typeface="Noto Sans JP"/>
              </a:defRPr>
            </a:lvl3pPr>
            <a:lvl4pPr>
              <a:defRPr sz="2400" b="1">
                <a:solidFill>
                  <a:srgbClr val="225B92"/>
                </a:solidFill>
                <a:latin typeface="Noto Sans JP"/>
                <a:ea typeface="Noto Sans JP"/>
                <a:cs typeface="Noto Sans JP"/>
              </a:defRPr>
            </a:lvl4pPr>
            <a:lvl5pPr>
              <a:defRPr sz="2400" b="1">
                <a:solidFill>
                  <a:srgbClr val="225B92"/>
                </a:solidFill>
                <a:latin typeface="Noto Sans JP"/>
                <a:ea typeface="Noto Sans JP"/>
                <a:cs typeface="Noto Sans JP"/>
              </a:defRPr>
            </a:lvl5pPr>
            <a:lvl6pPr>
              <a:defRPr sz="2400" b="1">
                <a:solidFill>
                  <a:srgbClr val="225B92"/>
                </a:solidFill>
                <a:latin typeface="Noto Sans JP"/>
                <a:ea typeface="Noto Sans JP"/>
                <a:cs typeface="Noto Sans JP"/>
              </a:defRPr>
            </a:lvl6pPr>
            <a:lvl7pPr>
              <a:defRPr sz="2400" b="1">
                <a:solidFill>
                  <a:srgbClr val="225B92"/>
                </a:solidFill>
                <a:latin typeface="Noto Sans JP"/>
                <a:ea typeface="Noto Sans JP"/>
                <a:cs typeface="Noto Sans JP"/>
              </a:defRPr>
            </a:lvl7pPr>
            <a:lvl8pPr>
              <a:defRPr sz="2400" b="1">
                <a:solidFill>
                  <a:srgbClr val="225B92"/>
                </a:solidFill>
                <a:latin typeface="Noto Sans JP"/>
                <a:ea typeface="Noto Sans JP"/>
                <a:cs typeface="Noto Sans JP"/>
              </a:defRPr>
            </a:lvl8pPr>
            <a:lvl9pPr>
              <a:defRPr sz="2400" b="1">
                <a:solidFill>
                  <a:srgbClr val="225B92"/>
                </a:solidFill>
                <a:latin typeface="Noto Sans JP"/>
                <a:ea typeface="Noto Sans JP"/>
                <a:cs typeface="Noto Sans JP"/>
              </a:defRPr>
            </a:lvl9pPr>
          </a:lstStyle>
          <a:p xmlns:a="http://schemas.openxmlformats.org/drawingml/2006/main">
            <a:pPr>
              <a:defRPr sz="2400" b="1">
                <a:solidFill>
                  <a:srgbClr val="225B92"/>
                </a:solidFill>
                <a:latin typeface="Noto Sans JP"/>
                <a:ea typeface="Noto Sans JP"/>
                <a:cs typeface="Noto Sans JP"/>
              </a:defRPr>
            </a:pPr>
            <a:r>
              <a:rPr sz="2400" b="1">
                <a:solidFill>
                  <a:srgbClr val="225B92"/>
                </a:solidFill>
                <a:latin typeface="Noto Sans JP"/>
                <a:ea typeface="Noto Sans JP"/>
                <a:cs typeface="Noto Sans JP"/>
              </a:rPr>
              <a:t>生産準備</a:t>
            </a:r>
          </a:p>
        </p:txBody>
      </p:sp>
      <p:sp>
        <p:nvSpPr>
          <p:cNvPr id="5" name="body-0">
            <a:extLst xmlns:a="http://schemas.openxmlformats.org/drawingml/2006/main">
              <a:ext uri="{FF2B5EF4-FFF2-40B4-BE49-F238E27FC236}">
                <a16:creationId xmlns:a16="http://schemas.microsoft.com/office/drawing/2014/main" id="{0C9E23CB-1B08-4A77-8F0F-318876DAB1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4953000"/>
            <a:ext cx="12906375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2400" b="0">
                <a:solidFill>
                  <a:srgbClr val="18354C"/>
                </a:solidFill>
                <a:latin typeface="Noto Sans JP"/>
                <a:ea typeface="Noto Sans JP"/>
                <a:cs typeface="Noto Sans JP"/>
              </a:defRPr>
            </a:defPPr>
            <a:lvl1pPr>
              <a:defRPr sz="2400" b="0">
                <a:solidFill>
                  <a:srgbClr val="18354C"/>
                </a:solidFill>
                <a:latin typeface="Noto Sans JP"/>
                <a:ea typeface="Noto Sans JP"/>
                <a:cs typeface="Noto Sans JP"/>
              </a:defRPr>
            </a:lvl1pPr>
            <a:lvl2pPr>
              <a:defRPr sz="2400" b="0">
                <a:solidFill>
                  <a:srgbClr val="18354C"/>
                </a:solidFill>
                <a:latin typeface="Noto Sans JP"/>
                <a:ea typeface="Noto Sans JP"/>
                <a:cs typeface="Noto Sans JP"/>
              </a:defRPr>
            </a:lvl2pPr>
            <a:lvl3pPr>
              <a:defRPr sz="2400" b="0">
                <a:solidFill>
                  <a:srgbClr val="18354C"/>
                </a:solidFill>
                <a:latin typeface="Noto Sans JP"/>
                <a:ea typeface="Noto Sans JP"/>
                <a:cs typeface="Noto Sans JP"/>
              </a:defRPr>
            </a:lvl3pPr>
            <a:lvl4pPr>
              <a:defRPr sz="2400" b="0">
                <a:solidFill>
                  <a:srgbClr val="18354C"/>
                </a:solidFill>
                <a:latin typeface="Noto Sans JP"/>
                <a:ea typeface="Noto Sans JP"/>
                <a:cs typeface="Noto Sans JP"/>
              </a:defRPr>
            </a:lvl4pPr>
            <a:lvl5pPr>
              <a:defRPr sz="2400" b="0">
                <a:solidFill>
                  <a:srgbClr val="18354C"/>
                </a:solidFill>
                <a:latin typeface="Noto Sans JP"/>
                <a:ea typeface="Noto Sans JP"/>
                <a:cs typeface="Noto Sans JP"/>
              </a:defRPr>
            </a:lvl5pPr>
            <a:lvl6pPr>
              <a:defRPr sz="2400" b="0">
                <a:solidFill>
                  <a:srgbClr val="18354C"/>
                </a:solidFill>
                <a:latin typeface="Noto Sans JP"/>
                <a:ea typeface="Noto Sans JP"/>
                <a:cs typeface="Noto Sans JP"/>
              </a:defRPr>
            </a:lvl6pPr>
            <a:lvl7pPr>
              <a:defRPr sz="2400" b="0">
                <a:solidFill>
                  <a:srgbClr val="18354C"/>
                </a:solidFill>
                <a:latin typeface="Noto Sans JP"/>
                <a:ea typeface="Noto Sans JP"/>
                <a:cs typeface="Noto Sans JP"/>
              </a:defRPr>
            </a:lvl7pPr>
            <a:lvl8pPr>
              <a:defRPr sz="2400" b="0">
                <a:solidFill>
                  <a:srgbClr val="18354C"/>
                </a:solidFill>
                <a:latin typeface="Noto Sans JP"/>
                <a:ea typeface="Noto Sans JP"/>
                <a:cs typeface="Noto Sans JP"/>
              </a:defRPr>
            </a:lvl8pPr>
            <a:lvl9pPr>
              <a:defRPr sz="2400" b="0">
                <a:solidFill>
                  <a:srgbClr val="18354C"/>
                </a:solidFill>
                <a:latin typeface="Noto Sans JP"/>
                <a:ea typeface="Noto Sans JP"/>
                <a:cs typeface="Noto Sans JP"/>
              </a:defRPr>
            </a:lvl9pPr>
          </a:lstStyle>
          <a:p xmlns:a="http://schemas.openxmlformats.org/drawingml/2006/main">
            <a:pPr>
              <a:defRPr sz="2400" b="0">
                <a:solidFill>
                  <a:srgbClr val="18354C"/>
                </a:solidFill>
                <a:latin typeface="Noto Sans JP"/>
                <a:ea typeface="Noto Sans JP"/>
                <a:cs typeface="Noto Sans JP"/>
              </a:defRPr>
            </a:pPr>
            <a:r>
              <a:rPr sz="2400" b="0">
                <a:solidFill>
                  <a:srgbClr val="18354C"/>
                </a:solidFill>
                <a:latin typeface="Noto Sans JP"/>
                <a:ea typeface="Noto Sans JP"/>
                <a:cs typeface="Noto Sans JP"/>
              </a:rPr>
              <a:t>図面・加工履歴・要求から、見積や工程・コードの案を作る。</a:t>
            </a:r>
          </a:p>
        </p:txBody>
      </p:sp>
      <p:sp>
        <p:nvSpPr>
          <p:cNvPr id="6" name="label-1">
            <a:extLst xmlns:a="http://schemas.openxmlformats.org/drawingml/2006/main">
              <a:ext uri="{FF2B5EF4-FFF2-40B4-BE49-F238E27FC236}">
                <a16:creationId xmlns:a16="http://schemas.microsoft.com/office/drawing/2014/main" id="{4709BEA0-A93C-4EFD-8B25-29F64ABA7A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6048375"/>
            <a:ext cx="333375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2400" b="1">
                <a:solidFill>
                  <a:srgbClr val="225B92"/>
                </a:solidFill>
                <a:latin typeface="Noto Sans JP"/>
                <a:ea typeface="Noto Sans JP"/>
                <a:cs typeface="Noto Sans JP"/>
              </a:defRPr>
            </a:defPPr>
            <a:lvl1pPr>
              <a:defRPr sz="2400" b="1">
                <a:solidFill>
                  <a:srgbClr val="225B92"/>
                </a:solidFill>
                <a:latin typeface="Noto Sans JP"/>
                <a:ea typeface="Noto Sans JP"/>
                <a:cs typeface="Noto Sans JP"/>
              </a:defRPr>
            </a:lvl1pPr>
            <a:lvl2pPr>
              <a:defRPr sz="2400" b="1">
                <a:solidFill>
                  <a:srgbClr val="225B92"/>
                </a:solidFill>
                <a:latin typeface="Noto Sans JP"/>
                <a:ea typeface="Noto Sans JP"/>
                <a:cs typeface="Noto Sans JP"/>
              </a:defRPr>
            </a:lvl2pPr>
            <a:lvl3pPr>
              <a:defRPr sz="2400" b="1">
                <a:solidFill>
                  <a:srgbClr val="225B92"/>
                </a:solidFill>
                <a:latin typeface="Noto Sans JP"/>
                <a:ea typeface="Noto Sans JP"/>
                <a:cs typeface="Noto Sans JP"/>
              </a:defRPr>
            </a:lvl3pPr>
            <a:lvl4pPr>
              <a:defRPr sz="2400" b="1">
                <a:solidFill>
                  <a:srgbClr val="225B92"/>
                </a:solidFill>
                <a:latin typeface="Noto Sans JP"/>
                <a:ea typeface="Noto Sans JP"/>
                <a:cs typeface="Noto Sans JP"/>
              </a:defRPr>
            </a:lvl4pPr>
            <a:lvl5pPr>
              <a:defRPr sz="2400" b="1">
                <a:solidFill>
                  <a:srgbClr val="225B92"/>
                </a:solidFill>
                <a:latin typeface="Noto Sans JP"/>
                <a:ea typeface="Noto Sans JP"/>
                <a:cs typeface="Noto Sans JP"/>
              </a:defRPr>
            </a:lvl5pPr>
            <a:lvl6pPr>
              <a:defRPr sz="2400" b="1">
                <a:solidFill>
                  <a:srgbClr val="225B92"/>
                </a:solidFill>
                <a:latin typeface="Noto Sans JP"/>
                <a:ea typeface="Noto Sans JP"/>
                <a:cs typeface="Noto Sans JP"/>
              </a:defRPr>
            </a:lvl6pPr>
            <a:lvl7pPr>
              <a:defRPr sz="2400" b="1">
                <a:solidFill>
                  <a:srgbClr val="225B92"/>
                </a:solidFill>
                <a:latin typeface="Noto Sans JP"/>
                <a:ea typeface="Noto Sans JP"/>
                <a:cs typeface="Noto Sans JP"/>
              </a:defRPr>
            </a:lvl7pPr>
            <a:lvl8pPr>
              <a:defRPr sz="2400" b="1">
                <a:solidFill>
                  <a:srgbClr val="225B92"/>
                </a:solidFill>
                <a:latin typeface="Noto Sans JP"/>
                <a:ea typeface="Noto Sans JP"/>
                <a:cs typeface="Noto Sans JP"/>
              </a:defRPr>
            </a:lvl8pPr>
            <a:lvl9pPr>
              <a:defRPr sz="2400" b="1">
                <a:solidFill>
                  <a:srgbClr val="225B92"/>
                </a:solidFill>
                <a:latin typeface="Noto Sans JP"/>
                <a:ea typeface="Noto Sans JP"/>
                <a:cs typeface="Noto Sans JP"/>
              </a:defRPr>
            </a:lvl9pPr>
          </a:lstStyle>
          <a:p xmlns:a="http://schemas.openxmlformats.org/drawingml/2006/main">
            <a:pPr>
              <a:defRPr sz="2400" b="1">
                <a:solidFill>
                  <a:srgbClr val="225B92"/>
                </a:solidFill>
                <a:latin typeface="Noto Sans JP"/>
                <a:ea typeface="Noto Sans JP"/>
                <a:cs typeface="Noto Sans JP"/>
              </a:defRPr>
            </a:pPr>
            <a:r>
              <a:rPr sz="2400" b="1">
                <a:solidFill>
                  <a:srgbClr val="225B92"/>
                </a:solidFill>
                <a:latin typeface="Noto Sans JP"/>
                <a:ea typeface="Noto Sans JP"/>
                <a:cs typeface="Noto Sans JP"/>
              </a:rPr>
              <a:t>加工と検査</a:t>
            </a:r>
          </a:p>
        </p:txBody>
      </p:sp>
      <p:sp>
        <p:nvSpPr>
          <p:cNvPr id="7" name="body-1">
            <a:extLst xmlns:a="http://schemas.openxmlformats.org/drawingml/2006/main">
              <a:ext uri="{FF2B5EF4-FFF2-40B4-BE49-F238E27FC236}">
                <a16:creationId xmlns:a16="http://schemas.microsoft.com/office/drawing/2014/main" id="{EF9754FD-3F19-445A-A264-0C1FCBE2AC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6048375"/>
            <a:ext cx="12906375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2400" b="0">
                <a:solidFill>
                  <a:srgbClr val="18354C"/>
                </a:solidFill>
                <a:latin typeface="Noto Sans JP"/>
                <a:ea typeface="Noto Sans JP"/>
                <a:cs typeface="Noto Sans JP"/>
              </a:defRPr>
            </a:defPPr>
            <a:lvl1pPr>
              <a:defRPr sz="2400" b="0">
                <a:solidFill>
                  <a:srgbClr val="18354C"/>
                </a:solidFill>
                <a:latin typeface="Noto Sans JP"/>
                <a:ea typeface="Noto Sans JP"/>
                <a:cs typeface="Noto Sans JP"/>
              </a:defRPr>
            </a:lvl1pPr>
            <a:lvl2pPr>
              <a:defRPr sz="2400" b="0">
                <a:solidFill>
                  <a:srgbClr val="18354C"/>
                </a:solidFill>
                <a:latin typeface="Noto Sans JP"/>
                <a:ea typeface="Noto Sans JP"/>
                <a:cs typeface="Noto Sans JP"/>
              </a:defRPr>
            </a:lvl2pPr>
            <a:lvl3pPr>
              <a:defRPr sz="2400" b="0">
                <a:solidFill>
                  <a:srgbClr val="18354C"/>
                </a:solidFill>
                <a:latin typeface="Noto Sans JP"/>
                <a:ea typeface="Noto Sans JP"/>
                <a:cs typeface="Noto Sans JP"/>
              </a:defRPr>
            </a:lvl3pPr>
            <a:lvl4pPr>
              <a:defRPr sz="2400" b="0">
                <a:solidFill>
                  <a:srgbClr val="18354C"/>
                </a:solidFill>
                <a:latin typeface="Noto Sans JP"/>
                <a:ea typeface="Noto Sans JP"/>
                <a:cs typeface="Noto Sans JP"/>
              </a:defRPr>
            </a:lvl4pPr>
            <a:lvl5pPr>
              <a:defRPr sz="2400" b="0">
                <a:solidFill>
                  <a:srgbClr val="18354C"/>
                </a:solidFill>
                <a:latin typeface="Noto Sans JP"/>
                <a:ea typeface="Noto Sans JP"/>
                <a:cs typeface="Noto Sans JP"/>
              </a:defRPr>
            </a:lvl5pPr>
            <a:lvl6pPr>
              <a:defRPr sz="2400" b="0">
                <a:solidFill>
                  <a:srgbClr val="18354C"/>
                </a:solidFill>
                <a:latin typeface="Noto Sans JP"/>
                <a:ea typeface="Noto Sans JP"/>
                <a:cs typeface="Noto Sans JP"/>
              </a:defRPr>
            </a:lvl6pPr>
            <a:lvl7pPr>
              <a:defRPr sz="2400" b="0">
                <a:solidFill>
                  <a:srgbClr val="18354C"/>
                </a:solidFill>
                <a:latin typeface="Noto Sans JP"/>
                <a:ea typeface="Noto Sans JP"/>
                <a:cs typeface="Noto Sans JP"/>
              </a:defRPr>
            </a:lvl7pPr>
            <a:lvl8pPr>
              <a:defRPr sz="2400" b="0">
                <a:solidFill>
                  <a:srgbClr val="18354C"/>
                </a:solidFill>
                <a:latin typeface="Noto Sans JP"/>
                <a:ea typeface="Noto Sans JP"/>
                <a:cs typeface="Noto Sans JP"/>
              </a:defRPr>
            </a:lvl8pPr>
            <a:lvl9pPr>
              <a:defRPr sz="2400" b="0">
                <a:solidFill>
                  <a:srgbClr val="18354C"/>
                </a:solidFill>
                <a:latin typeface="Noto Sans JP"/>
                <a:ea typeface="Noto Sans JP"/>
                <a:cs typeface="Noto Sans JP"/>
              </a:defRPr>
            </a:lvl9pPr>
          </a:lstStyle>
          <a:p xmlns:a="http://schemas.openxmlformats.org/drawingml/2006/main">
            <a:pPr>
              <a:defRPr sz="2400" b="0">
                <a:solidFill>
                  <a:srgbClr val="18354C"/>
                </a:solidFill>
                <a:latin typeface="Noto Sans JP"/>
                <a:ea typeface="Noto Sans JP"/>
                <a:cs typeface="Noto Sans JP"/>
              </a:defRPr>
            </a:pPr>
            <a:r>
              <a:rPr sz="2400" b="0">
                <a:solidFill>
                  <a:srgbClr val="18354C"/>
                </a:solidFill>
                <a:latin typeface="Noto Sans JP"/>
                <a:ea typeface="Noto Sans JP"/>
                <a:cs typeface="Noto Sans JP"/>
              </a:rPr>
              <a:t>負荷・寸法・工具状態を捉え、調整や交換の判断を助ける。</a:t>
            </a:r>
          </a:p>
        </p:txBody>
      </p:sp>
      <p:sp>
        <p:nvSpPr>
          <p:cNvPr id="8" name="label-2">
            <a:extLst xmlns:a="http://schemas.openxmlformats.org/drawingml/2006/main">
              <a:ext uri="{FF2B5EF4-FFF2-40B4-BE49-F238E27FC236}">
                <a16:creationId xmlns:a16="http://schemas.microsoft.com/office/drawing/2014/main" id="{C914A443-91F2-4D68-A2CF-4E520C402D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7143750"/>
            <a:ext cx="333375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2400" b="1">
                <a:solidFill>
                  <a:srgbClr val="225B92"/>
                </a:solidFill>
                <a:latin typeface="Noto Sans JP"/>
                <a:ea typeface="Noto Sans JP"/>
                <a:cs typeface="Noto Sans JP"/>
              </a:defRPr>
            </a:defPPr>
            <a:lvl1pPr>
              <a:defRPr sz="2400" b="1">
                <a:solidFill>
                  <a:srgbClr val="225B92"/>
                </a:solidFill>
                <a:latin typeface="Noto Sans JP"/>
                <a:ea typeface="Noto Sans JP"/>
                <a:cs typeface="Noto Sans JP"/>
              </a:defRPr>
            </a:lvl1pPr>
            <a:lvl2pPr>
              <a:defRPr sz="2400" b="1">
                <a:solidFill>
                  <a:srgbClr val="225B92"/>
                </a:solidFill>
                <a:latin typeface="Noto Sans JP"/>
                <a:ea typeface="Noto Sans JP"/>
                <a:cs typeface="Noto Sans JP"/>
              </a:defRPr>
            </a:lvl2pPr>
            <a:lvl3pPr>
              <a:defRPr sz="2400" b="1">
                <a:solidFill>
                  <a:srgbClr val="225B92"/>
                </a:solidFill>
                <a:latin typeface="Noto Sans JP"/>
                <a:ea typeface="Noto Sans JP"/>
                <a:cs typeface="Noto Sans JP"/>
              </a:defRPr>
            </a:lvl3pPr>
            <a:lvl4pPr>
              <a:defRPr sz="2400" b="1">
                <a:solidFill>
                  <a:srgbClr val="225B92"/>
                </a:solidFill>
                <a:latin typeface="Noto Sans JP"/>
                <a:ea typeface="Noto Sans JP"/>
                <a:cs typeface="Noto Sans JP"/>
              </a:defRPr>
            </a:lvl4pPr>
            <a:lvl5pPr>
              <a:defRPr sz="2400" b="1">
                <a:solidFill>
                  <a:srgbClr val="225B92"/>
                </a:solidFill>
                <a:latin typeface="Noto Sans JP"/>
                <a:ea typeface="Noto Sans JP"/>
                <a:cs typeface="Noto Sans JP"/>
              </a:defRPr>
            </a:lvl5pPr>
            <a:lvl6pPr>
              <a:defRPr sz="2400" b="1">
                <a:solidFill>
                  <a:srgbClr val="225B92"/>
                </a:solidFill>
                <a:latin typeface="Noto Sans JP"/>
                <a:ea typeface="Noto Sans JP"/>
                <a:cs typeface="Noto Sans JP"/>
              </a:defRPr>
            </a:lvl6pPr>
            <a:lvl7pPr>
              <a:defRPr sz="2400" b="1">
                <a:solidFill>
                  <a:srgbClr val="225B92"/>
                </a:solidFill>
                <a:latin typeface="Noto Sans JP"/>
                <a:ea typeface="Noto Sans JP"/>
                <a:cs typeface="Noto Sans JP"/>
              </a:defRPr>
            </a:lvl7pPr>
            <a:lvl8pPr>
              <a:defRPr sz="2400" b="1">
                <a:solidFill>
                  <a:srgbClr val="225B92"/>
                </a:solidFill>
                <a:latin typeface="Noto Sans JP"/>
                <a:ea typeface="Noto Sans JP"/>
                <a:cs typeface="Noto Sans JP"/>
              </a:defRPr>
            </a:lvl8pPr>
            <a:lvl9pPr>
              <a:defRPr sz="2400" b="1">
                <a:solidFill>
                  <a:srgbClr val="225B92"/>
                </a:solidFill>
                <a:latin typeface="Noto Sans JP"/>
                <a:ea typeface="Noto Sans JP"/>
                <a:cs typeface="Noto Sans JP"/>
              </a:defRPr>
            </a:lvl9pPr>
          </a:lstStyle>
          <a:p xmlns:a="http://schemas.openxmlformats.org/drawingml/2006/main">
            <a:pPr>
              <a:defRPr sz="2400" b="1">
                <a:solidFill>
                  <a:srgbClr val="225B92"/>
                </a:solidFill>
                <a:latin typeface="Noto Sans JP"/>
                <a:ea typeface="Noto Sans JP"/>
                <a:cs typeface="Noto Sans JP"/>
              </a:defRPr>
            </a:pPr>
            <a:r>
              <a:rPr sz="2400" b="1">
                <a:solidFill>
                  <a:srgbClr val="225B92"/>
                </a:solidFill>
                <a:latin typeface="Noto Sans JP"/>
                <a:ea typeface="Noto Sans JP"/>
                <a:cs typeface="Noto Sans JP"/>
              </a:rPr>
              <a:t>物理作業と運用</a:t>
            </a:r>
          </a:p>
        </p:txBody>
      </p:sp>
      <p:sp>
        <p:nvSpPr>
          <p:cNvPr id="9" name="body-2">
            <a:extLst xmlns:a="http://schemas.openxmlformats.org/drawingml/2006/main">
              <a:ext uri="{FF2B5EF4-FFF2-40B4-BE49-F238E27FC236}">
                <a16:creationId xmlns:a16="http://schemas.microsoft.com/office/drawing/2014/main" id="{94E8C61A-161C-4485-ABC0-6E723B3F48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7143750"/>
            <a:ext cx="12906375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2400" b="0">
                <a:solidFill>
                  <a:srgbClr val="18354C"/>
                </a:solidFill>
                <a:latin typeface="Noto Sans JP"/>
                <a:ea typeface="Noto Sans JP"/>
                <a:cs typeface="Noto Sans JP"/>
              </a:defRPr>
            </a:defPPr>
            <a:lvl1pPr>
              <a:defRPr sz="2400" b="0">
                <a:solidFill>
                  <a:srgbClr val="18354C"/>
                </a:solidFill>
                <a:latin typeface="Noto Sans JP"/>
                <a:ea typeface="Noto Sans JP"/>
                <a:cs typeface="Noto Sans JP"/>
              </a:defRPr>
            </a:lvl1pPr>
            <a:lvl2pPr>
              <a:defRPr sz="2400" b="0">
                <a:solidFill>
                  <a:srgbClr val="18354C"/>
                </a:solidFill>
                <a:latin typeface="Noto Sans JP"/>
                <a:ea typeface="Noto Sans JP"/>
                <a:cs typeface="Noto Sans JP"/>
              </a:defRPr>
            </a:lvl2pPr>
            <a:lvl3pPr>
              <a:defRPr sz="2400" b="0">
                <a:solidFill>
                  <a:srgbClr val="18354C"/>
                </a:solidFill>
                <a:latin typeface="Noto Sans JP"/>
                <a:ea typeface="Noto Sans JP"/>
                <a:cs typeface="Noto Sans JP"/>
              </a:defRPr>
            </a:lvl3pPr>
            <a:lvl4pPr>
              <a:defRPr sz="2400" b="0">
                <a:solidFill>
                  <a:srgbClr val="18354C"/>
                </a:solidFill>
                <a:latin typeface="Noto Sans JP"/>
                <a:ea typeface="Noto Sans JP"/>
                <a:cs typeface="Noto Sans JP"/>
              </a:defRPr>
            </a:lvl4pPr>
            <a:lvl5pPr>
              <a:defRPr sz="2400" b="0">
                <a:solidFill>
                  <a:srgbClr val="18354C"/>
                </a:solidFill>
                <a:latin typeface="Noto Sans JP"/>
                <a:ea typeface="Noto Sans JP"/>
                <a:cs typeface="Noto Sans JP"/>
              </a:defRPr>
            </a:lvl5pPr>
            <a:lvl6pPr>
              <a:defRPr sz="2400" b="0">
                <a:solidFill>
                  <a:srgbClr val="18354C"/>
                </a:solidFill>
                <a:latin typeface="Noto Sans JP"/>
                <a:ea typeface="Noto Sans JP"/>
                <a:cs typeface="Noto Sans JP"/>
              </a:defRPr>
            </a:lvl6pPr>
            <a:lvl7pPr>
              <a:defRPr sz="2400" b="0">
                <a:solidFill>
                  <a:srgbClr val="18354C"/>
                </a:solidFill>
                <a:latin typeface="Noto Sans JP"/>
                <a:ea typeface="Noto Sans JP"/>
                <a:cs typeface="Noto Sans JP"/>
              </a:defRPr>
            </a:lvl7pPr>
            <a:lvl8pPr>
              <a:defRPr sz="2400" b="0">
                <a:solidFill>
                  <a:srgbClr val="18354C"/>
                </a:solidFill>
                <a:latin typeface="Noto Sans JP"/>
                <a:ea typeface="Noto Sans JP"/>
                <a:cs typeface="Noto Sans JP"/>
              </a:defRPr>
            </a:lvl8pPr>
            <a:lvl9pPr>
              <a:defRPr sz="2400" b="0">
                <a:solidFill>
                  <a:srgbClr val="18354C"/>
                </a:solidFill>
                <a:latin typeface="Noto Sans JP"/>
                <a:ea typeface="Noto Sans JP"/>
                <a:cs typeface="Noto Sans JP"/>
              </a:defRPr>
            </a:lvl9pPr>
          </a:lstStyle>
          <a:p xmlns:a="http://schemas.openxmlformats.org/drawingml/2006/main">
            <a:pPr>
              <a:defRPr sz="2400" b="0">
                <a:solidFill>
                  <a:srgbClr val="18354C"/>
                </a:solidFill>
                <a:latin typeface="Noto Sans JP"/>
                <a:ea typeface="Noto Sans JP"/>
                <a:cs typeface="Noto Sans JP"/>
              </a:defRPr>
            </a:pPr>
            <a:r>
              <a:rPr sz="2400" b="0">
                <a:solidFill>
                  <a:srgbClr val="18354C"/>
                </a:solidFill>
                <a:latin typeface="Noto Sans JP"/>
                <a:ea typeface="Noto Sans JP"/>
                <a:cs typeface="Noto Sans JP"/>
              </a:rPr>
              <a:t>搬送に加え、切粉処理、段取り、トラブル時の対処を支援する。</a:t>
            </a:r>
          </a:p>
        </p:txBody>
      </p:sp>
      <p:sp>
        <p:nvSpPr>
          <p:cNvPr id="10" name="limit">
            <a:extLst xmlns:a="http://schemas.openxmlformats.org/drawingml/2006/main">
              <a:ext uri="{FF2B5EF4-FFF2-40B4-BE49-F238E27FC236}">
                <a16:creationId xmlns:a16="http://schemas.microsoft.com/office/drawing/2014/main" id="{61E08DF8-1562-4FA3-98BA-FCF97FC4DD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9591675"/>
            <a:ext cx="1604962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500" b="0">
                <a:solidFill>
                  <a:srgbClr val="64778A"/>
                </a:solidFill>
                <a:latin typeface="Noto Sans JP"/>
                <a:ea typeface="Noto Sans JP"/>
                <a:cs typeface="Noto Sans JP"/>
              </a:defRPr>
            </a:defPPr>
            <a:lvl1pPr>
              <a:defRPr sz="1500" b="0">
                <a:solidFill>
                  <a:srgbClr val="64778A"/>
                </a:solidFill>
                <a:latin typeface="Noto Sans JP"/>
                <a:ea typeface="Noto Sans JP"/>
                <a:cs typeface="Noto Sans JP"/>
              </a:defRPr>
            </a:lvl1pPr>
            <a:lvl2pPr>
              <a:defRPr sz="1500" b="0">
                <a:solidFill>
                  <a:srgbClr val="64778A"/>
                </a:solidFill>
                <a:latin typeface="Noto Sans JP"/>
                <a:ea typeface="Noto Sans JP"/>
                <a:cs typeface="Noto Sans JP"/>
              </a:defRPr>
            </a:lvl2pPr>
            <a:lvl3pPr>
              <a:defRPr sz="1500" b="0">
                <a:solidFill>
                  <a:srgbClr val="64778A"/>
                </a:solidFill>
                <a:latin typeface="Noto Sans JP"/>
                <a:ea typeface="Noto Sans JP"/>
                <a:cs typeface="Noto Sans JP"/>
              </a:defRPr>
            </a:lvl3pPr>
            <a:lvl4pPr>
              <a:defRPr sz="1500" b="0">
                <a:solidFill>
                  <a:srgbClr val="64778A"/>
                </a:solidFill>
                <a:latin typeface="Noto Sans JP"/>
                <a:ea typeface="Noto Sans JP"/>
                <a:cs typeface="Noto Sans JP"/>
              </a:defRPr>
            </a:lvl4pPr>
            <a:lvl5pPr>
              <a:defRPr sz="1500" b="0">
                <a:solidFill>
                  <a:srgbClr val="64778A"/>
                </a:solidFill>
                <a:latin typeface="Noto Sans JP"/>
                <a:ea typeface="Noto Sans JP"/>
                <a:cs typeface="Noto Sans JP"/>
              </a:defRPr>
            </a:lvl5pPr>
            <a:lvl6pPr>
              <a:defRPr sz="1500" b="0">
                <a:solidFill>
                  <a:srgbClr val="64778A"/>
                </a:solidFill>
                <a:latin typeface="Noto Sans JP"/>
                <a:ea typeface="Noto Sans JP"/>
                <a:cs typeface="Noto Sans JP"/>
              </a:defRPr>
            </a:lvl6pPr>
            <a:lvl7pPr>
              <a:defRPr sz="1500" b="0">
                <a:solidFill>
                  <a:srgbClr val="64778A"/>
                </a:solidFill>
                <a:latin typeface="Noto Sans JP"/>
                <a:ea typeface="Noto Sans JP"/>
                <a:cs typeface="Noto Sans JP"/>
              </a:defRPr>
            </a:lvl7pPr>
            <a:lvl8pPr>
              <a:defRPr sz="1500" b="0">
                <a:solidFill>
                  <a:srgbClr val="64778A"/>
                </a:solidFill>
                <a:latin typeface="Noto Sans JP"/>
                <a:ea typeface="Noto Sans JP"/>
                <a:cs typeface="Noto Sans JP"/>
              </a:defRPr>
            </a:lvl8pPr>
            <a:lvl9pPr>
              <a:defRPr sz="1500" b="0">
                <a:solidFill>
                  <a:srgbClr val="64778A"/>
                </a:solidFill>
                <a:latin typeface="Noto Sans JP"/>
                <a:ea typeface="Noto Sans JP"/>
                <a:cs typeface="Noto Sans JP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64778A"/>
                </a:solidFill>
                <a:latin typeface="Noto Sans JP"/>
                <a:ea typeface="Noto Sans JP"/>
                <a:cs typeface="Noto Sans JP"/>
              </a:defRPr>
            </a:pPr>
            <a:r>
              <a:rPr sz="1500" b="0">
                <a:solidFill>
                  <a:srgbClr val="64778A"/>
                </a:solidFill>
                <a:latin typeface="Noto Sans JP"/>
                <a:ea typeface="Noto Sans JP"/>
                <a:cs typeface="Noto Sans JP"/>
              </a:rPr>
              <a:t>上段は横断分析。2026年は展示予定。344候補カードと57詳細比較事例は調査の深さが異なる。</a:t>
            </a:r>
          </a:p>
        </p:txBody>
      </p:sp>
      <p:sp>
        <p:nvSpPr>
          <p:cNvPr id="11" name="page">
            <a:extLst xmlns:a="http://schemas.openxmlformats.org/drawingml/2006/main">
              <a:ext uri="{FF2B5EF4-FFF2-40B4-BE49-F238E27FC236}">
                <a16:creationId xmlns:a16="http://schemas.microsoft.com/office/drawing/2014/main" id="{5A407224-DBEB-4405-B480-F8CFE34213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078325" y="9667875"/>
            <a:ext cx="457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500" b="0">
                <a:solidFill>
                  <a:srgbClr val="64778A"/>
                </a:solidFill>
                <a:latin typeface="Noto Sans JP"/>
                <a:ea typeface="Noto Sans JP"/>
                <a:cs typeface="Noto Sans JP"/>
              </a:defRPr>
            </a:defPPr>
            <a:lvl1pPr>
              <a:defRPr sz="1500" b="0">
                <a:solidFill>
                  <a:srgbClr val="64778A"/>
                </a:solidFill>
                <a:latin typeface="Noto Sans JP"/>
                <a:ea typeface="Noto Sans JP"/>
                <a:cs typeface="Noto Sans JP"/>
              </a:defRPr>
            </a:lvl1pPr>
            <a:lvl2pPr>
              <a:defRPr sz="1500" b="0">
                <a:solidFill>
                  <a:srgbClr val="64778A"/>
                </a:solidFill>
                <a:latin typeface="Noto Sans JP"/>
                <a:ea typeface="Noto Sans JP"/>
                <a:cs typeface="Noto Sans JP"/>
              </a:defRPr>
            </a:lvl2pPr>
            <a:lvl3pPr>
              <a:defRPr sz="1500" b="0">
                <a:solidFill>
                  <a:srgbClr val="64778A"/>
                </a:solidFill>
                <a:latin typeface="Noto Sans JP"/>
                <a:ea typeface="Noto Sans JP"/>
                <a:cs typeface="Noto Sans JP"/>
              </a:defRPr>
            </a:lvl3pPr>
            <a:lvl4pPr>
              <a:defRPr sz="1500" b="0">
                <a:solidFill>
                  <a:srgbClr val="64778A"/>
                </a:solidFill>
                <a:latin typeface="Noto Sans JP"/>
                <a:ea typeface="Noto Sans JP"/>
                <a:cs typeface="Noto Sans JP"/>
              </a:defRPr>
            </a:lvl4pPr>
            <a:lvl5pPr>
              <a:defRPr sz="1500" b="0">
                <a:solidFill>
                  <a:srgbClr val="64778A"/>
                </a:solidFill>
                <a:latin typeface="Noto Sans JP"/>
                <a:ea typeface="Noto Sans JP"/>
                <a:cs typeface="Noto Sans JP"/>
              </a:defRPr>
            </a:lvl5pPr>
            <a:lvl6pPr>
              <a:defRPr sz="1500" b="0">
                <a:solidFill>
                  <a:srgbClr val="64778A"/>
                </a:solidFill>
                <a:latin typeface="Noto Sans JP"/>
                <a:ea typeface="Noto Sans JP"/>
                <a:cs typeface="Noto Sans JP"/>
              </a:defRPr>
            </a:lvl6pPr>
            <a:lvl7pPr>
              <a:defRPr sz="1500" b="0">
                <a:solidFill>
                  <a:srgbClr val="64778A"/>
                </a:solidFill>
                <a:latin typeface="Noto Sans JP"/>
                <a:ea typeface="Noto Sans JP"/>
                <a:cs typeface="Noto Sans JP"/>
              </a:defRPr>
            </a:lvl7pPr>
            <a:lvl8pPr>
              <a:defRPr sz="1500" b="0">
                <a:solidFill>
                  <a:srgbClr val="64778A"/>
                </a:solidFill>
                <a:latin typeface="Noto Sans JP"/>
                <a:ea typeface="Noto Sans JP"/>
                <a:cs typeface="Noto Sans JP"/>
              </a:defRPr>
            </a:lvl8pPr>
            <a:lvl9pPr>
              <a:defRPr sz="1500" b="0">
                <a:solidFill>
                  <a:srgbClr val="64778A"/>
                </a:solidFill>
                <a:latin typeface="Noto Sans JP"/>
                <a:ea typeface="Noto Sans JP"/>
                <a:cs typeface="Noto Sans JP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64778A"/>
                </a:solidFill>
                <a:latin typeface="Noto Sans JP"/>
                <a:ea typeface="Noto Sans JP"/>
                <a:cs typeface="Noto Sans JP"/>
              </a:defRPr>
            </a:pPr>
            <a:r>
              <a:rPr sz="1500" b="0">
                <a:solidFill>
                  <a:srgbClr val="64778A"/>
                </a:solidFill>
                <a:latin typeface="Noto Sans JP"/>
                <a:ea typeface="Noto Sans JP"/>
                <a:cs typeface="Noto Sans JP"/>
              </a:rPr>
              <a:t>01</a:t>
            </a:r>
          </a:p>
        </p:txBody>
      </p:sp>
      <p:sp>
        <p:nvSpPr>
          <p:cNvPr id="12" name="source-S01">
            <a:extLst xmlns:a="http://schemas.openxmlformats.org/drawingml/2006/main">
              <a:ext uri="{FF2B5EF4-FFF2-40B4-BE49-F238E27FC236}">
                <a16:creationId xmlns:a16="http://schemas.microsoft.com/office/drawing/2014/main" id="{D1201CE6-3867-4291-85E8-8874A2F980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9172575"/>
            <a:ext cx="9048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500" b="0">
                <a:solidFill>
                  <a:srgbClr val="225B92"/>
                </a:solidFill>
                <a:latin typeface="Noto Sans JP"/>
                <a:ea typeface="Noto Sans JP"/>
                <a:cs typeface="Noto Sans JP"/>
              </a:defRPr>
            </a:defPPr>
            <a:lvl1pPr>
              <a:defRPr sz="1500" b="0">
                <a:solidFill>
                  <a:srgbClr val="225B92"/>
                </a:solidFill>
                <a:latin typeface="Noto Sans JP"/>
                <a:ea typeface="Noto Sans JP"/>
                <a:cs typeface="Noto Sans JP"/>
              </a:defRPr>
            </a:lvl1pPr>
            <a:lvl2pPr>
              <a:defRPr sz="1500" b="0">
                <a:solidFill>
                  <a:srgbClr val="225B92"/>
                </a:solidFill>
                <a:latin typeface="Noto Sans JP"/>
                <a:ea typeface="Noto Sans JP"/>
                <a:cs typeface="Noto Sans JP"/>
              </a:defRPr>
            </a:lvl2pPr>
            <a:lvl3pPr>
              <a:defRPr sz="1500" b="0">
                <a:solidFill>
                  <a:srgbClr val="225B92"/>
                </a:solidFill>
                <a:latin typeface="Noto Sans JP"/>
                <a:ea typeface="Noto Sans JP"/>
                <a:cs typeface="Noto Sans JP"/>
              </a:defRPr>
            </a:lvl3pPr>
            <a:lvl4pPr>
              <a:defRPr sz="1500" b="0">
                <a:solidFill>
                  <a:srgbClr val="225B92"/>
                </a:solidFill>
                <a:latin typeface="Noto Sans JP"/>
                <a:ea typeface="Noto Sans JP"/>
                <a:cs typeface="Noto Sans JP"/>
              </a:defRPr>
            </a:lvl4pPr>
            <a:lvl5pPr>
              <a:defRPr sz="1500" b="0">
                <a:solidFill>
                  <a:srgbClr val="225B92"/>
                </a:solidFill>
                <a:latin typeface="Noto Sans JP"/>
                <a:ea typeface="Noto Sans JP"/>
                <a:cs typeface="Noto Sans JP"/>
              </a:defRPr>
            </a:lvl5pPr>
            <a:lvl6pPr>
              <a:defRPr sz="1500" b="0">
                <a:solidFill>
                  <a:srgbClr val="225B92"/>
                </a:solidFill>
                <a:latin typeface="Noto Sans JP"/>
                <a:ea typeface="Noto Sans JP"/>
                <a:cs typeface="Noto Sans JP"/>
              </a:defRPr>
            </a:lvl6pPr>
            <a:lvl7pPr>
              <a:defRPr sz="1500" b="0">
                <a:solidFill>
                  <a:srgbClr val="225B92"/>
                </a:solidFill>
                <a:latin typeface="Noto Sans JP"/>
                <a:ea typeface="Noto Sans JP"/>
                <a:cs typeface="Noto Sans JP"/>
              </a:defRPr>
            </a:lvl7pPr>
            <a:lvl8pPr>
              <a:defRPr sz="1500" b="0">
                <a:solidFill>
                  <a:srgbClr val="225B92"/>
                </a:solidFill>
                <a:latin typeface="Noto Sans JP"/>
                <a:ea typeface="Noto Sans JP"/>
                <a:cs typeface="Noto Sans JP"/>
              </a:defRPr>
            </a:lvl8pPr>
            <a:lvl9pPr>
              <a:defRPr sz="1500" b="0">
                <a:solidFill>
                  <a:srgbClr val="225B92"/>
                </a:solidFill>
                <a:latin typeface="Noto Sans JP"/>
                <a:ea typeface="Noto Sans JP"/>
                <a:cs typeface="Noto Sans JP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225B92"/>
                </a:solidFill>
                <a:latin typeface="Noto Sans JP"/>
                <a:ea typeface="Noto Sans JP"/>
                <a:cs typeface="Noto Sans JP"/>
              </a:defRPr>
            </a:pPr>
            <a:r>
              <a:rPr sz="1500" b="0">
                <a:solidFill>
                  <a:srgbClr val="225B92"/>
                </a:solidFill>
                <a:latin typeface="Noto Sans JP"/>
                <a:ea typeface="Noto Sans JP"/>
                <a:cs typeface="Noto Sans JP"/>
                <a:hlinkClick xmlns:r="http://schemas.openxmlformats.org/officeDocument/2006/relationships" r:id="Rbf12fb77e72c45e6"/>
              </a:rPr>
              <a:t>S01</a:t>
            </a:r>
          </a:p>
        </p:txBody>
      </p:sp>
      <p:sp>
        <p:nvSpPr>
          <p:cNvPr id="13" name="source-S08">
            <a:extLst xmlns:a="http://schemas.openxmlformats.org/drawingml/2006/main">
              <a:ext uri="{FF2B5EF4-FFF2-40B4-BE49-F238E27FC236}">
                <a16:creationId xmlns:a16="http://schemas.microsoft.com/office/drawing/2014/main" id="{5C1D7E66-F190-4FAC-A10D-7274B5C6CF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81175" y="9172575"/>
            <a:ext cx="9048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500" b="0">
                <a:solidFill>
                  <a:srgbClr val="225B92"/>
                </a:solidFill>
                <a:latin typeface="Noto Sans JP"/>
                <a:ea typeface="Noto Sans JP"/>
                <a:cs typeface="Noto Sans JP"/>
              </a:defRPr>
            </a:defPPr>
            <a:lvl1pPr>
              <a:defRPr sz="1500" b="0">
                <a:solidFill>
                  <a:srgbClr val="225B92"/>
                </a:solidFill>
                <a:latin typeface="Noto Sans JP"/>
                <a:ea typeface="Noto Sans JP"/>
                <a:cs typeface="Noto Sans JP"/>
              </a:defRPr>
            </a:lvl1pPr>
            <a:lvl2pPr>
              <a:defRPr sz="1500" b="0">
                <a:solidFill>
                  <a:srgbClr val="225B92"/>
                </a:solidFill>
                <a:latin typeface="Noto Sans JP"/>
                <a:ea typeface="Noto Sans JP"/>
                <a:cs typeface="Noto Sans JP"/>
              </a:defRPr>
            </a:lvl2pPr>
            <a:lvl3pPr>
              <a:defRPr sz="1500" b="0">
                <a:solidFill>
                  <a:srgbClr val="225B92"/>
                </a:solidFill>
                <a:latin typeface="Noto Sans JP"/>
                <a:ea typeface="Noto Sans JP"/>
                <a:cs typeface="Noto Sans JP"/>
              </a:defRPr>
            </a:lvl3pPr>
            <a:lvl4pPr>
              <a:defRPr sz="1500" b="0">
                <a:solidFill>
                  <a:srgbClr val="225B92"/>
                </a:solidFill>
                <a:latin typeface="Noto Sans JP"/>
                <a:ea typeface="Noto Sans JP"/>
                <a:cs typeface="Noto Sans JP"/>
              </a:defRPr>
            </a:lvl4pPr>
            <a:lvl5pPr>
              <a:defRPr sz="1500" b="0">
                <a:solidFill>
                  <a:srgbClr val="225B92"/>
                </a:solidFill>
                <a:latin typeface="Noto Sans JP"/>
                <a:ea typeface="Noto Sans JP"/>
                <a:cs typeface="Noto Sans JP"/>
              </a:defRPr>
            </a:lvl5pPr>
            <a:lvl6pPr>
              <a:defRPr sz="1500" b="0">
                <a:solidFill>
                  <a:srgbClr val="225B92"/>
                </a:solidFill>
                <a:latin typeface="Noto Sans JP"/>
                <a:ea typeface="Noto Sans JP"/>
                <a:cs typeface="Noto Sans JP"/>
              </a:defRPr>
            </a:lvl6pPr>
            <a:lvl7pPr>
              <a:defRPr sz="1500" b="0">
                <a:solidFill>
                  <a:srgbClr val="225B92"/>
                </a:solidFill>
                <a:latin typeface="Noto Sans JP"/>
                <a:ea typeface="Noto Sans JP"/>
                <a:cs typeface="Noto Sans JP"/>
              </a:defRPr>
            </a:lvl7pPr>
            <a:lvl8pPr>
              <a:defRPr sz="1500" b="0">
                <a:solidFill>
                  <a:srgbClr val="225B92"/>
                </a:solidFill>
                <a:latin typeface="Noto Sans JP"/>
                <a:ea typeface="Noto Sans JP"/>
                <a:cs typeface="Noto Sans JP"/>
              </a:defRPr>
            </a:lvl8pPr>
            <a:lvl9pPr>
              <a:defRPr sz="1500" b="0">
                <a:solidFill>
                  <a:srgbClr val="225B92"/>
                </a:solidFill>
                <a:latin typeface="Noto Sans JP"/>
                <a:ea typeface="Noto Sans JP"/>
                <a:cs typeface="Noto Sans JP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225B92"/>
                </a:solidFill>
                <a:latin typeface="Noto Sans JP"/>
                <a:ea typeface="Noto Sans JP"/>
                <a:cs typeface="Noto Sans JP"/>
              </a:defRPr>
            </a:pPr>
            <a:r>
              <a:rPr sz="1500" b="0">
                <a:solidFill>
                  <a:srgbClr val="225B92"/>
                </a:solidFill>
                <a:latin typeface="Noto Sans JP"/>
                <a:ea typeface="Noto Sans JP"/>
                <a:cs typeface="Noto Sans JP"/>
                <a:hlinkClick xmlns:r="http://schemas.openxmlformats.org/officeDocument/2006/relationships" r:id="Rab613d769dce4ec8"/>
              </a:rPr>
              <a:t>S08</a:t>
            </a:r>
          </a:p>
        </p:txBody>
      </p:sp>
      <p:sp>
        <p:nvSpPr>
          <p:cNvPr id="14" name="source-S12">
            <a:extLst xmlns:a="http://schemas.openxmlformats.org/drawingml/2006/main">
              <a:ext uri="{FF2B5EF4-FFF2-40B4-BE49-F238E27FC236}">
                <a16:creationId xmlns:a16="http://schemas.microsoft.com/office/drawing/2014/main" id="{160F316D-8424-4A9D-B997-44326A8970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9172575"/>
            <a:ext cx="9048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500" b="0">
                <a:solidFill>
                  <a:srgbClr val="225B92"/>
                </a:solidFill>
                <a:latin typeface="Noto Sans JP"/>
                <a:ea typeface="Noto Sans JP"/>
                <a:cs typeface="Noto Sans JP"/>
              </a:defRPr>
            </a:defPPr>
            <a:lvl1pPr>
              <a:defRPr sz="1500" b="0">
                <a:solidFill>
                  <a:srgbClr val="225B92"/>
                </a:solidFill>
                <a:latin typeface="Noto Sans JP"/>
                <a:ea typeface="Noto Sans JP"/>
                <a:cs typeface="Noto Sans JP"/>
              </a:defRPr>
            </a:lvl1pPr>
            <a:lvl2pPr>
              <a:defRPr sz="1500" b="0">
                <a:solidFill>
                  <a:srgbClr val="225B92"/>
                </a:solidFill>
                <a:latin typeface="Noto Sans JP"/>
                <a:ea typeface="Noto Sans JP"/>
                <a:cs typeface="Noto Sans JP"/>
              </a:defRPr>
            </a:lvl2pPr>
            <a:lvl3pPr>
              <a:defRPr sz="1500" b="0">
                <a:solidFill>
                  <a:srgbClr val="225B92"/>
                </a:solidFill>
                <a:latin typeface="Noto Sans JP"/>
                <a:ea typeface="Noto Sans JP"/>
                <a:cs typeface="Noto Sans JP"/>
              </a:defRPr>
            </a:lvl3pPr>
            <a:lvl4pPr>
              <a:defRPr sz="1500" b="0">
                <a:solidFill>
                  <a:srgbClr val="225B92"/>
                </a:solidFill>
                <a:latin typeface="Noto Sans JP"/>
                <a:ea typeface="Noto Sans JP"/>
                <a:cs typeface="Noto Sans JP"/>
              </a:defRPr>
            </a:lvl4pPr>
            <a:lvl5pPr>
              <a:defRPr sz="1500" b="0">
                <a:solidFill>
                  <a:srgbClr val="225B92"/>
                </a:solidFill>
                <a:latin typeface="Noto Sans JP"/>
                <a:ea typeface="Noto Sans JP"/>
                <a:cs typeface="Noto Sans JP"/>
              </a:defRPr>
            </a:lvl5pPr>
            <a:lvl6pPr>
              <a:defRPr sz="1500" b="0">
                <a:solidFill>
                  <a:srgbClr val="225B92"/>
                </a:solidFill>
                <a:latin typeface="Noto Sans JP"/>
                <a:ea typeface="Noto Sans JP"/>
                <a:cs typeface="Noto Sans JP"/>
              </a:defRPr>
            </a:lvl6pPr>
            <a:lvl7pPr>
              <a:defRPr sz="1500" b="0">
                <a:solidFill>
                  <a:srgbClr val="225B92"/>
                </a:solidFill>
                <a:latin typeface="Noto Sans JP"/>
                <a:ea typeface="Noto Sans JP"/>
                <a:cs typeface="Noto Sans JP"/>
              </a:defRPr>
            </a:lvl7pPr>
            <a:lvl8pPr>
              <a:defRPr sz="1500" b="0">
                <a:solidFill>
                  <a:srgbClr val="225B92"/>
                </a:solidFill>
                <a:latin typeface="Noto Sans JP"/>
                <a:ea typeface="Noto Sans JP"/>
                <a:cs typeface="Noto Sans JP"/>
              </a:defRPr>
            </a:lvl8pPr>
            <a:lvl9pPr>
              <a:defRPr sz="1500" b="0">
                <a:solidFill>
                  <a:srgbClr val="225B92"/>
                </a:solidFill>
                <a:latin typeface="Noto Sans JP"/>
                <a:ea typeface="Noto Sans JP"/>
                <a:cs typeface="Noto Sans JP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225B92"/>
                </a:solidFill>
                <a:latin typeface="Noto Sans JP"/>
                <a:ea typeface="Noto Sans JP"/>
                <a:cs typeface="Noto Sans JP"/>
              </a:defRPr>
            </a:pPr>
            <a:r>
              <a:rPr sz="1500" b="0">
                <a:solidFill>
                  <a:srgbClr val="225B92"/>
                </a:solidFill>
                <a:latin typeface="Noto Sans JP"/>
                <a:ea typeface="Noto Sans JP"/>
                <a:cs typeface="Noto Sans JP"/>
                <a:hlinkClick xmlns:r="http://schemas.openxmlformats.org/officeDocument/2006/relationships" r:id="Rf52f5e7676db4c6a"/>
              </a:rPr>
              <a:t>S12</a:t>
            </a:r>
          </a:p>
        </p:txBody>
      </p:sp>
      <p:sp>
        <p:nvSpPr>
          <p:cNvPr id="15" name="source-S16">
            <a:extLst xmlns:a="http://schemas.openxmlformats.org/drawingml/2006/main">
              <a:ext uri="{FF2B5EF4-FFF2-40B4-BE49-F238E27FC236}">
                <a16:creationId xmlns:a16="http://schemas.microsoft.com/office/drawing/2014/main" id="{FD0B737E-C8C8-482D-9B76-614B5FC5B9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81425" y="9172575"/>
            <a:ext cx="9048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500" b="0">
                <a:solidFill>
                  <a:srgbClr val="225B92"/>
                </a:solidFill>
                <a:latin typeface="Noto Sans JP"/>
                <a:ea typeface="Noto Sans JP"/>
                <a:cs typeface="Noto Sans JP"/>
              </a:defRPr>
            </a:defPPr>
            <a:lvl1pPr>
              <a:defRPr sz="1500" b="0">
                <a:solidFill>
                  <a:srgbClr val="225B92"/>
                </a:solidFill>
                <a:latin typeface="Noto Sans JP"/>
                <a:ea typeface="Noto Sans JP"/>
                <a:cs typeface="Noto Sans JP"/>
              </a:defRPr>
            </a:lvl1pPr>
            <a:lvl2pPr>
              <a:defRPr sz="1500" b="0">
                <a:solidFill>
                  <a:srgbClr val="225B92"/>
                </a:solidFill>
                <a:latin typeface="Noto Sans JP"/>
                <a:ea typeface="Noto Sans JP"/>
                <a:cs typeface="Noto Sans JP"/>
              </a:defRPr>
            </a:lvl2pPr>
            <a:lvl3pPr>
              <a:defRPr sz="1500" b="0">
                <a:solidFill>
                  <a:srgbClr val="225B92"/>
                </a:solidFill>
                <a:latin typeface="Noto Sans JP"/>
                <a:ea typeface="Noto Sans JP"/>
                <a:cs typeface="Noto Sans JP"/>
              </a:defRPr>
            </a:lvl3pPr>
            <a:lvl4pPr>
              <a:defRPr sz="1500" b="0">
                <a:solidFill>
                  <a:srgbClr val="225B92"/>
                </a:solidFill>
                <a:latin typeface="Noto Sans JP"/>
                <a:ea typeface="Noto Sans JP"/>
                <a:cs typeface="Noto Sans JP"/>
              </a:defRPr>
            </a:lvl4pPr>
            <a:lvl5pPr>
              <a:defRPr sz="1500" b="0">
                <a:solidFill>
                  <a:srgbClr val="225B92"/>
                </a:solidFill>
                <a:latin typeface="Noto Sans JP"/>
                <a:ea typeface="Noto Sans JP"/>
                <a:cs typeface="Noto Sans JP"/>
              </a:defRPr>
            </a:lvl5pPr>
            <a:lvl6pPr>
              <a:defRPr sz="1500" b="0">
                <a:solidFill>
                  <a:srgbClr val="225B92"/>
                </a:solidFill>
                <a:latin typeface="Noto Sans JP"/>
                <a:ea typeface="Noto Sans JP"/>
                <a:cs typeface="Noto Sans JP"/>
              </a:defRPr>
            </a:lvl6pPr>
            <a:lvl7pPr>
              <a:defRPr sz="1500" b="0">
                <a:solidFill>
                  <a:srgbClr val="225B92"/>
                </a:solidFill>
                <a:latin typeface="Noto Sans JP"/>
                <a:ea typeface="Noto Sans JP"/>
                <a:cs typeface="Noto Sans JP"/>
              </a:defRPr>
            </a:lvl7pPr>
            <a:lvl8pPr>
              <a:defRPr sz="1500" b="0">
                <a:solidFill>
                  <a:srgbClr val="225B92"/>
                </a:solidFill>
                <a:latin typeface="Noto Sans JP"/>
                <a:ea typeface="Noto Sans JP"/>
                <a:cs typeface="Noto Sans JP"/>
              </a:defRPr>
            </a:lvl8pPr>
            <a:lvl9pPr>
              <a:defRPr sz="1500" b="0">
                <a:solidFill>
                  <a:srgbClr val="225B92"/>
                </a:solidFill>
                <a:latin typeface="Noto Sans JP"/>
                <a:ea typeface="Noto Sans JP"/>
                <a:cs typeface="Noto Sans JP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225B92"/>
                </a:solidFill>
                <a:latin typeface="Noto Sans JP"/>
                <a:ea typeface="Noto Sans JP"/>
                <a:cs typeface="Noto Sans JP"/>
              </a:defRPr>
            </a:pPr>
            <a:r>
              <a:rPr sz="1500" b="0">
                <a:solidFill>
                  <a:srgbClr val="225B92"/>
                </a:solidFill>
                <a:latin typeface="Noto Sans JP"/>
                <a:ea typeface="Noto Sans JP"/>
                <a:cs typeface="Noto Sans JP"/>
                <a:hlinkClick xmlns:r="http://schemas.openxmlformats.org/officeDocument/2006/relationships" r:id="Rd96b45ee18294026"/>
              </a:rPr>
              <a:t>S16</a:t>
            </a:r>
          </a:p>
        </p:txBody>
      </p:sp>
      <p:sp>
        <p:nvSpPr>
          <p:cNvPr id="16" name="source-S05">
            <a:extLst xmlns:a="http://schemas.openxmlformats.org/drawingml/2006/main">
              <a:ext uri="{FF2B5EF4-FFF2-40B4-BE49-F238E27FC236}">
                <a16:creationId xmlns:a16="http://schemas.microsoft.com/office/drawing/2014/main" id="{61A1BA08-673F-4981-BA51-1733EA640C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9172575"/>
            <a:ext cx="9048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500" b="0">
                <a:solidFill>
                  <a:srgbClr val="225B92"/>
                </a:solidFill>
                <a:latin typeface="Noto Sans JP"/>
                <a:ea typeface="Noto Sans JP"/>
                <a:cs typeface="Noto Sans JP"/>
              </a:defRPr>
            </a:defPPr>
            <a:lvl1pPr>
              <a:defRPr sz="1500" b="0">
                <a:solidFill>
                  <a:srgbClr val="225B92"/>
                </a:solidFill>
                <a:latin typeface="Noto Sans JP"/>
                <a:ea typeface="Noto Sans JP"/>
                <a:cs typeface="Noto Sans JP"/>
              </a:defRPr>
            </a:lvl1pPr>
            <a:lvl2pPr>
              <a:defRPr sz="1500" b="0">
                <a:solidFill>
                  <a:srgbClr val="225B92"/>
                </a:solidFill>
                <a:latin typeface="Noto Sans JP"/>
                <a:ea typeface="Noto Sans JP"/>
                <a:cs typeface="Noto Sans JP"/>
              </a:defRPr>
            </a:lvl2pPr>
            <a:lvl3pPr>
              <a:defRPr sz="1500" b="0">
                <a:solidFill>
                  <a:srgbClr val="225B92"/>
                </a:solidFill>
                <a:latin typeface="Noto Sans JP"/>
                <a:ea typeface="Noto Sans JP"/>
                <a:cs typeface="Noto Sans JP"/>
              </a:defRPr>
            </a:lvl3pPr>
            <a:lvl4pPr>
              <a:defRPr sz="1500" b="0">
                <a:solidFill>
                  <a:srgbClr val="225B92"/>
                </a:solidFill>
                <a:latin typeface="Noto Sans JP"/>
                <a:ea typeface="Noto Sans JP"/>
                <a:cs typeface="Noto Sans JP"/>
              </a:defRPr>
            </a:lvl4pPr>
            <a:lvl5pPr>
              <a:defRPr sz="1500" b="0">
                <a:solidFill>
                  <a:srgbClr val="225B92"/>
                </a:solidFill>
                <a:latin typeface="Noto Sans JP"/>
                <a:ea typeface="Noto Sans JP"/>
                <a:cs typeface="Noto Sans JP"/>
              </a:defRPr>
            </a:lvl5pPr>
            <a:lvl6pPr>
              <a:defRPr sz="1500" b="0">
                <a:solidFill>
                  <a:srgbClr val="225B92"/>
                </a:solidFill>
                <a:latin typeface="Noto Sans JP"/>
                <a:ea typeface="Noto Sans JP"/>
                <a:cs typeface="Noto Sans JP"/>
              </a:defRPr>
            </a:lvl6pPr>
            <a:lvl7pPr>
              <a:defRPr sz="1500" b="0">
                <a:solidFill>
                  <a:srgbClr val="225B92"/>
                </a:solidFill>
                <a:latin typeface="Noto Sans JP"/>
                <a:ea typeface="Noto Sans JP"/>
                <a:cs typeface="Noto Sans JP"/>
              </a:defRPr>
            </a:lvl7pPr>
            <a:lvl8pPr>
              <a:defRPr sz="1500" b="0">
                <a:solidFill>
                  <a:srgbClr val="225B92"/>
                </a:solidFill>
                <a:latin typeface="Noto Sans JP"/>
                <a:ea typeface="Noto Sans JP"/>
                <a:cs typeface="Noto Sans JP"/>
              </a:defRPr>
            </a:lvl8pPr>
            <a:lvl9pPr>
              <a:defRPr sz="1500" b="0">
                <a:solidFill>
                  <a:srgbClr val="225B92"/>
                </a:solidFill>
                <a:latin typeface="Noto Sans JP"/>
                <a:ea typeface="Noto Sans JP"/>
                <a:cs typeface="Noto Sans JP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225B92"/>
                </a:solidFill>
                <a:latin typeface="Noto Sans JP"/>
                <a:ea typeface="Noto Sans JP"/>
                <a:cs typeface="Noto Sans JP"/>
              </a:defRPr>
            </a:pPr>
            <a:r>
              <a:rPr sz="1500" b="0">
                <a:solidFill>
                  <a:srgbClr val="225B92"/>
                </a:solidFill>
                <a:latin typeface="Noto Sans JP"/>
                <a:ea typeface="Noto Sans JP"/>
                <a:cs typeface="Noto Sans JP"/>
                <a:hlinkClick xmlns:r="http://schemas.openxmlformats.org/officeDocument/2006/relationships" r:id="R8cd3d5a0bb4d4d14"/>
              </a:rPr>
              <a:t>S05</a:t>
            </a:r>
          </a:p>
        </p:txBody>
      </p:sp>
    </p:spTree>
    <p:extLst>
      <p:ext uri="{BB962C8B-B14F-4D97-AF65-F5344CB8AC3E}">
        <p14:creationId xmlns:p14="http://schemas.microsoft.com/office/powerpoint/2010/main" val="1521298646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title">
            <a:extLst xmlns:a="http://schemas.openxmlformats.org/drawingml/2006/main">
              <a:ext uri="{FF2B5EF4-FFF2-40B4-BE49-F238E27FC236}">
                <a16:creationId xmlns:a16="http://schemas.microsoft.com/office/drawing/2014/main" id="{9834E1FD-A426-4828-ABB3-005ADB91EE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57200"/>
            <a:ext cx="16764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3375" b="1">
                <a:solidFill>
                  <a:srgbClr val="18354C"/>
                </a:solidFill>
                <a:latin typeface="Noto Sans JP"/>
                <a:ea typeface="Noto Sans JP"/>
                <a:cs typeface="Noto Sans JP"/>
              </a:defRPr>
            </a:defPPr>
            <a:lvl1pPr>
              <a:defRPr sz="3375" b="1">
                <a:solidFill>
                  <a:srgbClr val="18354C"/>
                </a:solidFill>
                <a:latin typeface="Noto Sans JP"/>
                <a:ea typeface="Noto Sans JP"/>
                <a:cs typeface="Noto Sans JP"/>
              </a:defRPr>
            </a:lvl1pPr>
            <a:lvl2pPr>
              <a:defRPr sz="3375" b="1">
                <a:solidFill>
                  <a:srgbClr val="18354C"/>
                </a:solidFill>
                <a:latin typeface="Noto Sans JP"/>
                <a:ea typeface="Noto Sans JP"/>
                <a:cs typeface="Noto Sans JP"/>
              </a:defRPr>
            </a:lvl2pPr>
            <a:lvl3pPr>
              <a:defRPr sz="3375" b="1">
                <a:solidFill>
                  <a:srgbClr val="18354C"/>
                </a:solidFill>
                <a:latin typeface="Noto Sans JP"/>
                <a:ea typeface="Noto Sans JP"/>
                <a:cs typeface="Noto Sans JP"/>
              </a:defRPr>
            </a:lvl3pPr>
            <a:lvl4pPr>
              <a:defRPr sz="3375" b="1">
                <a:solidFill>
                  <a:srgbClr val="18354C"/>
                </a:solidFill>
                <a:latin typeface="Noto Sans JP"/>
                <a:ea typeface="Noto Sans JP"/>
                <a:cs typeface="Noto Sans JP"/>
              </a:defRPr>
            </a:lvl4pPr>
            <a:lvl5pPr>
              <a:defRPr sz="3375" b="1">
                <a:solidFill>
                  <a:srgbClr val="18354C"/>
                </a:solidFill>
                <a:latin typeface="Noto Sans JP"/>
                <a:ea typeface="Noto Sans JP"/>
                <a:cs typeface="Noto Sans JP"/>
              </a:defRPr>
            </a:lvl5pPr>
            <a:lvl6pPr>
              <a:defRPr sz="3375" b="1">
                <a:solidFill>
                  <a:srgbClr val="18354C"/>
                </a:solidFill>
                <a:latin typeface="Noto Sans JP"/>
                <a:ea typeface="Noto Sans JP"/>
                <a:cs typeface="Noto Sans JP"/>
              </a:defRPr>
            </a:lvl6pPr>
            <a:lvl7pPr>
              <a:defRPr sz="3375" b="1">
                <a:solidFill>
                  <a:srgbClr val="18354C"/>
                </a:solidFill>
                <a:latin typeface="Noto Sans JP"/>
                <a:ea typeface="Noto Sans JP"/>
                <a:cs typeface="Noto Sans JP"/>
              </a:defRPr>
            </a:lvl7pPr>
            <a:lvl8pPr>
              <a:defRPr sz="3375" b="1">
                <a:solidFill>
                  <a:srgbClr val="18354C"/>
                </a:solidFill>
                <a:latin typeface="Noto Sans JP"/>
                <a:ea typeface="Noto Sans JP"/>
                <a:cs typeface="Noto Sans JP"/>
              </a:defRPr>
            </a:lvl8pPr>
            <a:lvl9pPr>
              <a:defRPr sz="3375" b="1">
                <a:solidFill>
                  <a:srgbClr val="18354C"/>
                </a:solidFill>
                <a:latin typeface="Noto Sans JP"/>
                <a:ea typeface="Noto Sans JP"/>
                <a:cs typeface="Noto Sans JP"/>
              </a:defRPr>
            </a:lvl9pPr>
          </a:lstStyle>
          <a:p xmlns:a="http://schemas.openxmlformats.org/drawingml/2006/main">
            <a:pPr>
              <a:defRPr sz="3375" b="1">
                <a:solidFill>
                  <a:srgbClr val="18354C"/>
                </a:solidFill>
                <a:latin typeface="Noto Sans JP"/>
                <a:ea typeface="Noto Sans JP"/>
                <a:cs typeface="Noto Sans JP"/>
              </a:defRPr>
            </a:pPr>
            <a:r>
              <a:rPr sz="3375" b="1">
                <a:solidFill>
                  <a:srgbClr val="18354C"/>
                </a:solidFill>
                <a:latin typeface="Noto Sans JP"/>
                <a:ea typeface="Noto Sans JP"/>
                <a:cs typeface="Noto Sans JP"/>
              </a:rPr>
              <a:t>どの仕事を どこまで技術が担うか</a:t>
            </a:r>
          </a:p>
        </p:txBody>
      </p:sp>
      <p:sp>
        <p:nvSpPr>
          <p:cNvPr id="2" name="context">
            <a:extLst xmlns:a="http://schemas.openxmlformats.org/drawingml/2006/main">
              <a:ext uri="{FF2B5EF4-FFF2-40B4-BE49-F238E27FC236}">
                <a16:creationId xmlns:a16="http://schemas.microsoft.com/office/drawing/2014/main" id="{F0ED995B-8A0F-4702-BDF6-444FE3E3B3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438275"/>
            <a:ext cx="167259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950" b="0">
                <a:solidFill>
                  <a:srgbClr val="64778A"/>
                </a:solidFill>
                <a:latin typeface="Noto Sans JP"/>
                <a:ea typeface="Noto Sans JP"/>
                <a:cs typeface="Noto Sans JP"/>
              </a:defRPr>
            </a:defPPr>
            <a:lvl1pPr>
              <a:defRPr sz="1950" b="0">
                <a:solidFill>
                  <a:srgbClr val="64778A"/>
                </a:solidFill>
                <a:latin typeface="Noto Sans JP"/>
                <a:ea typeface="Noto Sans JP"/>
                <a:cs typeface="Noto Sans JP"/>
              </a:defRPr>
            </a:lvl1pPr>
            <a:lvl2pPr>
              <a:defRPr sz="1950" b="0">
                <a:solidFill>
                  <a:srgbClr val="64778A"/>
                </a:solidFill>
                <a:latin typeface="Noto Sans JP"/>
                <a:ea typeface="Noto Sans JP"/>
                <a:cs typeface="Noto Sans JP"/>
              </a:defRPr>
            </a:lvl2pPr>
            <a:lvl3pPr>
              <a:defRPr sz="1950" b="0">
                <a:solidFill>
                  <a:srgbClr val="64778A"/>
                </a:solidFill>
                <a:latin typeface="Noto Sans JP"/>
                <a:ea typeface="Noto Sans JP"/>
                <a:cs typeface="Noto Sans JP"/>
              </a:defRPr>
            </a:lvl3pPr>
            <a:lvl4pPr>
              <a:defRPr sz="1950" b="0">
                <a:solidFill>
                  <a:srgbClr val="64778A"/>
                </a:solidFill>
                <a:latin typeface="Noto Sans JP"/>
                <a:ea typeface="Noto Sans JP"/>
                <a:cs typeface="Noto Sans JP"/>
              </a:defRPr>
            </a:lvl4pPr>
            <a:lvl5pPr>
              <a:defRPr sz="1950" b="0">
                <a:solidFill>
                  <a:srgbClr val="64778A"/>
                </a:solidFill>
                <a:latin typeface="Noto Sans JP"/>
                <a:ea typeface="Noto Sans JP"/>
                <a:cs typeface="Noto Sans JP"/>
              </a:defRPr>
            </a:lvl5pPr>
            <a:lvl6pPr>
              <a:defRPr sz="1950" b="0">
                <a:solidFill>
                  <a:srgbClr val="64778A"/>
                </a:solidFill>
                <a:latin typeface="Noto Sans JP"/>
                <a:ea typeface="Noto Sans JP"/>
                <a:cs typeface="Noto Sans JP"/>
              </a:defRPr>
            </a:lvl6pPr>
            <a:lvl7pPr>
              <a:defRPr sz="1950" b="0">
                <a:solidFill>
                  <a:srgbClr val="64778A"/>
                </a:solidFill>
                <a:latin typeface="Noto Sans JP"/>
                <a:ea typeface="Noto Sans JP"/>
                <a:cs typeface="Noto Sans JP"/>
              </a:defRPr>
            </a:lvl7pPr>
            <a:lvl8pPr>
              <a:defRPr sz="1950" b="0">
                <a:solidFill>
                  <a:srgbClr val="64778A"/>
                </a:solidFill>
                <a:latin typeface="Noto Sans JP"/>
                <a:ea typeface="Noto Sans JP"/>
                <a:cs typeface="Noto Sans JP"/>
              </a:defRPr>
            </a:lvl8pPr>
            <a:lvl9pPr>
              <a:defRPr sz="1950" b="0">
                <a:solidFill>
                  <a:srgbClr val="64778A"/>
                </a:solidFill>
                <a:latin typeface="Noto Sans JP"/>
                <a:ea typeface="Noto Sans JP"/>
                <a:cs typeface="Noto Sans JP"/>
              </a:defRPr>
            </a:lvl9pPr>
          </a:lstStyle>
          <a:p xmlns:a="http://schemas.openxmlformats.org/drawingml/2006/main">
            <a:pPr>
              <a:defRPr sz="1950" b="0">
                <a:solidFill>
                  <a:srgbClr val="64778A"/>
                </a:solidFill>
                <a:latin typeface="Noto Sans JP"/>
                <a:ea typeface="Noto Sans JP"/>
                <a:cs typeface="Noto Sans JP"/>
              </a:defRPr>
            </a:pPr>
            <a:r>
              <a:rPr sz="1950" b="0">
                <a:solidFill>
                  <a:srgbClr val="64778A"/>
                </a:solidFill>
                <a:latin typeface="Noto Sans JP"/>
                <a:ea typeface="Noto Sans JP"/>
                <a:cs typeface="Noto Sans JP"/>
              </a:rPr>
              <a:t>仕事と担当する役割の代表配置。複数の役割に現れる製品があり、自律性・成熟度の順位ではありません。</a:t>
            </a:r>
          </a:p>
        </p:txBody>
      </p:sp>
      <p:graphicFrame>
        <p:nvGraphicFrame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DAC9C4C-0C71-4408-9E6A-F64D913ED822}"/>
              </a:ext>
            </a:extLst>
          </p:cNvPr>
          <p:cNvGraphicFramePr/>
          <p:nvPr/>
        </p:nvGraphicFramePr>
        <p:xfrm>
          <a:off xmlns:a="http://schemas.openxmlformats.org/drawingml/2006/main" x="762000" y="2238375"/>
          <a:ext xmlns:a="http://schemas.openxmlformats.org/drawingml/2006/main" cx="16764000" cy="675322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762125"/>
                <a:gridCol w="2143125"/>
                <a:gridCol w="2143125"/>
                <a:gridCol w="2143125"/>
                <a:gridCol w="2143125"/>
                <a:gridCol w="2143125"/>
                <a:gridCol w="2143125"/>
                <a:gridCol w="2143125"/>
              </a:tblGrid>
              <a:tr h="809625">
                <a:tc>
                  <a:txBody>
                    <a:bodyPr wrap="square" lIns="114300" tIns="114300" rIns="114300" bIns="114300"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役割</a:t>
                      </a:r>
                    </a:p>
                  </a:txBody>
                  <a:tcPr marL="91440" marR="91440" marT="45720" marB="45720" anchor="t">
                    <a:lnL w="9525">
                      <a:solidFill>
                        <a:srgbClr val="D4DEE7"/>
                      </a:solidFill>
                      <a:prstDash val="solid"/>
                    </a:lnL>
                    <a:lnR w="9525">
                      <a:solidFill>
                        <a:srgbClr val="D4DEE7"/>
                      </a:solidFill>
                      <a:prstDash val="solid"/>
                    </a:lnR>
                    <a:lnT w="9525">
                      <a:solidFill>
                        <a:srgbClr val="D4DEE7"/>
                      </a:solidFill>
                      <a:prstDash val="solid"/>
                    </a:lnT>
                    <a:lnB w="9525">
                      <a:solidFill>
                        <a:srgbClr val="D4DEE7"/>
                      </a:solidFill>
                      <a:prstDash val="solid"/>
                    </a:lnB>
                    <a:solidFill>
                      <a:srgbClr val="244B63"/>
                    </a:solidFill>
                  </a:tcPr>
                </a:tc>
                <a:tc>
                  <a:txBody>
                    <a:bodyPr wrap="square" lIns="114300" tIns="114300" rIns="114300" bIns="114300"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受注と見積</a:t>
                      </a:r>
                    </a:p>
                  </a:txBody>
                  <a:tcPr marL="91440" marR="91440" marT="45720" marB="45720" anchor="t">
                    <a:lnR w="9525">
                      <a:solidFill>
                        <a:srgbClr val="D4DEE7"/>
                      </a:solidFill>
                      <a:prstDash val="solid"/>
                    </a:lnR>
                    <a:lnT w="9525">
                      <a:solidFill>
                        <a:srgbClr val="D4DEE7"/>
                      </a:solidFill>
                      <a:prstDash val="solid"/>
                    </a:lnT>
                    <a:lnB w="9525">
                      <a:solidFill>
                        <a:srgbClr val="D4DEE7"/>
                      </a:solidFill>
                      <a:prstDash val="solid"/>
                    </a:lnB>
                    <a:solidFill>
                      <a:srgbClr val="244B63"/>
                    </a:solidFill>
                  </a:tcPr>
                </a:tc>
                <a:tc>
                  <a:txBody>
                    <a:bodyPr wrap="square" lIns="114300" tIns="114300" rIns="114300" bIns="114300"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加工準備</a:t>
                      </a:r>
                    </a:p>
                  </a:txBody>
                  <a:tcPr marL="91440" marR="91440" marT="45720" marB="45720" anchor="t">
                    <a:lnR w="9525">
                      <a:solidFill>
                        <a:srgbClr val="D4DEE7"/>
                      </a:solidFill>
                      <a:prstDash val="solid"/>
                    </a:lnR>
                    <a:lnT w="9525">
                      <a:solidFill>
                        <a:srgbClr val="D4DEE7"/>
                      </a:solidFill>
                      <a:prstDash val="solid"/>
                    </a:lnT>
                    <a:lnB w="9525">
                      <a:solidFill>
                        <a:srgbClr val="D4DEE7"/>
                      </a:solidFill>
                      <a:prstDash val="solid"/>
                    </a:lnB>
                    <a:solidFill>
                      <a:srgbClr val="244B63"/>
                    </a:solidFill>
                  </a:tcPr>
                </a:tc>
                <a:tc>
                  <a:txBody>
                    <a:bodyPr wrap="square" lIns="114300" tIns="114300" rIns="114300" bIns="114300"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制御設計</a:t>
                      </a:r>
                    </a:p>
                  </a:txBody>
                  <a:tcPr marL="91440" marR="91440" marT="45720" marB="45720" anchor="t">
                    <a:lnR w="9525">
                      <a:solidFill>
                        <a:srgbClr val="D4DEE7"/>
                      </a:solidFill>
                      <a:prstDash val="solid"/>
                    </a:lnR>
                    <a:lnT w="9525">
                      <a:solidFill>
                        <a:srgbClr val="D4DEE7"/>
                      </a:solidFill>
                      <a:prstDash val="solid"/>
                    </a:lnT>
                    <a:lnB w="9525">
                      <a:solidFill>
                        <a:srgbClr val="D4DEE7"/>
                      </a:solidFill>
                      <a:prstDash val="solid"/>
                    </a:lnB>
                    <a:solidFill>
                      <a:srgbClr val="244B63"/>
                    </a:solidFill>
                  </a:tcPr>
                </a:tc>
                <a:tc>
                  <a:txBody>
                    <a:bodyPr wrap="square" lIns="114300" tIns="114300" rIns="114300" bIns="114300"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段取りと付帯作業</a:t>
                      </a:r>
                    </a:p>
                  </a:txBody>
                  <a:tcPr marL="91440" marR="91440" marT="45720" marB="45720" anchor="t">
                    <a:lnR w="9525">
                      <a:solidFill>
                        <a:srgbClr val="D4DEE7"/>
                      </a:solidFill>
                      <a:prstDash val="solid"/>
                    </a:lnR>
                    <a:lnT w="9525">
                      <a:solidFill>
                        <a:srgbClr val="D4DEE7"/>
                      </a:solidFill>
                      <a:prstDash val="solid"/>
                    </a:lnT>
                    <a:lnB w="9525">
                      <a:solidFill>
                        <a:srgbClr val="D4DEE7"/>
                      </a:solidFill>
                      <a:prstDash val="solid"/>
                    </a:lnB>
                    <a:solidFill>
                      <a:srgbClr val="244B63"/>
                    </a:solidFill>
                  </a:tcPr>
                </a:tc>
                <a:tc>
                  <a:txBody>
                    <a:bodyPr wrap="square" lIns="114300" tIns="114300" rIns="114300" bIns="114300"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加工と調整</a:t>
                      </a:r>
                    </a:p>
                  </a:txBody>
                  <a:tcPr marL="91440" marR="91440" marT="45720" marB="45720" anchor="t">
                    <a:lnR w="9525">
                      <a:solidFill>
                        <a:srgbClr val="D4DEE7"/>
                      </a:solidFill>
                      <a:prstDash val="solid"/>
                    </a:lnR>
                    <a:lnT w="9525">
                      <a:solidFill>
                        <a:srgbClr val="D4DEE7"/>
                      </a:solidFill>
                      <a:prstDash val="solid"/>
                    </a:lnT>
                    <a:lnB w="9525">
                      <a:solidFill>
                        <a:srgbClr val="D4DEE7"/>
                      </a:solidFill>
                      <a:prstDash val="solid"/>
                    </a:lnB>
                    <a:solidFill>
                      <a:srgbClr val="244B63"/>
                    </a:solidFill>
                  </a:tcPr>
                </a:tc>
                <a:tc>
                  <a:txBody>
                    <a:bodyPr wrap="square" lIns="114300" tIns="114300" rIns="114300" bIns="114300"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検査と工具</a:t>
                      </a:r>
                    </a:p>
                  </a:txBody>
                  <a:tcPr marL="91440" marR="91440" marT="45720" marB="45720" anchor="t">
                    <a:lnR w="9525">
                      <a:solidFill>
                        <a:srgbClr val="D4DEE7"/>
                      </a:solidFill>
                      <a:prstDash val="solid"/>
                    </a:lnR>
                    <a:lnT w="9525">
                      <a:solidFill>
                        <a:srgbClr val="D4DEE7"/>
                      </a:solidFill>
                      <a:prstDash val="solid"/>
                    </a:lnT>
                    <a:lnB w="9525">
                      <a:solidFill>
                        <a:srgbClr val="D4DEE7"/>
                      </a:solidFill>
                      <a:prstDash val="solid"/>
                    </a:lnB>
                    <a:solidFill>
                      <a:srgbClr val="244B63"/>
                    </a:solidFill>
                  </a:tcPr>
                </a:tc>
                <a:tc>
                  <a:txBody>
                    <a:bodyPr wrap="square" lIns="114300" tIns="114300" rIns="114300" bIns="114300"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工場運用</a:t>
                      </a:r>
                    </a:p>
                  </a:txBody>
                  <a:tcPr marL="91440" marR="91440" marT="45720" marB="45720" anchor="t">
                    <a:lnR w="9525">
                      <a:solidFill>
                        <a:srgbClr val="D4DEE7"/>
                      </a:solidFill>
                      <a:prstDash val="solid"/>
                    </a:lnR>
                    <a:lnT w="9525">
                      <a:solidFill>
                        <a:srgbClr val="D4DEE7"/>
                      </a:solidFill>
                      <a:prstDash val="solid"/>
                    </a:lnT>
                    <a:lnB w="9525">
                      <a:solidFill>
                        <a:srgbClr val="D4DEE7"/>
                      </a:solidFill>
                      <a:prstDash val="solid"/>
                    </a:lnB>
                    <a:solidFill>
                      <a:srgbClr val="244B63"/>
                    </a:solidFill>
                  </a:tcPr>
                </a:tc>
              </a:tr>
              <a:tr h="1485900">
                <a:tc>
                  <a:txBody>
                    <a:bodyPr wrap="square" lIns="114300" tIns="114300" rIns="114300" bIns="114300">
                      <a:noAutofit/>
                    </a:bodyPr>
                    <a:lstStyle/>
                    <a:p>
                      <a:r>
                        <a:rPr sz="1725" b="1">
                          <a:solidFill>
                            <a:srgbClr val="18354C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集めて見せる</a:t>
                      </a:r>
                    </a:p>
                  </a:txBody>
                  <a:tcPr marL="91440" marR="91440" marT="45720" marB="45720" anchor="t">
                    <a:lnL w="9525">
                      <a:solidFill>
                        <a:srgbClr val="D4DEE7"/>
                      </a:solidFill>
                      <a:prstDash val="solid"/>
                    </a:lnL>
                    <a:lnR w="9525">
                      <a:solidFill>
                        <a:srgbClr val="D4DEE7"/>
                      </a:solidFill>
                      <a:prstDash val="solid"/>
                    </a:lnR>
                    <a:lnB w="9525">
                      <a:solidFill>
                        <a:srgbClr val="D4DEE7"/>
                      </a:solidFill>
                      <a:prstDash val="solid"/>
                    </a:lnB>
                    <a:solidFill>
                      <a:srgbClr val="EEF3F8"/>
                    </a:solidFill>
                  </a:tcPr>
                </a:tc>
                <a:tc>
                  <a:txBody>
                    <a:bodyPr wrap="square" lIns="114300" tIns="114300" rIns="114300" bIns="114300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8354C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匠フォース</a:t>
                      </a:r>
                    </a:p>
                    <a:p>
                      <a:r>
                        <a:rPr sz="1725" b="0">
                          <a:solidFill>
                            <a:srgbClr val="18354C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図面認識 [S01]</a:t>
                      </a:r>
                    </a:p>
                  </a:txBody>
                  <a:tcPr marL="91440" marR="91440" marT="45720" marB="45720" anchor="t">
                    <a:lnR w="9525">
                      <a:solidFill>
                        <a:srgbClr val="D4DEE7"/>
                      </a:solidFill>
                      <a:prstDash val="solid"/>
                    </a:lnR>
                    <a:lnB w="9525">
                      <a:solidFill>
                        <a:srgbClr val="D4DEE7"/>
                      </a:solidFill>
                      <a:prstDash val="solid"/>
                    </a:lnB>
                    <a:solidFill>
                      <a:srgbClr val="EEF3F8"/>
                    </a:solidFill>
                  </a:tcPr>
                </a:tc>
                <a:tc>
                  <a:txBody>
                    <a:bodyPr wrap="square" lIns="114300" tIns="114300" rIns="114300" bIns="114300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8354C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Vericut</a:t>
                      </a:r>
                    </a:p>
                    <a:p>
                      <a:r>
                        <a:rPr sz="1725" b="0">
                          <a:solidFill>
                            <a:srgbClr val="18354C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NCの仮想確認 [S07]</a:t>
                      </a:r>
                    </a:p>
                  </a:txBody>
                  <a:tcPr marL="91440" marR="91440" marT="45720" marB="45720" anchor="t">
                    <a:lnR w="9525">
                      <a:solidFill>
                        <a:srgbClr val="D4DEE7"/>
                      </a:solidFill>
                      <a:prstDash val="solid"/>
                    </a:lnR>
                    <a:lnB w="9525">
                      <a:solidFill>
                        <a:srgbClr val="D4DEE7"/>
                      </a:solidFill>
                      <a:prstDash val="solid"/>
                    </a:lnB>
                    <a:solidFill>
                      <a:srgbClr val="EEF3F8"/>
                    </a:solidFill>
                  </a:tcPr>
                </a:tc>
                <a:tc>
                  <a:txBody>
                    <a:bodyPr wrap="square" lIns="114300" tIns="114300" rIns="114300" bIns="114300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8354C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代表例なし</a:t>
                      </a:r>
                    </a:p>
                  </a:txBody>
                  <a:tcPr marL="91440" marR="91440" marT="45720" marB="45720" anchor="t">
                    <a:lnR w="9525">
                      <a:solidFill>
                        <a:srgbClr val="D4DEE7"/>
                      </a:solidFill>
                      <a:prstDash val="solid"/>
                    </a:lnR>
                    <a:lnB w="9525">
                      <a:solidFill>
                        <a:srgbClr val="D4DEE7"/>
                      </a:solidFill>
                      <a:prstDash val="solid"/>
                    </a:lnB>
                    <a:solidFill>
                      <a:srgbClr val="EEF3F8"/>
                    </a:solidFill>
                  </a:tcPr>
                </a:tc>
                <a:tc>
                  <a:txBody>
                    <a:bodyPr wrap="square" lIns="114300" tIns="114300" rIns="114300" bIns="114300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8354C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RoboSync</a:t>
                      </a:r>
                    </a:p>
                    <a:p>
                      <a:r>
                        <a:rPr sz="1725" b="0">
                          <a:solidFill>
                            <a:srgbClr val="18354C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マーカー認識 [S21]</a:t>
                      </a:r>
                    </a:p>
                  </a:txBody>
                  <a:tcPr marL="91440" marR="91440" marT="45720" marB="45720" anchor="t">
                    <a:lnR w="9525">
                      <a:solidFill>
                        <a:srgbClr val="D4DEE7"/>
                      </a:solidFill>
                      <a:prstDash val="solid"/>
                    </a:lnR>
                    <a:lnB w="9525">
                      <a:solidFill>
                        <a:srgbClr val="D4DEE7"/>
                      </a:solidFill>
                      <a:prstDash val="solid"/>
                    </a:lnB>
                    <a:solidFill>
                      <a:srgbClr val="EEF3F8"/>
                    </a:solidFill>
                  </a:tcPr>
                </a:tc>
                <a:tc>
                  <a:txBody>
                    <a:bodyPr wrap="square" lIns="114300" tIns="114300" rIns="114300" bIns="114300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8354C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GH5</a:t>
                      </a:r>
                    </a:p>
                    <a:p>
                      <a:r>
                        <a:rPr sz="1725" b="0">
                          <a:solidFill>
                            <a:srgbClr val="18354C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刃先3D計測 [S10]</a:t>
                      </a:r>
                    </a:p>
                  </a:txBody>
                  <a:tcPr marL="91440" marR="91440" marT="45720" marB="45720" anchor="t">
                    <a:lnR w="9525">
                      <a:solidFill>
                        <a:srgbClr val="D4DEE7"/>
                      </a:solidFill>
                      <a:prstDash val="solid"/>
                    </a:lnR>
                    <a:lnB w="9525">
                      <a:solidFill>
                        <a:srgbClr val="D4DEE7"/>
                      </a:solidFill>
                      <a:prstDash val="solid"/>
                    </a:lnB>
                    <a:solidFill>
                      <a:srgbClr val="EEF3F8"/>
                    </a:solidFill>
                  </a:tcPr>
                </a:tc>
                <a:tc>
                  <a:txBody>
                    <a:bodyPr wrap="square" lIns="114300" tIns="114300" rIns="114300" bIns="114300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8354C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モリマシナリー</a:t>
                      </a:r>
                    </a:p>
                    <a:p>
                      <a:r>
                        <a:rPr sz="1725" b="0">
                          <a:solidFill>
                            <a:srgbClr val="18354C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刃先撮像 [S12]</a:t>
                      </a:r>
                    </a:p>
                  </a:txBody>
                  <a:tcPr marL="91440" marR="91440" marT="45720" marB="45720" anchor="t">
                    <a:lnR w="9525">
                      <a:solidFill>
                        <a:srgbClr val="D4DEE7"/>
                      </a:solidFill>
                      <a:prstDash val="solid"/>
                    </a:lnR>
                    <a:lnB w="9525">
                      <a:solidFill>
                        <a:srgbClr val="D4DEE7"/>
                      </a:solidFill>
                      <a:prstDash val="solid"/>
                    </a:lnB>
                    <a:solidFill>
                      <a:srgbClr val="EEF3F8"/>
                    </a:solidFill>
                  </a:tcPr>
                </a:tc>
                <a:tc>
                  <a:txBody>
                    <a:bodyPr wrap="square" lIns="114300" tIns="114300" rIns="114300" bIns="114300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8354C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ムラテックCCS</a:t>
                      </a:r>
                    </a:p>
                    <a:p>
                      <a:r>
                        <a:rPr sz="1725" b="0">
                          <a:solidFill>
                            <a:srgbClr val="18354C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電流と振動 [S14]</a:t>
                      </a:r>
                    </a:p>
                  </a:txBody>
                  <a:tcPr marL="91440" marR="91440" marT="45720" marB="45720" anchor="t">
                    <a:lnR w="9525">
                      <a:solidFill>
                        <a:srgbClr val="D4DEE7"/>
                      </a:solidFill>
                      <a:prstDash val="solid"/>
                    </a:lnR>
                    <a:lnB w="9525">
                      <a:solidFill>
                        <a:srgbClr val="D4DEE7"/>
                      </a:solidFill>
                      <a:prstDash val="solid"/>
                    </a:lnB>
                    <a:solidFill>
                      <a:srgbClr val="EEF3F8"/>
                    </a:solidFill>
                  </a:tcPr>
                </a:tc>
              </a:tr>
              <a:tr h="1485900">
                <a:tc>
                  <a:txBody>
                    <a:bodyPr wrap="square" lIns="114300" tIns="114300" rIns="114300" bIns="114300">
                      <a:noAutofit/>
                    </a:bodyPr>
                    <a:lstStyle/>
                    <a:p>
                      <a:r>
                        <a:rPr sz="1725" b="1">
                          <a:solidFill>
                            <a:srgbClr val="18354C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状態を見極める</a:t>
                      </a:r>
                    </a:p>
                  </a:txBody>
                  <a:tcPr marL="91440" marR="91440" marT="45720" marB="45720" anchor="t">
                    <a:lnL w="9525">
                      <a:solidFill>
                        <a:srgbClr val="D4DEE7"/>
                      </a:solidFill>
                      <a:prstDash val="solid"/>
                    </a:lnL>
                    <a:lnR w="9525">
                      <a:solidFill>
                        <a:srgbClr val="D4DEE7"/>
                      </a:solidFill>
                      <a:prstDash val="solid"/>
                    </a:lnR>
                    <a:lnB w="9525">
                      <a:solidFill>
                        <a:srgbClr val="D4DE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114300" tIns="114300" rIns="114300" bIns="114300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8354C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代表例なし</a:t>
                      </a:r>
                    </a:p>
                  </a:txBody>
                  <a:tcPr marL="91440" marR="91440" marT="45720" marB="45720" anchor="t">
                    <a:lnR w="9525">
                      <a:solidFill>
                        <a:srgbClr val="D4DEE7"/>
                      </a:solidFill>
                      <a:prstDash val="solid"/>
                    </a:lnR>
                    <a:lnB w="9525">
                      <a:solidFill>
                        <a:srgbClr val="D4DE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114300" tIns="114300" rIns="114300" bIns="114300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8354C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Vericut</a:t>
                      </a:r>
                    </a:p>
                    <a:p>
                      <a:r>
                        <a:rPr sz="1725" b="0">
                          <a:solidFill>
                            <a:srgbClr val="18354C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干渉等の検出 [S07]</a:t>
                      </a:r>
                    </a:p>
                  </a:txBody>
                  <a:tcPr marL="91440" marR="91440" marT="45720" marB="45720" anchor="t">
                    <a:lnR w="9525">
                      <a:solidFill>
                        <a:srgbClr val="D4DEE7"/>
                      </a:solidFill>
                      <a:prstDash val="solid"/>
                    </a:lnR>
                    <a:lnB w="9525">
                      <a:solidFill>
                        <a:srgbClr val="D4DE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114300" tIns="114300" rIns="114300" bIns="114300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8354C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代表例なし</a:t>
                      </a:r>
                    </a:p>
                  </a:txBody>
                  <a:tcPr marL="91440" marR="91440" marT="45720" marB="45720" anchor="t">
                    <a:lnR w="9525">
                      <a:solidFill>
                        <a:srgbClr val="D4DEE7"/>
                      </a:solidFill>
                      <a:prstDash val="solid"/>
                    </a:lnR>
                    <a:lnB w="9525">
                      <a:solidFill>
                        <a:srgbClr val="D4DE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114300" tIns="114300" rIns="114300" bIns="114300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8354C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TAKISAWA</a:t>
                      </a:r>
                    </a:p>
                    <a:p>
                      <a:r>
                        <a:rPr sz="1725" b="0">
                          <a:solidFill>
                            <a:srgbClr val="18354C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切粉絡み判定 [S16]</a:t>
                      </a:r>
                    </a:p>
                  </a:txBody>
                  <a:tcPr marL="91440" marR="91440" marT="45720" marB="45720" anchor="t">
                    <a:lnR w="9525">
                      <a:solidFill>
                        <a:srgbClr val="D4DEE7"/>
                      </a:solidFill>
                      <a:prstDash val="solid"/>
                    </a:lnR>
                    <a:lnB w="9525">
                      <a:solidFill>
                        <a:srgbClr val="D4DE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114300" tIns="114300" rIns="114300" bIns="114300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8354C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ACM</a:t>
                      </a:r>
                    </a:p>
                    <a:p>
                      <a:r>
                        <a:rPr sz="1725" b="0">
                          <a:solidFill>
                            <a:srgbClr val="18354C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負荷の監視 [S08]</a:t>
                      </a:r>
                    </a:p>
                  </a:txBody>
                  <a:tcPr marL="91440" marR="91440" marT="45720" marB="45720" anchor="t">
                    <a:lnR w="9525">
                      <a:solidFill>
                        <a:srgbClr val="D4DEE7"/>
                      </a:solidFill>
                      <a:prstDash val="solid"/>
                    </a:lnR>
                    <a:lnB w="9525">
                      <a:solidFill>
                        <a:srgbClr val="D4DE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114300" tIns="114300" rIns="114300" bIns="114300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8354C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VTC 6.0</a:t>
                      </a:r>
                    </a:p>
                    <a:p>
                      <a:r>
                        <a:rPr sz="1725" b="0">
                          <a:solidFill>
                            <a:srgbClr val="18354C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AI摩耗診断 [S13]</a:t>
                      </a:r>
                    </a:p>
                  </a:txBody>
                  <a:tcPr marL="91440" marR="91440" marT="45720" marB="45720" anchor="t">
                    <a:lnR w="9525">
                      <a:solidFill>
                        <a:srgbClr val="D4DEE7"/>
                      </a:solidFill>
                      <a:prstDash val="solid"/>
                    </a:lnR>
                    <a:lnB w="9525">
                      <a:solidFill>
                        <a:srgbClr val="D4DE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114300" tIns="114300" rIns="114300" bIns="114300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8354C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プライマリドクタ</a:t>
                      </a:r>
                    </a:p>
                    <a:p>
                      <a:r>
                        <a:rPr sz="1725" b="0">
                          <a:solidFill>
                            <a:srgbClr val="18354C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劣化診断 [S14]</a:t>
                      </a:r>
                    </a:p>
                  </a:txBody>
                  <a:tcPr marL="91440" marR="91440" marT="45720" marB="45720" anchor="t">
                    <a:lnR w="9525">
                      <a:solidFill>
                        <a:srgbClr val="D4DEE7"/>
                      </a:solidFill>
                      <a:prstDash val="solid"/>
                    </a:lnR>
                    <a:lnB w="9525">
                      <a:solidFill>
                        <a:srgbClr val="D4DE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1485900">
                <a:tc>
                  <a:txBody>
                    <a:bodyPr wrap="square" lIns="114300" tIns="114300" rIns="114300" bIns="114300">
                      <a:noAutofit/>
                    </a:bodyPr>
                    <a:lstStyle/>
                    <a:p>
                      <a:r>
                        <a:rPr sz="1725" b="1">
                          <a:solidFill>
                            <a:srgbClr val="18354C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案や手順を作る</a:t>
                      </a:r>
                    </a:p>
                  </a:txBody>
                  <a:tcPr marL="91440" marR="91440" marT="45720" marB="45720" anchor="t">
                    <a:lnL w="9525">
                      <a:solidFill>
                        <a:srgbClr val="D4DEE7"/>
                      </a:solidFill>
                      <a:prstDash val="solid"/>
                    </a:lnL>
                    <a:lnR w="9525">
                      <a:solidFill>
                        <a:srgbClr val="D4DEE7"/>
                      </a:solidFill>
                      <a:prstDash val="solid"/>
                    </a:lnR>
                    <a:lnB w="9525">
                      <a:solidFill>
                        <a:srgbClr val="D4DEE7"/>
                      </a:solidFill>
                      <a:prstDash val="solid"/>
                    </a:lnB>
                    <a:solidFill>
                      <a:srgbClr val="EEF3F8"/>
                    </a:solidFill>
                  </a:tcPr>
                </a:tc>
                <a:tc>
                  <a:txBody>
                    <a:bodyPr wrap="square" lIns="114300" tIns="114300" rIns="114300" bIns="114300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8354C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匠フォース</a:t>
                      </a:r>
                    </a:p>
                    <a:p>
                      <a:r>
                        <a:rPr sz="1725" b="0">
                          <a:solidFill>
                            <a:srgbClr val="18354C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見積書案 [S01]</a:t>
                      </a:r>
                    </a:p>
                  </a:txBody>
                  <a:tcPr marL="91440" marR="91440" marT="45720" marB="45720" anchor="t">
                    <a:lnR w="9525">
                      <a:solidFill>
                        <a:srgbClr val="D4DEE7"/>
                      </a:solidFill>
                      <a:prstDash val="solid"/>
                    </a:lnR>
                    <a:lnB w="9525">
                      <a:solidFill>
                        <a:srgbClr val="D4DEE7"/>
                      </a:solidFill>
                      <a:prstDash val="solid"/>
                    </a:lnB>
                    <a:solidFill>
                      <a:srgbClr val="EEF3F8"/>
                    </a:solidFill>
                  </a:tcPr>
                </a:tc>
                <a:tc>
                  <a:txBody>
                    <a:bodyPr wrap="square" lIns="114300" tIns="114300" rIns="114300" bIns="114300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8354C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ProPlanAI</a:t>
                      </a:r>
                    </a:p>
                    <a:p>
                      <a:r>
                        <a:rPr sz="1725" b="0">
                          <a:solidFill>
                            <a:srgbClr val="18354C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CAMAssist</a:t>
                      </a:r>
                    </a:p>
                    <a:p>
                      <a:r>
                        <a:rPr sz="1725" b="0">
                          <a:solidFill>
                            <a:srgbClr val="18354C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工程と経路案</a:t>
                      </a:r>
                    </a:p>
                    <a:p>
                      <a:r>
                        <a:rPr sz="1725" b="0">
                          <a:solidFill>
                            <a:srgbClr val="18354C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[S02,S03]</a:t>
                      </a:r>
                    </a:p>
                  </a:txBody>
                  <a:tcPr marL="91440" marR="91440" marT="45720" marB="45720" anchor="t">
                    <a:lnR w="9525">
                      <a:solidFill>
                        <a:srgbClr val="D4DEE7"/>
                      </a:solidFill>
                      <a:prstDash val="solid"/>
                    </a:lnR>
                    <a:lnB w="9525">
                      <a:solidFill>
                        <a:srgbClr val="D4DEE7"/>
                      </a:solidFill>
                      <a:prstDash val="solid"/>
                    </a:lnB>
                    <a:solidFill>
                      <a:srgbClr val="EEF3F8"/>
                    </a:solidFill>
                  </a:tcPr>
                </a:tc>
                <a:tc>
                  <a:txBody>
                    <a:bodyPr wrap="square" lIns="114300" tIns="114300" rIns="114300" bIns="114300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8354C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CoAgent</a:t>
                      </a:r>
                    </a:p>
                    <a:p>
                      <a:r>
                        <a:rPr sz="1725" b="0">
                          <a:solidFill>
                            <a:srgbClr val="18354C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PLCとHMI案 [S04]</a:t>
                      </a:r>
                    </a:p>
                  </a:txBody>
                  <a:tcPr marL="91440" marR="91440" marT="45720" marB="45720" anchor="t">
                    <a:lnR w="9525">
                      <a:solidFill>
                        <a:srgbClr val="D4DEE7"/>
                      </a:solidFill>
                      <a:prstDash val="solid"/>
                    </a:lnR>
                    <a:lnB w="9525">
                      <a:solidFill>
                        <a:srgbClr val="D4DEE7"/>
                      </a:solidFill>
                      <a:prstDash val="solid"/>
                    </a:lnB>
                    <a:solidFill>
                      <a:srgbClr val="EEF3F8"/>
                    </a:solidFill>
                  </a:tcPr>
                </a:tc>
                <a:tc>
                  <a:txBody>
                    <a:bodyPr wrap="square" lIns="114300" tIns="114300" rIns="114300" bIns="114300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8354C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東京ED</a:t>
                      </a:r>
                    </a:p>
                    <a:p>
                      <a:r>
                        <a:rPr sz="1725" b="0">
                          <a:solidFill>
                            <a:srgbClr val="18354C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面取り軌道 [S17]</a:t>
                      </a:r>
                    </a:p>
                  </a:txBody>
                  <a:tcPr marL="91440" marR="91440" marT="45720" marB="45720" anchor="t">
                    <a:lnR w="9525">
                      <a:solidFill>
                        <a:srgbClr val="D4DEE7"/>
                      </a:solidFill>
                      <a:prstDash val="solid"/>
                    </a:lnR>
                    <a:lnB w="9525">
                      <a:solidFill>
                        <a:srgbClr val="D4DEE7"/>
                      </a:solidFill>
                      <a:prstDash val="solid"/>
                    </a:lnB>
                    <a:solidFill>
                      <a:srgbClr val="EEF3F8"/>
                    </a:solidFill>
                  </a:tcPr>
                </a:tc>
                <a:tc>
                  <a:txBody>
                    <a:bodyPr wrap="square" lIns="114300" tIns="114300" rIns="114300" bIns="114300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8354C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Force</a:t>
                      </a:r>
                    </a:p>
                    <a:p>
                      <a:r>
                        <a:rPr sz="1725" b="0">
                          <a:solidFill>
                            <a:srgbClr val="18354C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NC送り最適化 [S07]</a:t>
                      </a:r>
                    </a:p>
                  </a:txBody>
                  <a:tcPr marL="91440" marR="91440" marT="45720" marB="45720" anchor="t">
                    <a:lnR w="9525">
                      <a:solidFill>
                        <a:srgbClr val="D4DEE7"/>
                      </a:solidFill>
                      <a:prstDash val="solid"/>
                    </a:lnR>
                    <a:lnB w="9525">
                      <a:solidFill>
                        <a:srgbClr val="D4DEE7"/>
                      </a:solidFill>
                      <a:prstDash val="solid"/>
                    </a:lnB>
                    <a:solidFill>
                      <a:srgbClr val="EEF3F8"/>
                    </a:solidFill>
                  </a:tcPr>
                </a:tc>
                <a:tc>
                  <a:txBody>
                    <a:bodyPr wrap="square" lIns="114300" tIns="114300" rIns="114300" bIns="114300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8354C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モリマシナリー</a:t>
                      </a:r>
                    </a:p>
                    <a:p>
                      <a:r>
                        <a:rPr sz="1725" b="0">
                          <a:solidFill>
                            <a:srgbClr val="18354C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交換時期提案 [S12]</a:t>
                      </a:r>
                    </a:p>
                  </a:txBody>
                  <a:tcPr marL="91440" marR="91440" marT="45720" marB="45720" anchor="t">
                    <a:lnR w="9525">
                      <a:solidFill>
                        <a:srgbClr val="D4DEE7"/>
                      </a:solidFill>
                      <a:prstDash val="solid"/>
                    </a:lnR>
                    <a:lnB w="9525">
                      <a:solidFill>
                        <a:srgbClr val="D4DEE7"/>
                      </a:solidFill>
                      <a:prstDash val="solid"/>
                    </a:lnB>
                    <a:solidFill>
                      <a:srgbClr val="EEF3F8"/>
                    </a:solidFill>
                  </a:tcPr>
                </a:tc>
                <a:tc>
                  <a:txBody>
                    <a:bodyPr wrap="square" lIns="114300" tIns="114300" rIns="114300" bIns="114300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8354C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CoAgent Operations</a:t>
                      </a:r>
                    </a:p>
                    <a:p>
                      <a:r>
                        <a:rPr sz="1725" b="0">
                          <a:solidFill>
                            <a:srgbClr val="18354C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対処案 [S05]</a:t>
                      </a:r>
                    </a:p>
                  </a:txBody>
                  <a:tcPr marL="91440" marR="91440" marT="45720" marB="45720" anchor="t">
                    <a:lnR w="9525">
                      <a:solidFill>
                        <a:srgbClr val="D4DEE7"/>
                      </a:solidFill>
                      <a:prstDash val="solid"/>
                    </a:lnR>
                    <a:lnB w="9525">
                      <a:solidFill>
                        <a:srgbClr val="D4DEE7"/>
                      </a:solidFill>
                      <a:prstDash val="solid"/>
                    </a:lnB>
                    <a:solidFill>
                      <a:srgbClr val="EEF3F8"/>
                    </a:solidFill>
                  </a:tcPr>
                </a:tc>
              </a:tr>
              <a:tr h="1485900">
                <a:tc>
                  <a:txBody>
                    <a:bodyPr wrap="square" lIns="114300" tIns="114300" rIns="114300" bIns="114300">
                      <a:noAutofit/>
                    </a:bodyPr>
                    <a:lstStyle/>
                    <a:p>
                      <a:r>
                        <a:rPr sz="1725" b="1">
                          <a:solidFill>
                            <a:srgbClr val="18354C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作業・調整</a:t>
                      </a:r>
                    </a:p>
                  </a:txBody>
                  <a:tcPr marL="91440" marR="91440" marT="45720" marB="45720" anchor="t">
                    <a:lnL w="9525">
                      <a:solidFill>
                        <a:srgbClr val="D4DEE7"/>
                      </a:solidFill>
                      <a:prstDash val="solid"/>
                    </a:lnL>
                    <a:lnR w="9525">
                      <a:solidFill>
                        <a:srgbClr val="D4DEE7"/>
                      </a:solidFill>
                      <a:prstDash val="solid"/>
                    </a:lnR>
                    <a:lnB w="9525">
                      <a:solidFill>
                        <a:srgbClr val="D4DE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114300" tIns="114300" rIns="114300" bIns="114300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8354C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送信権限等は未確認</a:t>
                      </a:r>
                    </a:p>
                  </a:txBody>
                  <a:tcPr marL="91440" marR="91440" marT="45720" marB="45720" anchor="t">
                    <a:lnR w="9525">
                      <a:solidFill>
                        <a:srgbClr val="D4DEE7"/>
                      </a:solidFill>
                      <a:prstDash val="solid"/>
                    </a:lnR>
                    <a:lnB w="9525">
                      <a:solidFill>
                        <a:srgbClr val="D4DE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114300" tIns="114300" rIns="114300" bIns="114300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8354C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実機実行とは別</a:t>
                      </a:r>
                    </a:p>
                  </a:txBody>
                  <a:tcPr marL="91440" marR="91440" marT="45720" marB="45720" anchor="t">
                    <a:lnR w="9525">
                      <a:solidFill>
                        <a:srgbClr val="D4DEE7"/>
                      </a:solidFill>
                      <a:prstDash val="solid"/>
                    </a:lnR>
                    <a:lnB w="9525">
                      <a:solidFill>
                        <a:srgbClr val="D4DE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114300" tIns="114300" rIns="114300" bIns="114300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8354C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起動権限等は未確認</a:t>
                      </a:r>
                    </a:p>
                  </a:txBody>
                  <a:tcPr marL="91440" marR="91440" marT="45720" marB="45720" anchor="t">
                    <a:lnR w="9525">
                      <a:solidFill>
                        <a:srgbClr val="D4DEE7"/>
                      </a:solidFill>
                      <a:prstDash val="solid"/>
                    </a:lnR>
                    <a:lnB w="9525">
                      <a:solidFill>
                        <a:srgbClr val="D4DE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114300" tIns="114300" rIns="114300" bIns="114300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8354C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MMK 爪交換</a:t>
                      </a:r>
                    </a:p>
                    <a:p>
                      <a:r>
                        <a:rPr sz="1725" b="0">
                          <a:solidFill>
                            <a:srgbClr val="18354C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TAK 切粉除去は参考 [S16,S20]</a:t>
                      </a:r>
                    </a:p>
                  </a:txBody>
                  <a:tcPr marL="91440" marR="91440" marT="45720" marB="45720" anchor="t">
                    <a:lnR w="9525">
                      <a:solidFill>
                        <a:srgbClr val="D4DEE7"/>
                      </a:solidFill>
                      <a:prstDash val="solid"/>
                    </a:lnR>
                    <a:lnB w="9525">
                      <a:solidFill>
                        <a:srgbClr val="D4DE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114300" tIns="114300" rIns="114300" bIns="114300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8354C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ACM 送り調整</a:t>
                      </a:r>
                    </a:p>
                    <a:p>
                      <a:r>
                        <a:rPr sz="1725" b="0">
                          <a:solidFill>
                            <a:srgbClr val="18354C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IPC 補正 [S08,S09]</a:t>
                      </a:r>
                    </a:p>
                  </a:txBody>
                  <a:tcPr marL="91440" marR="91440" marT="45720" marB="45720" anchor="t">
                    <a:lnR w="9525">
                      <a:solidFill>
                        <a:srgbClr val="D4DEE7"/>
                      </a:solidFill>
                      <a:prstDash val="solid"/>
                    </a:lnR>
                    <a:lnB w="9525">
                      <a:solidFill>
                        <a:srgbClr val="D4DE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114300" tIns="114300" rIns="114300" bIns="114300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8354C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WinTool</a:t>
                      </a:r>
                    </a:p>
                    <a:p>
                      <a:r>
                        <a:rPr sz="1725" b="0">
                          <a:solidFill>
                            <a:srgbClr val="18354C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承認後ERP送信 [S27]</a:t>
                      </a:r>
                    </a:p>
                  </a:txBody>
                  <a:tcPr marL="91440" marR="91440" marT="45720" marB="45720" anchor="t">
                    <a:lnR w="9525">
                      <a:solidFill>
                        <a:srgbClr val="D4DEE7"/>
                      </a:solidFill>
                      <a:prstDash val="solid"/>
                    </a:lnR>
                    <a:lnB w="9525">
                      <a:solidFill>
                        <a:srgbClr val="D4DE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114300" tIns="114300" rIns="114300" bIns="114300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8354C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X-Area Remote</a:t>
                      </a:r>
                    </a:p>
                    <a:p>
                      <a:r>
                        <a:rPr sz="1725" b="0">
                          <a:solidFill>
                            <a:srgbClr val="18354C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人が遠隔操作 [S28]</a:t>
                      </a:r>
                    </a:p>
                  </a:txBody>
                  <a:tcPr marL="91440" marR="91440" marT="45720" marB="45720" anchor="t">
                    <a:lnR w="9525">
                      <a:solidFill>
                        <a:srgbClr val="D4DEE7"/>
                      </a:solidFill>
                      <a:prstDash val="solid"/>
                    </a:lnR>
                    <a:lnB w="9525">
                      <a:solidFill>
                        <a:srgbClr val="D4DE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limit">
            <a:extLst xmlns:a="http://schemas.openxmlformats.org/drawingml/2006/main">
              <a:ext uri="{FF2B5EF4-FFF2-40B4-BE49-F238E27FC236}">
                <a16:creationId xmlns:a16="http://schemas.microsoft.com/office/drawing/2014/main" id="{413815C5-ADA2-413C-B30C-96070F7405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9591675"/>
            <a:ext cx="1604962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500" b="0">
                <a:solidFill>
                  <a:srgbClr val="64778A"/>
                </a:solidFill>
                <a:latin typeface="Noto Sans JP"/>
                <a:ea typeface="Noto Sans JP"/>
                <a:cs typeface="Noto Sans JP"/>
              </a:defRPr>
            </a:defPPr>
            <a:lvl1pPr>
              <a:defRPr sz="1500" b="0">
                <a:solidFill>
                  <a:srgbClr val="64778A"/>
                </a:solidFill>
                <a:latin typeface="Noto Sans JP"/>
                <a:ea typeface="Noto Sans JP"/>
                <a:cs typeface="Noto Sans JP"/>
              </a:defRPr>
            </a:lvl1pPr>
            <a:lvl2pPr>
              <a:defRPr sz="1500" b="0">
                <a:solidFill>
                  <a:srgbClr val="64778A"/>
                </a:solidFill>
                <a:latin typeface="Noto Sans JP"/>
                <a:ea typeface="Noto Sans JP"/>
                <a:cs typeface="Noto Sans JP"/>
              </a:defRPr>
            </a:lvl2pPr>
            <a:lvl3pPr>
              <a:defRPr sz="1500" b="0">
                <a:solidFill>
                  <a:srgbClr val="64778A"/>
                </a:solidFill>
                <a:latin typeface="Noto Sans JP"/>
                <a:ea typeface="Noto Sans JP"/>
                <a:cs typeface="Noto Sans JP"/>
              </a:defRPr>
            </a:lvl3pPr>
            <a:lvl4pPr>
              <a:defRPr sz="1500" b="0">
                <a:solidFill>
                  <a:srgbClr val="64778A"/>
                </a:solidFill>
                <a:latin typeface="Noto Sans JP"/>
                <a:ea typeface="Noto Sans JP"/>
                <a:cs typeface="Noto Sans JP"/>
              </a:defRPr>
            </a:lvl4pPr>
            <a:lvl5pPr>
              <a:defRPr sz="1500" b="0">
                <a:solidFill>
                  <a:srgbClr val="64778A"/>
                </a:solidFill>
                <a:latin typeface="Noto Sans JP"/>
                <a:ea typeface="Noto Sans JP"/>
                <a:cs typeface="Noto Sans JP"/>
              </a:defRPr>
            </a:lvl5pPr>
            <a:lvl6pPr>
              <a:defRPr sz="1500" b="0">
                <a:solidFill>
                  <a:srgbClr val="64778A"/>
                </a:solidFill>
                <a:latin typeface="Noto Sans JP"/>
                <a:ea typeface="Noto Sans JP"/>
                <a:cs typeface="Noto Sans JP"/>
              </a:defRPr>
            </a:lvl6pPr>
            <a:lvl7pPr>
              <a:defRPr sz="1500" b="0">
                <a:solidFill>
                  <a:srgbClr val="64778A"/>
                </a:solidFill>
                <a:latin typeface="Noto Sans JP"/>
                <a:ea typeface="Noto Sans JP"/>
                <a:cs typeface="Noto Sans JP"/>
              </a:defRPr>
            </a:lvl7pPr>
            <a:lvl8pPr>
              <a:defRPr sz="1500" b="0">
                <a:solidFill>
                  <a:srgbClr val="64778A"/>
                </a:solidFill>
                <a:latin typeface="Noto Sans JP"/>
                <a:ea typeface="Noto Sans JP"/>
                <a:cs typeface="Noto Sans JP"/>
              </a:defRPr>
            </a:lvl8pPr>
            <a:lvl9pPr>
              <a:defRPr sz="1500" b="0">
                <a:solidFill>
                  <a:srgbClr val="64778A"/>
                </a:solidFill>
                <a:latin typeface="Noto Sans JP"/>
                <a:ea typeface="Noto Sans JP"/>
                <a:cs typeface="Noto Sans JP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64778A"/>
                </a:solidFill>
                <a:latin typeface="Noto Sans JP"/>
                <a:ea typeface="Noto Sans JP"/>
                <a:cs typeface="Noto Sans JP"/>
              </a:defRPr>
            </a:pPr>
            <a:r>
              <a:rPr sz="1500" b="0">
                <a:solidFill>
                  <a:srgbClr val="64778A"/>
                </a:solidFill>
                <a:latin typeface="Noto Sans JP"/>
                <a:ea typeface="Noto Sans JP"/>
                <a:cs typeface="Noto Sans JP"/>
              </a:rPr>
              <a:t>配置は分析。参考出品と人の遠隔操作を区別。代表例なしは企業・技術・需要の不在を意味しない。</a:t>
            </a:r>
          </a:p>
        </p:txBody>
      </p:sp>
      <p:sp>
        <p:nvSpPr>
          <p:cNvPr id="5" name="page">
            <a:extLst xmlns:a="http://schemas.openxmlformats.org/drawingml/2006/main">
              <a:ext uri="{FF2B5EF4-FFF2-40B4-BE49-F238E27FC236}">
                <a16:creationId xmlns:a16="http://schemas.microsoft.com/office/drawing/2014/main" id="{1635D30F-0C14-46C1-BCA6-F5AA5AAB63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078325" y="9667875"/>
            <a:ext cx="457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500" b="0">
                <a:solidFill>
                  <a:srgbClr val="64778A"/>
                </a:solidFill>
                <a:latin typeface="Noto Sans JP"/>
                <a:ea typeface="Noto Sans JP"/>
                <a:cs typeface="Noto Sans JP"/>
              </a:defRPr>
            </a:defPPr>
            <a:lvl1pPr>
              <a:defRPr sz="1500" b="0">
                <a:solidFill>
                  <a:srgbClr val="64778A"/>
                </a:solidFill>
                <a:latin typeface="Noto Sans JP"/>
                <a:ea typeface="Noto Sans JP"/>
                <a:cs typeface="Noto Sans JP"/>
              </a:defRPr>
            </a:lvl1pPr>
            <a:lvl2pPr>
              <a:defRPr sz="1500" b="0">
                <a:solidFill>
                  <a:srgbClr val="64778A"/>
                </a:solidFill>
                <a:latin typeface="Noto Sans JP"/>
                <a:ea typeface="Noto Sans JP"/>
                <a:cs typeface="Noto Sans JP"/>
              </a:defRPr>
            </a:lvl2pPr>
            <a:lvl3pPr>
              <a:defRPr sz="1500" b="0">
                <a:solidFill>
                  <a:srgbClr val="64778A"/>
                </a:solidFill>
                <a:latin typeface="Noto Sans JP"/>
                <a:ea typeface="Noto Sans JP"/>
                <a:cs typeface="Noto Sans JP"/>
              </a:defRPr>
            </a:lvl3pPr>
            <a:lvl4pPr>
              <a:defRPr sz="1500" b="0">
                <a:solidFill>
                  <a:srgbClr val="64778A"/>
                </a:solidFill>
                <a:latin typeface="Noto Sans JP"/>
                <a:ea typeface="Noto Sans JP"/>
                <a:cs typeface="Noto Sans JP"/>
              </a:defRPr>
            </a:lvl4pPr>
            <a:lvl5pPr>
              <a:defRPr sz="1500" b="0">
                <a:solidFill>
                  <a:srgbClr val="64778A"/>
                </a:solidFill>
                <a:latin typeface="Noto Sans JP"/>
                <a:ea typeface="Noto Sans JP"/>
                <a:cs typeface="Noto Sans JP"/>
              </a:defRPr>
            </a:lvl5pPr>
            <a:lvl6pPr>
              <a:defRPr sz="1500" b="0">
                <a:solidFill>
                  <a:srgbClr val="64778A"/>
                </a:solidFill>
                <a:latin typeface="Noto Sans JP"/>
                <a:ea typeface="Noto Sans JP"/>
                <a:cs typeface="Noto Sans JP"/>
              </a:defRPr>
            </a:lvl6pPr>
            <a:lvl7pPr>
              <a:defRPr sz="1500" b="0">
                <a:solidFill>
                  <a:srgbClr val="64778A"/>
                </a:solidFill>
                <a:latin typeface="Noto Sans JP"/>
                <a:ea typeface="Noto Sans JP"/>
                <a:cs typeface="Noto Sans JP"/>
              </a:defRPr>
            </a:lvl7pPr>
            <a:lvl8pPr>
              <a:defRPr sz="1500" b="0">
                <a:solidFill>
                  <a:srgbClr val="64778A"/>
                </a:solidFill>
                <a:latin typeface="Noto Sans JP"/>
                <a:ea typeface="Noto Sans JP"/>
                <a:cs typeface="Noto Sans JP"/>
              </a:defRPr>
            </a:lvl8pPr>
            <a:lvl9pPr>
              <a:defRPr sz="1500" b="0">
                <a:solidFill>
                  <a:srgbClr val="64778A"/>
                </a:solidFill>
                <a:latin typeface="Noto Sans JP"/>
                <a:ea typeface="Noto Sans JP"/>
                <a:cs typeface="Noto Sans JP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64778A"/>
                </a:solidFill>
                <a:latin typeface="Noto Sans JP"/>
                <a:ea typeface="Noto Sans JP"/>
                <a:cs typeface="Noto Sans JP"/>
              </a:defRPr>
            </a:pPr>
            <a:r>
              <a:rPr sz="1500" b="0">
                <a:solidFill>
                  <a:srgbClr val="64778A"/>
                </a:solidFill>
                <a:latin typeface="Noto Sans JP"/>
                <a:ea typeface="Noto Sans JP"/>
                <a:cs typeface="Noto Sans JP"/>
              </a:rPr>
              <a:t>02</a:t>
            </a:r>
          </a:p>
        </p:txBody>
      </p:sp>
      <p:sp>
        <p:nvSpPr>
          <p:cNvPr id="6" name="source-S01">
            <a:extLst xmlns:a="http://schemas.openxmlformats.org/drawingml/2006/main">
              <a:ext uri="{FF2B5EF4-FFF2-40B4-BE49-F238E27FC236}">
                <a16:creationId xmlns:a16="http://schemas.microsoft.com/office/drawing/2014/main" id="{CE51E4FC-588F-4C72-ACB5-551C5D6104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9172575"/>
            <a:ext cx="9048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500" b="0">
                <a:solidFill>
                  <a:srgbClr val="225B92"/>
                </a:solidFill>
                <a:latin typeface="Noto Sans JP"/>
                <a:ea typeface="Noto Sans JP"/>
                <a:cs typeface="Noto Sans JP"/>
              </a:defRPr>
            </a:defPPr>
            <a:lvl1pPr>
              <a:defRPr sz="1500" b="0">
                <a:solidFill>
                  <a:srgbClr val="225B92"/>
                </a:solidFill>
                <a:latin typeface="Noto Sans JP"/>
                <a:ea typeface="Noto Sans JP"/>
                <a:cs typeface="Noto Sans JP"/>
              </a:defRPr>
            </a:lvl1pPr>
            <a:lvl2pPr>
              <a:defRPr sz="1500" b="0">
                <a:solidFill>
                  <a:srgbClr val="225B92"/>
                </a:solidFill>
                <a:latin typeface="Noto Sans JP"/>
                <a:ea typeface="Noto Sans JP"/>
                <a:cs typeface="Noto Sans JP"/>
              </a:defRPr>
            </a:lvl2pPr>
            <a:lvl3pPr>
              <a:defRPr sz="1500" b="0">
                <a:solidFill>
                  <a:srgbClr val="225B92"/>
                </a:solidFill>
                <a:latin typeface="Noto Sans JP"/>
                <a:ea typeface="Noto Sans JP"/>
                <a:cs typeface="Noto Sans JP"/>
              </a:defRPr>
            </a:lvl3pPr>
            <a:lvl4pPr>
              <a:defRPr sz="1500" b="0">
                <a:solidFill>
                  <a:srgbClr val="225B92"/>
                </a:solidFill>
                <a:latin typeface="Noto Sans JP"/>
                <a:ea typeface="Noto Sans JP"/>
                <a:cs typeface="Noto Sans JP"/>
              </a:defRPr>
            </a:lvl4pPr>
            <a:lvl5pPr>
              <a:defRPr sz="1500" b="0">
                <a:solidFill>
                  <a:srgbClr val="225B92"/>
                </a:solidFill>
                <a:latin typeface="Noto Sans JP"/>
                <a:ea typeface="Noto Sans JP"/>
                <a:cs typeface="Noto Sans JP"/>
              </a:defRPr>
            </a:lvl5pPr>
            <a:lvl6pPr>
              <a:defRPr sz="1500" b="0">
                <a:solidFill>
                  <a:srgbClr val="225B92"/>
                </a:solidFill>
                <a:latin typeface="Noto Sans JP"/>
                <a:ea typeface="Noto Sans JP"/>
                <a:cs typeface="Noto Sans JP"/>
              </a:defRPr>
            </a:lvl6pPr>
            <a:lvl7pPr>
              <a:defRPr sz="1500" b="0">
                <a:solidFill>
                  <a:srgbClr val="225B92"/>
                </a:solidFill>
                <a:latin typeface="Noto Sans JP"/>
                <a:ea typeface="Noto Sans JP"/>
                <a:cs typeface="Noto Sans JP"/>
              </a:defRPr>
            </a:lvl7pPr>
            <a:lvl8pPr>
              <a:defRPr sz="1500" b="0">
                <a:solidFill>
                  <a:srgbClr val="225B92"/>
                </a:solidFill>
                <a:latin typeface="Noto Sans JP"/>
                <a:ea typeface="Noto Sans JP"/>
                <a:cs typeface="Noto Sans JP"/>
              </a:defRPr>
            </a:lvl8pPr>
            <a:lvl9pPr>
              <a:defRPr sz="1500" b="0">
                <a:solidFill>
                  <a:srgbClr val="225B92"/>
                </a:solidFill>
                <a:latin typeface="Noto Sans JP"/>
                <a:ea typeface="Noto Sans JP"/>
                <a:cs typeface="Noto Sans JP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225B92"/>
                </a:solidFill>
                <a:latin typeface="Noto Sans JP"/>
                <a:ea typeface="Noto Sans JP"/>
                <a:cs typeface="Noto Sans JP"/>
              </a:defRPr>
            </a:pPr>
            <a:r>
              <a:rPr sz="1500" b="0">
                <a:solidFill>
                  <a:srgbClr val="225B92"/>
                </a:solidFill>
                <a:latin typeface="Noto Sans JP"/>
                <a:ea typeface="Noto Sans JP"/>
                <a:cs typeface="Noto Sans JP"/>
                <a:hlinkClick xmlns:r="http://schemas.openxmlformats.org/officeDocument/2006/relationships" r:id="Rb8b90110ce5b4d95"/>
              </a:rPr>
              <a:t>S01</a:t>
            </a:r>
          </a:p>
        </p:txBody>
      </p:sp>
      <p:sp>
        <p:nvSpPr>
          <p:cNvPr id="7" name="source-S04">
            <a:extLst xmlns:a="http://schemas.openxmlformats.org/drawingml/2006/main">
              <a:ext uri="{FF2B5EF4-FFF2-40B4-BE49-F238E27FC236}">
                <a16:creationId xmlns:a16="http://schemas.microsoft.com/office/drawing/2014/main" id="{7F58D6B1-AB39-477D-8EF9-A89DECD441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81175" y="9172575"/>
            <a:ext cx="9048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500" b="0">
                <a:solidFill>
                  <a:srgbClr val="225B92"/>
                </a:solidFill>
                <a:latin typeface="Noto Sans JP"/>
                <a:ea typeface="Noto Sans JP"/>
                <a:cs typeface="Noto Sans JP"/>
              </a:defRPr>
            </a:defPPr>
            <a:lvl1pPr>
              <a:defRPr sz="1500" b="0">
                <a:solidFill>
                  <a:srgbClr val="225B92"/>
                </a:solidFill>
                <a:latin typeface="Noto Sans JP"/>
                <a:ea typeface="Noto Sans JP"/>
                <a:cs typeface="Noto Sans JP"/>
              </a:defRPr>
            </a:lvl1pPr>
            <a:lvl2pPr>
              <a:defRPr sz="1500" b="0">
                <a:solidFill>
                  <a:srgbClr val="225B92"/>
                </a:solidFill>
                <a:latin typeface="Noto Sans JP"/>
                <a:ea typeface="Noto Sans JP"/>
                <a:cs typeface="Noto Sans JP"/>
              </a:defRPr>
            </a:lvl2pPr>
            <a:lvl3pPr>
              <a:defRPr sz="1500" b="0">
                <a:solidFill>
                  <a:srgbClr val="225B92"/>
                </a:solidFill>
                <a:latin typeface="Noto Sans JP"/>
                <a:ea typeface="Noto Sans JP"/>
                <a:cs typeface="Noto Sans JP"/>
              </a:defRPr>
            </a:lvl3pPr>
            <a:lvl4pPr>
              <a:defRPr sz="1500" b="0">
                <a:solidFill>
                  <a:srgbClr val="225B92"/>
                </a:solidFill>
                <a:latin typeface="Noto Sans JP"/>
                <a:ea typeface="Noto Sans JP"/>
                <a:cs typeface="Noto Sans JP"/>
              </a:defRPr>
            </a:lvl4pPr>
            <a:lvl5pPr>
              <a:defRPr sz="1500" b="0">
                <a:solidFill>
                  <a:srgbClr val="225B92"/>
                </a:solidFill>
                <a:latin typeface="Noto Sans JP"/>
                <a:ea typeface="Noto Sans JP"/>
                <a:cs typeface="Noto Sans JP"/>
              </a:defRPr>
            </a:lvl5pPr>
            <a:lvl6pPr>
              <a:defRPr sz="1500" b="0">
                <a:solidFill>
                  <a:srgbClr val="225B92"/>
                </a:solidFill>
                <a:latin typeface="Noto Sans JP"/>
                <a:ea typeface="Noto Sans JP"/>
                <a:cs typeface="Noto Sans JP"/>
              </a:defRPr>
            </a:lvl6pPr>
            <a:lvl7pPr>
              <a:defRPr sz="1500" b="0">
                <a:solidFill>
                  <a:srgbClr val="225B92"/>
                </a:solidFill>
                <a:latin typeface="Noto Sans JP"/>
                <a:ea typeface="Noto Sans JP"/>
                <a:cs typeface="Noto Sans JP"/>
              </a:defRPr>
            </a:lvl7pPr>
            <a:lvl8pPr>
              <a:defRPr sz="1500" b="0">
                <a:solidFill>
                  <a:srgbClr val="225B92"/>
                </a:solidFill>
                <a:latin typeface="Noto Sans JP"/>
                <a:ea typeface="Noto Sans JP"/>
                <a:cs typeface="Noto Sans JP"/>
              </a:defRPr>
            </a:lvl8pPr>
            <a:lvl9pPr>
              <a:defRPr sz="1500" b="0">
                <a:solidFill>
                  <a:srgbClr val="225B92"/>
                </a:solidFill>
                <a:latin typeface="Noto Sans JP"/>
                <a:ea typeface="Noto Sans JP"/>
                <a:cs typeface="Noto Sans JP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225B92"/>
                </a:solidFill>
                <a:latin typeface="Noto Sans JP"/>
                <a:ea typeface="Noto Sans JP"/>
                <a:cs typeface="Noto Sans JP"/>
              </a:defRPr>
            </a:pPr>
            <a:r>
              <a:rPr sz="1500" b="0">
                <a:solidFill>
                  <a:srgbClr val="225B92"/>
                </a:solidFill>
                <a:latin typeface="Noto Sans JP"/>
                <a:ea typeface="Noto Sans JP"/>
                <a:cs typeface="Noto Sans JP"/>
                <a:hlinkClick xmlns:r="http://schemas.openxmlformats.org/officeDocument/2006/relationships" r:id="Rff1a43a9f78d42e3"/>
              </a:rPr>
              <a:t>S04</a:t>
            </a:r>
          </a:p>
        </p:txBody>
      </p:sp>
      <p:sp>
        <p:nvSpPr>
          <p:cNvPr id="8" name="source-S07">
            <a:extLst xmlns:a="http://schemas.openxmlformats.org/drawingml/2006/main">
              <a:ext uri="{FF2B5EF4-FFF2-40B4-BE49-F238E27FC236}">
                <a16:creationId xmlns:a16="http://schemas.microsoft.com/office/drawing/2014/main" id="{AF648343-29B8-44C0-97CB-F7E3B9E9C4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9172575"/>
            <a:ext cx="9048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500" b="0">
                <a:solidFill>
                  <a:srgbClr val="225B92"/>
                </a:solidFill>
                <a:latin typeface="Noto Sans JP"/>
                <a:ea typeface="Noto Sans JP"/>
                <a:cs typeface="Noto Sans JP"/>
              </a:defRPr>
            </a:defPPr>
            <a:lvl1pPr>
              <a:defRPr sz="1500" b="0">
                <a:solidFill>
                  <a:srgbClr val="225B92"/>
                </a:solidFill>
                <a:latin typeface="Noto Sans JP"/>
                <a:ea typeface="Noto Sans JP"/>
                <a:cs typeface="Noto Sans JP"/>
              </a:defRPr>
            </a:lvl1pPr>
            <a:lvl2pPr>
              <a:defRPr sz="1500" b="0">
                <a:solidFill>
                  <a:srgbClr val="225B92"/>
                </a:solidFill>
                <a:latin typeface="Noto Sans JP"/>
                <a:ea typeface="Noto Sans JP"/>
                <a:cs typeface="Noto Sans JP"/>
              </a:defRPr>
            </a:lvl2pPr>
            <a:lvl3pPr>
              <a:defRPr sz="1500" b="0">
                <a:solidFill>
                  <a:srgbClr val="225B92"/>
                </a:solidFill>
                <a:latin typeface="Noto Sans JP"/>
                <a:ea typeface="Noto Sans JP"/>
                <a:cs typeface="Noto Sans JP"/>
              </a:defRPr>
            </a:lvl3pPr>
            <a:lvl4pPr>
              <a:defRPr sz="1500" b="0">
                <a:solidFill>
                  <a:srgbClr val="225B92"/>
                </a:solidFill>
                <a:latin typeface="Noto Sans JP"/>
                <a:ea typeface="Noto Sans JP"/>
                <a:cs typeface="Noto Sans JP"/>
              </a:defRPr>
            </a:lvl4pPr>
            <a:lvl5pPr>
              <a:defRPr sz="1500" b="0">
                <a:solidFill>
                  <a:srgbClr val="225B92"/>
                </a:solidFill>
                <a:latin typeface="Noto Sans JP"/>
                <a:ea typeface="Noto Sans JP"/>
                <a:cs typeface="Noto Sans JP"/>
              </a:defRPr>
            </a:lvl5pPr>
            <a:lvl6pPr>
              <a:defRPr sz="1500" b="0">
                <a:solidFill>
                  <a:srgbClr val="225B92"/>
                </a:solidFill>
                <a:latin typeface="Noto Sans JP"/>
                <a:ea typeface="Noto Sans JP"/>
                <a:cs typeface="Noto Sans JP"/>
              </a:defRPr>
            </a:lvl6pPr>
            <a:lvl7pPr>
              <a:defRPr sz="1500" b="0">
                <a:solidFill>
                  <a:srgbClr val="225B92"/>
                </a:solidFill>
                <a:latin typeface="Noto Sans JP"/>
                <a:ea typeface="Noto Sans JP"/>
                <a:cs typeface="Noto Sans JP"/>
              </a:defRPr>
            </a:lvl7pPr>
            <a:lvl8pPr>
              <a:defRPr sz="1500" b="0">
                <a:solidFill>
                  <a:srgbClr val="225B92"/>
                </a:solidFill>
                <a:latin typeface="Noto Sans JP"/>
                <a:ea typeface="Noto Sans JP"/>
                <a:cs typeface="Noto Sans JP"/>
              </a:defRPr>
            </a:lvl8pPr>
            <a:lvl9pPr>
              <a:defRPr sz="1500" b="0">
                <a:solidFill>
                  <a:srgbClr val="225B92"/>
                </a:solidFill>
                <a:latin typeface="Noto Sans JP"/>
                <a:ea typeface="Noto Sans JP"/>
                <a:cs typeface="Noto Sans JP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225B92"/>
                </a:solidFill>
                <a:latin typeface="Noto Sans JP"/>
                <a:ea typeface="Noto Sans JP"/>
                <a:cs typeface="Noto Sans JP"/>
              </a:defRPr>
            </a:pPr>
            <a:r>
              <a:rPr sz="1500" b="0">
                <a:solidFill>
                  <a:srgbClr val="225B92"/>
                </a:solidFill>
                <a:latin typeface="Noto Sans JP"/>
                <a:ea typeface="Noto Sans JP"/>
                <a:cs typeface="Noto Sans JP"/>
                <a:hlinkClick xmlns:r="http://schemas.openxmlformats.org/officeDocument/2006/relationships" r:id="Re00f9d45066f4bca"/>
              </a:rPr>
              <a:t>S07</a:t>
            </a:r>
          </a:p>
        </p:txBody>
      </p:sp>
      <p:sp>
        <p:nvSpPr>
          <p:cNvPr id="9" name="source-S09">
            <a:extLst xmlns:a="http://schemas.openxmlformats.org/drawingml/2006/main">
              <a:ext uri="{FF2B5EF4-FFF2-40B4-BE49-F238E27FC236}">
                <a16:creationId xmlns:a16="http://schemas.microsoft.com/office/drawing/2014/main" id="{1669D718-58C3-40D4-AD60-FC0FB30DBF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81425" y="9172575"/>
            <a:ext cx="9048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500" b="0">
                <a:solidFill>
                  <a:srgbClr val="225B92"/>
                </a:solidFill>
                <a:latin typeface="Noto Sans JP"/>
                <a:ea typeface="Noto Sans JP"/>
                <a:cs typeface="Noto Sans JP"/>
              </a:defRPr>
            </a:defPPr>
            <a:lvl1pPr>
              <a:defRPr sz="1500" b="0">
                <a:solidFill>
                  <a:srgbClr val="225B92"/>
                </a:solidFill>
                <a:latin typeface="Noto Sans JP"/>
                <a:ea typeface="Noto Sans JP"/>
                <a:cs typeface="Noto Sans JP"/>
              </a:defRPr>
            </a:lvl1pPr>
            <a:lvl2pPr>
              <a:defRPr sz="1500" b="0">
                <a:solidFill>
                  <a:srgbClr val="225B92"/>
                </a:solidFill>
                <a:latin typeface="Noto Sans JP"/>
                <a:ea typeface="Noto Sans JP"/>
                <a:cs typeface="Noto Sans JP"/>
              </a:defRPr>
            </a:lvl2pPr>
            <a:lvl3pPr>
              <a:defRPr sz="1500" b="0">
                <a:solidFill>
                  <a:srgbClr val="225B92"/>
                </a:solidFill>
                <a:latin typeface="Noto Sans JP"/>
                <a:ea typeface="Noto Sans JP"/>
                <a:cs typeface="Noto Sans JP"/>
              </a:defRPr>
            </a:lvl3pPr>
            <a:lvl4pPr>
              <a:defRPr sz="1500" b="0">
                <a:solidFill>
                  <a:srgbClr val="225B92"/>
                </a:solidFill>
                <a:latin typeface="Noto Sans JP"/>
                <a:ea typeface="Noto Sans JP"/>
                <a:cs typeface="Noto Sans JP"/>
              </a:defRPr>
            </a:lvl4pPr>
            <a:lvl5pPr>
              <a:defRPr sz="1500" b="0">
                <a:solidFill>
                  <a:srgbClr val="225B92"/>
                </a:solidFill>
                <a:latin typeface="Noto Sans JP"/>
                <a:ea typeface="Noto Sans JP"/>
                <a:cs typeface="Noto Sans JP"/>
              </a:defRPr>
            </a:lvl5pPr>
            <a:lvl6pPr>
              <a:defRPr sz="1500" b="0">
                <a:solidFill>
                  <a:srgbClr val="225B92"/>
                </a:solidFill>
                <a:latin typeface="Noto Sans JP"/>
                <a:ea typeface="Noto Sans JP"/>
                <a:cs typeface="Noto Sans JP"/>
              </a:defRPr>
            </a:lvl6pPr>
            <a:lvl7pPr>
              <a:defRPr sz="1500" b="0">
                <a:solidFill>
                  <a:srgbClr val="225B92"/>
                </a:solidFill>
                <a:latin typeface="Noto Sans JP"/>
                <a:ea typeface="Noto Sans JP"/>
                <a:cs typeface="Noto Sans JP"/>
              </a:defRPr>
            </a:lvl7pPr>
            <a:lvl8pPr>
              <a:defRPr sz="1500" b="0">
                <a:solidFill>
                  <a:srgbClr val="225B92"/>
                </a:solidFill>
                <a:latin typeface="Noto Sans JP"/>
                <a:ea typeface="Noto Sans JP"/>
                <a:cs typeface="Noto Sans JP"/>
              </a:defRPr>
            </a:lvl8pPr>
            <a:lvl9pPr>
              <a:defRPr sz="1500" b="0">
                <a:solidFill>
                  <a:srgbClr val="225B92"/>
                </a:solidFill>
                <a:latin typeface="Noto Sans JP"/>
                <a:ea typeface="Noto Sans JP"/>
                <a:cs typeface="Noto Sans JP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225B92"/>
                </a:solidFill>
                <a:latin typeface="Noto Sans JP"/>
                <a:ea typeface="Noto Sans JP"/>
                <a:cs typeface="Noto Sans JP"/>
              </a:defRPr>
            </a:pPr>
            <a:r>
              <a:rPr sz="1500" b="0">
                <a:solidFill>
                  <a:srgbClr val="225B92"/>
                </a:solidFill>
                <a:latin typeface="Noto Sans JP"/>
                <a:ea typeface="Noto Sans JP"/>
                <a:cs typeface="Noto Sans JP"/>
                <a:hlinkClick xmlns:r="http://schemas.openxmlformats.org/officeDocument/2006/relationships" r:id="Rb8dcfba43f42461d"/>
              </a:rPr>
              <a:t>S09</a:t>
            </a:r>
          </a:p>
        </p:txBody>
      </p:sp>
      <p:sp>
        <p:nvSpPr>
          <p:cNvPr id="10" name="source-S12">
            <a:extLst xmlns:a="http://schemas.openxmlformats.org/drawingml/2006/main">
              <a:ext uri="{FF2B5EF4-FFF2-40B4-BE49-F238E27FC236}">
                <a16:creationId xmlns:a16="http://schemas.microsoft.com/office/drawing/2014/main" id="{F2091F50-1D38-47C5-8B92-64922EE8E5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9172575"/>
            <a:ext cx="9048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500" b="0">
                <a:solidFill>
                  <a:srgbClr val="225B92"/>
                </a:solidFill>
                <a:latin typeface="Noto Sans JP"/>
                <a:ea typeface="Noto Sans JP"/>
                <a:cs typeface="Noto Sans JP"/>
              </a:defRPr>
            </a:defPPr>
            <a:lvl1pPr>
              <a:defRPr sz="1500" b="0">
                <a:solidFill>
                  <a:srgbClr val="225B92"/>
                </a:solidFill>
                <a:latin typeface="Noto Sans JP"/>
                <a:ea typeface="Noto Sans JP"/>
                <a:cs typeface="Noto Sans JP"/>
              </a:defRPr>
            </a:lvl1pPr>
            <a:lvl2pPr>
              <a:defRPr sz="1500" b="0">
                <a:solidFill>
                  <a:srgbClr val="225B92"/>
                </a:solidFill>
                <a:latin typeface="Noto Sans JP"/>
                <a:ea typeface="Noto Sans JP"/>
                <a:cs typeface="Noto Sans JP"/>
              </a:defRPr>
            </a:lvl2pPr>
            <a:lvl3pPr>
              <a:defRPr sz="1500" b="0">
                <a:solidFill>
                  <a:srgbClr val="225B92"/>
                </a:solidFill>
                <a:latin typeface="Noto Sans JP"/>
                <a:ea typeface="Noto Sans JP"/>
                <a:cs typeface="Noto Sans JP"/>
              </a:defRPr>
            </a:lvl3pPr>
            <a:lvl4pPr>
              <a:defRPr sz="1500" b="0">
                <a:solidFill>
                  <a:srgbClr val="225B92"/>
                </a:solidFill>
                <a:latin typeface="Noto Sans JP"/>
                <a:ea typeface="Noto Sans JP"/>
                <a:cs typeface="Noto Sans JP"/>
              </a:defRPr>
            </a:lvl4pPr>
            <a:lvl5pPr>
              <a:defRPr sz="1500" b="0">
                <a:solidFill>
                  <a:srgbClr val="225B92"/>
                </a:solidFill>
                <a:latin typeface="Noto Sans JP"/>
                <a:ea typeface="Noto Sans JP"/>
                <a:cs typeface="Noto Sans JP"/>
              </a:defRPr>
            </a:lvl5pPr>
            <a:lvl6pPr>
              <a:defRPr sz="1500" b="0">
                <a:solidFill>
                  <a:srgbClr val="225B92"/>
                </a:solidFill>
                <a:latin typeface="Noto Sans JP"/>
                <a:ea typeface="Noto Sans JP"/>
                <a:cs typeface="Noto Sans JP"/>
              </a:defRPr>
            </a:lvl6pPr>
            <a:lvl7pPr>
              <a:defRPr sz="1500" b="0">
                <a:solidFill>
                  <a:srgbClr val="225B92"/>
                </a:solidFill>
                <a:latin typeface="Noto Sans JP"/>
                <a:ea typeface="Noto Sans JP"/>
                <a:cs typeface="Noto Sans JP"/>
              </a:defRPr>
            </a:lvl7pPr>
            <a:lvl8pPr>
              <a:defRPr sz="1500" b="0">
                <a:solidFill>
                  <a:srgbClr val="225B92"/>
                </a:solidFill>
                <a:latin typeface="Noto Sans JP"/>
                <a:ea typeface="Noto Sans JP"/>
                <a:cs typeface="Noto Sans JP"/>
              </a:defRPr>
            </a:lvl8pPr>
            <a:lvl9pPr>
              <a:defRPr sz="1500" b="0">
                <a:solidFill>
                  <a:srgbClr val="225B92"/>
                </a:solidFill>
                <a:latin typeface="Noto Sans JP"/>
                <a:ea typeface="Noto Sans JP"/>
                <a:cs typeface="Noto Sans JP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225B92"/>
                </a:solidFill>
                <a:latin typeface="Noto Sans JP"/>
                <a:ea typeface="Noto Sans JP"/>
                <a:cs typeface="Noto Sans JP"/>
              </a:defRPr>
            </a:pPr>
            <a:r>
              <a:rPr sz="1500" b="0">
                <a:solidFill>
                  <a:srgbClr val="225B92"/>
                </a:solidFill>
                <a:latin typeface="Noto Sans JP"/>
                <a:ea typeface="Noto Sans JP"/>
                <a:cs typeface="Noto Sans JP"/>
                <a:hlinkClick xmlns:r="http://schemas.openxmlformats.org/officeDocument/2006/relationships" r:id="R5514416d0c874aff"/>
              </a:rPr>
              <a:t>S12</a:t>
            </a:r>
          </a:p>
        </p:txBody>
      </p:sp>
      <p:sp>
        <p:nvSpPr>
          <p:cNvPr id="11" name="source-S16">
            <a:extLst xmlns:a="http://schemas.openxmlformats.org/drawingml/2006/main">
              <a:ext uri="{FF2B5EF4-FFF2-40B4-BE49-F238E27FC236}">
                <a16:creationId xmlns:a16="http://schemas.microsoft.com/office/drawing/2014/main" id="{9E902E3D-CBA1-44F0-BAD4-F0465F7BBA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81675" y="9172575"/>
            <a:ext cx="9048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500" b="0">
                <a:solidFill>
                  <a:srgbClr val="225B92"/>
                </a:solidFill>
                <a:latin typeface="Noto Sans JP"/>
                <a:ea typeface="Noto Sans JP"/>
                <a:cs typeface="Noto Sans JP"/>
              </a:defRPr>
            </a:defPPr>
            <a:lvl1pPr>
              <a:defRPr sz="1500" b="0">
                <a:solidFill>
                  <a:srgbClr val="225B92"/>
                </a:solidFill>
                <a:latin typeface="Noto Sans JP"/>
                <a:ea typeface="Noto Sans JP"/>
                <a:cs typeface="Noto Sans JP"/>
              </a:defRPr>
            </a:lvl1pPr>
            <a:lvl2pPr>
              <a:defRPr sz="1500" b="0">
                <a:solidFill>
                  <a:srgbClr val="225B92"/>
                </a:solidFill>
                <a:latin typeface="Noto Sans JP"/>
                <a:ea typeface="Noto Sans JP"/>
                <a:cs typeface="Noto Sans JP"/>
              </a:defRPr>
            </a:lvl2pPr>
            <a:lvl3pPr>
              <a:defRPr sz="1500" b="0">
                <a:solidFill>
                  <a:srgbClr val="225B92"/>
                </a:solidFill>
                <a:latin typeface="Noto Sans JP"/>
                <a:ea typeface="Noto Sans JP"/>
                <a:cs typeface="Noto Sans JP"/>
              </a:defRPr>
            </a:lvl3pPr>
            <a:lvl4pPr>
              <a:defRPr sz="1500" b="0">
                <a:solidFill>
                  <a:srgbClr val="225B92"/>
                </a:solidFill>
                <a:latin typeface="Noto Sans JP"/>
                <a:ea typeface="Noto Sans JP"/>
                <a:cs typeface="Noto Sans JP"/>
              </a:defRPr>
            </a:lvl4pPr>
            <a:lvl5pPr>
              <a:defRPr sz="1500" b="0">
                <a:solidFill>
                  <a:srgbClr val="225B92"/>
                </a:solidFill>
                <a:latin typeface="Noto Sans JP"/>
                <a:ea typeface="Noto Sans JP"/>
                <a:cs typeface="Noto Sans JP"/>
              </a:defRPr>
            </a:lvl5pPr>
            <a:lvl6pPr>
              <a:defRPr sz="1500" b="0">
                <a:solidFill>
                  <a:srgbClr val="225B92"/>
                </a:solidFill>
                <a:latin typeface="Noto Sans JP"/>
                <a:ea typeface="Noto Sans JP"/>
                <a:cs typeface="Noto Sans JP"/>
              </a:defRPr>
            </a:lvl6pPr>
            <a:lvl7pPr>
              <a:defRPr sz="1500" b="0">
                <a:solidFill>
                  <a:srgbClr val="225B92"/>
                </a:solidFill>
                <a:latin typeface="Noto Sans JP"/>
                <a:ea typeface="Noto Sans JP"/>
                <a:cs typeface="Noto Sans JP"/>
              </a:defRPr>
            </a:lvl7pPr>
            <a:lvl8pPr>
              <a:defRPr sz="1500" b="0">
                <a:solidFill>
                  <a:srgbClr val="225B92"/>
                </a:solidFill>
                <a:latin typeface="Noto Sans JP"/>
                <a:ea typeface="Noto Sans JP"/>
                <a:cs typeface="Noto Sans JP"/>
              </a:defRPr>
            </a:lvl8pPr>
            <a:lvl9pPr>
              <a:defRPr sz="1500" b="0">
                <a:solidFill>
                  <a:srgbClr val="225B92"/>
                </a:solidFill>
                <a:latin typeface="Noto Sans JP"/>
                <a:ea typeface="Noto Sans JP"/>
                <a:cs typeface="Noto Sans JP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225B92"/>
                </a:solidFill>
                <a:latin typeface="Noto Sans JP"/>
                <a:ea typeface="Noto Sans JP"/>
                <a:cs typeface="Noto Sans JP"/>
              </a:defRPr>
            </a:pPr>
            <a:r>
              <a:rPr sz="1500" b="0">
                <a:solidFill>
                  <a:srgbClr val="225B92"/>
                </a:solidFill>
                <a:latin typeface="Noto Sans JP"/>
                <a:ea typeface="Noto Sans JP"/>
                <a:cs typeface="Noto Sans JP"/>
                <a:hlinkClick xmlns:r="http://schemas.openxmlformats.org/officeDocument/2006/relationships" r:id="R6e8c8e3cf5494f9f"/>
              </a:rPr>
              <a:t>S16</a:t>
            </a:r>
          </a:p>
        </p:txBody>
      </p:sp>
      <p:sp>
        <p:nvSpPr>
          <p:cNvPr id="12" name="source-S20">
            <a:extLst xmlns:a="http://schemas.openxmlformats.org/drawingml/2006/main">
              <a:ext uri="{FF2B5EF4-FFF2-40B4-BE49-F238E27FC236}">
                <a16:creationId xmlns:a16="http://schemas.microsoft.com/office/drawing/2014/main" id="{83164AFA-D9C9-4D44-8DF7-2756D69133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9172575"/>
            <a:ext cx="9048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500" b="0">
                <a:solidFill>
                  <a:srgbClr val="225B92"/>
                </a:solidFill>
                <a:latin typeface="Noto Sans JP"/>
                <a:ea typeface="Noto Sans JP"/>
                <a:cs typeface="Noto Sans JP"/>
              </a:defRPr>
            </a:defPPr>
            <a:lvl1pPr>
              <a:defRPr sz="1500" b="0">
                <a:solidFill>
                  <a:srgbClr val="225B92"/>
                </a:solidFill>
                <a:latin typeface="Noto Sans JP"/>
                <a:ea typeface="Noto Sans JP"/>
                <a:cs typeface="Noto Sans JP"/>
              </a:defRPr>
            </a:lvl1pPr>
            <a:lvl2pPr>
              <a:defRPr sz="1500" b="0">
                <a:solidFill>
                  <a:srgbClr val="225B92"/>
                </a:solidFill>
                <a:latin typeface="Noto Sans JP"/>
                <a:ea typeface="Noto Sans JP"/>
                <a:cs typeface="Noto Sans JP"/>
              </a:defRPr>
            </a:lvl2pPr>
            <a:lvl3pPr>
              <a:defRPr sz="1500" b="0">
                <a:solidFill>
                  <a:srgbClr val="225B92"/>
                </a:solidFill>
                <a:latin typeface="Noto Sans JP"/>
                <a:ea typeface="Noto Sans JP"/>
                <a:cs typeface="Noto Sans JP"/>
              </a:defRPr>
            </a:lvl3pPr>
            <a:lvl4pPr>
              <a:defRPr sz="1500" b="0">
                <a:solidFill>
                  <a:srgbClr val="225B92"/>
                </a:solidFill>
                <a:latin typeface="Noto Sans JP"/>
                <a:ea typeface="Noto Sans JP"/>
                <a:cs typeface="Noto Sans JP"/>
              </a:defRPr>
            </a:lvl4pPr>
            <a:lvl5pPr>
              <a:defRPr sz="1500" b="0">
                <a:solidFill>
                  <a:srgbClr val="225B92"/>
                </a:solidFill>
                <a:latin typeface="Noto Sans JP"/>
                <a:ea typeface="Noto Sans JP"/>
                <a:cs typeface="Noto Sans JP"/>
              </a:defRPr>
            </a:lvl5pPr>
            <a:lvl6pPr>
              <a:defRPr sz="1500" b="0">
                <a:solidFill>
                  <a:srgbClr val="225B92"/>
                </a:solidFill>
                <a:latin typeface="Noto Sans JP"/>
                <a:ea typeface="Noto Sans JP"/>
                <a:cs typeface="Noto Sans JP"/>
              </a:defRPr>
            </a:lvl6pPr>
            <a:lvl7pPr>
              <a:defRPr sz="1500" b="0">
                <a:solidFill>
                  <a:srgbClr val="225B92"/>
                </a:solidFill>
                <a:latin typeface="Noto Sans JP"/>
                <a:ea typeface="Noto Sans JP"/>
                <a:cs typeface="Noto Sans JP"/>
              </a:defRPr>
            </a:lvl7pPr>
            <a:lvl8pPr>
              <a:defRPr sz="1500" b="0">
                <a:solidFill>
                  <a:srgbClr val="225B92"/>
                </a:solidFill>
                <a:latin typeface="Noto Sans JP"/>
                <a:ea typeface="Noto Sans JP"/>
                <a:cs typeface="Noto Sans JP"/>
              </a:defRPr>
            </a:lvl8pPr>
            <a:lvl9pPr>
              <a:defRPr sz="1500" b="0">
                <a:solidFill>
                  <a:srgbClr val="225B92"/>
                </a:solidFill>
                <a:latin typeface="Noto Sans JP"/>
                <a:ea typeface="Noto Sans JP"/>
                <a:cs typeface="Noto Sans JP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225B92"/>
                </a:solidFill>
                <a:latin typeface="Noto Sans JP"/>
                <a:ea typeface="Noto Sans JP"/>
                <a:cs typeface="Noto Sans JP"/>
              </a:defRPr>
            </a:pPr>
            <a:r>
              <a:rPr sz="1500" b="0">
                <a:solidFill>
                  <a:srgbClr val="225B92"/>
                </a:solidFill>
                <a:latin typeface="Noto Sans JP"/>
                <a:ea typeface="Noto Sans JP"/>
                <a:cs typeface="Noto Sans JP"/>
                <a:hlinkClick xmlns:r="http://schemas.openxmlformats.org/officeDocument/2006/relationships" r:id="R6c77cd78292f476c"/>
              </a:rPr>
              <a:t>S20</a:t>
            </a:r>
          </a:p>
        </p:txBody>
      </p:sp>
      <p:sp>
        <p:nvSpPr>
          <p:cNvPr id="13" name="source-S28">
            <a:extLst xmlns:a="http://schemas.openxmlformats.org/drawingml/2006/main">
              <a:ext uri="{FF2B5EF4-FFF2-40B4-BE49-F238E27FC236}">
                <a16:creationId xmlns:a16="http://schemas.microsoft.com/office/drawing/2014/main" id="{7C28C234-1ADB-4B06-A25F-6F7C30AF63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81925" y="9172575"/>
            <a:ext cx="9048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500" b="0">
                <a:solidFill>
                  <a:srgbClr val="225B92"/>
                </a:solidFill>
                <a:latin typeface="Noto Sans JP"/>
                <a:ea typeface="Noto Sans JP"/>
                <a:cs typeface="Noto Sans JP"/>
              </a:defRPr>
            </a:defPPr>
            <a:lvl1pPr>
              <a:defRPr sz="1500" b="0">
                <a:solidFill>
                  <a:srgbClr val="225B92"/>
                </a:solidFill>
                <a:latin typeface="Noto Sans JP"/>
                <a:ea typeface="Noto Sans JP"/>
                <a:cs typeface="Noto Sans JP"/>
              </a:defRPr>
            </a:lvl1pPr>
            <a:lvl2pPr>
              <a:defRPr sz="1500" b="0">
                <a:solidFill>
                  <a:srgbClr val="225B92"/>
                </a:solidFill>
                <a:latin typeface="Noto Sans JP"/>
                <a:ea typeface="Noto Sans JP"/>
                <a:cs typeface="Noto Sans JP"/>
              </a:defRPr>
            </a:lvl2pPr>
            <a:lvl3pPr>
              <a:defRPr sz="1500" b="0">
                <a:solidFill>
                  <a:srgbClr val="225B92"/>
                </a:solidFill>
                <a:latin typeface="Noto Sans JP"/>
                <a:ea typeface="Noto Sans JP"/>
                <a:cs typeface="Noto Sans JP"/>
              </a:defRPr>
            </a:lvl3pPr>
            <a:lvl4pPr>
              <a:defRPr sz="1500" b="0">
                <a:solidFill>
                  <a:srgbClr val="225B92"/>
                </a:solidFill>
                <a:latin typeface="Noto Sans JP"/>
                <a:ea typeface="Noto Sans JP"/>
                <a:cs typeface="Noto Sans JP"/>
              </a:defRPr>
            </a:lvl4pPr>
            <a:lvl5pPr>
              <a:defRPr sz="1500" b="0">
                <a:solidFill>
                  <a:srgbClr val="225B92"/>
                </a:solidFill>
                <a:latin typeface="Noto Sans JP"/>
                <a:ea typeface="Noto Sans JP"/>
                <a:cs typeface="Noto Sans JP"/>
              </a:defRPr>
            </a:lvl5pPr>
            <a:lvl6pPr>
              <a:defRPr sz="1500" b="0">
                <a:solidFill>
                  <a:srgbClr val="225B92"/>
                </a:solidFill>
                <a:latin typeface="Noto Sans JP"/>
                <a:ea typeface="Noto Sans JP"/>
                <a:cs typeface="Noto Sans JP"/>
              </a:defRPr>
            </a:lvl6pPr>
            <a:lvl7pPr>
              <a:defRPr sz="1500" b="0">
                <a:solidFill>
                  <a:srgbClr val="225B92"/>
                </a:solidFill>
                <a:latin typeface="Noto Sans JP"/>
                <a:ea typeface="Noto Sans JP"/>
                <a:cs typeface="Noto Sans JP"/>
              </a:defRPr>
            </a:lvl7pPr>
            <a:lvl8pPr>
              <a:defRPr sz="1500" b="0">
                <a:solidFill>
                  <a:srgbClr val="225B92"/>
                </a:solidFill>
                <a:latin typeface="Noto Sans JP"/>
                <a:ea typeface="Noto Sans JP"/>
                <a:cs typeface="Noto Sans JP"/>
              </a:defRPr>
            </a:lvl8pPr>
            <a:lvl9pPr>
              <a:defRPr sz="1500" b="0">
                <a:solidFill>
                  <a:srgbClr val="225B92"/>
                </a:solidFill>
                <a:latin typeface="Noto Sans JP"/>
                <a:ea typeface="Noto Sans JP"/>
                <a:cs typeface="Noto Sans JP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225B92"/>
                </a:solidFill>
                <a:latin typeface="Noto Sans JP"/>
                <a:ea typeface="Noto Sans JP"/>
                <a:cs typeface="Noto Sans JP"/>
              </a:defRPr>
            </a:pPr>
            <a:r>
              <a:rPr sz="1500" b="0">
                <a:solidFill>
                  <a:srgbClr val="225B92"/>
                </a:solidFill>
                <a:latin typeface="Noto Sans JP"/>
                <a:ea typeface="Noto Sans JP"/>
                <a:cs typeface="Noto Sans JP"/>
                <a:hlinkClick xmlns:r="http://schemas.openxmlformats.org/officeDocument/2006/relationships" r:id="R96019e4bdbcf40f6"/>
              </a:rPr>
              <a:t>S28</a:t>
            </a:r>
          </a:p>
        </p:txBody>
      </p:sp>
    </p:spTree>
    <p:extLst>
      <p:ext uri="{BB962C8B-B14F-4D97-AF65-F5344CB8AC3E}">
        <p14:creationId xmlns:p14="http://schemas.microsoft.com/office/powerpoint/2010/main" val="1855297925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title">
            <a:extLst xmlns:a="http://schemas.openxmlformats.org/drawingml/2006/main">
              <a:ext uri="{FF2B5EF4-FFF2-40B4-BE49-F238E27FC236}">
                <a16:creationId xmlns:a16="http://schemas.microsoft.com/office/drawing/2014/main" id="{8BD49DAB-9E8B-4253-B728-30E3D0DF5D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57200"/>
            <a:ext cx="16764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3375" b="1">
                <a:solidFill>
                  <a:srgbClr val="18354C"/>
                </a:solidFill>
                <a:latin typeface="Noto Sans JP"/>
                <a:ea typeface="Noto Sans JP"/>
                <a:cs typeface="Noto Sans JP"/>
              </a:defRPr>
            </a:defPPr>
            <a:lvl1pPr>
              <a:defRPr sz="3375" b="1">
                <a:solidFill>
                  <a:srgbClr val="18354C"/>
                </a:solidFill>
                <a:latin typeface="Noto Sans JP"/>
                <a:ea typeface="Noto Sans JP"/>
                <a:cs typeface="Noto Sans JP"/>
              </a:defRPr>
            </a:lvl1pPr>
            <a:lvl2pPr>
              <a:defRPr sz="3375" b="1">
                <a:solidFill>
                  <a:srgbClr val="18354C"/>
                </a:solidFill>
                <a:latin typeface="Noto Sans JP"/>
                <a:ea typeface="Noto Sans JP"/>
                <a:cs typeface="Noto Sans JP"/>
              </a:defRPr>
            </a:lvl2pPr>
            <a:lvl3pPr>
              <a:defRPr sz="3375" b="1">
                <a:solidFill>
                  <a:srgbClr val="18354C"/>
                </a:solidFill>
                <a:latin typeface="Noto Sans JP"/>
                <a:ea typeface="Noto Sans JP"/>
                <a:cs typeface="Noto Sans JP"/>
              </a:defRPr>
            </a:lvl3pPr>
            <a:lvl4pPr>
              <a:defRPr sz="3375" b="1">
                <a:solidFill>
                  <a:srgbClr val="18354C"/>
                </a:solidFill>
                <a:latin typeface="Noto Sans JP"/>
                <a:ea typeface="Noto Sans JP"/>
                <a:cs typeface="Noto Sans JP"/>
              </a:defRPr>
            </a:lvl4pPr>
            <a:lvl5pPr>
              <a:defRPr sz="3375" b="1">
                <a:solidFill>
                  <a:srgbClr val="18354C"/>
                </a:solidFill>
                <a:latin typeface="Noto Sans JP"/>
                <a:ea typeface="Noto Sans JP"/>
                <a:cs typeface="Noto Sans JP"/>
              </a:defRPr>
            </a:lvl5pPr>
            <a:lvl6pPr>
              <a:defRPr sz="3375" b="1">
                <a:solidFill>
                  <a:srgbClr val="18354C"/>
                </a:solidFill>
                <a:latin typeface="Noto Sans JP"/>
                <a:ea typeface="Noto Sans JP"/>
                <a:cs typeface="Noto Sans JP"/>
              </a:defRPr>
            </a:lvl6pPr>
            <a:lvl7pPr>
              <a:defRPr sz="3375" b="1">
                <a:solidFill>
                  <a:srgbClr val="18354C"/>
                </a:solidFill>
                <a:latin typeface="Noto Sans JP"/>
                <a:ea typeface="Noto Sans JP"/>
                <a:cs typeface="Noto Sans JP"/>
              </a:defRPr>
            </a:lvl7pPr>
            <a:lvl8pPr>
              <a:defRPr sz="3375" b="1">
                <a:solidFill>
                  <a:srgbClr val="18354C"/>
                </a:solidFill>
                <a:latin typeface="Noto Sans JP"/>
                <a:ea typeface="Noto Sans JP"/>
                <a:cs typeface="Noto Sans JP"/>
              </a:defRPr>
            </a:lvl8pPr>
            <a:lvl9pPr>
              <a:defRPr sz="3375" b="1">
                <a:solidFill>
                  <a:srgbClr val="18354C"/>
                </a:solidFill>
                <a:latin typeface="Noto Sans JP"/>
                <a:ea typeface="Noto Sans JP"/>
                <a:cs typeface="Noto Sans JP"/>
              </a:defRPr>
            </a:lvl9pPr>
          </a:lstStyle>
          <a:p xmlns:a="http://schemas.openxmlformats.org/drawingml/2006/main">
            <a:pPr>
              <a:defRPr sz="3375" b="1">
                <a:solidFill>
                  <a:srgbClr val="18354C"/>
                </a:solidFill>
                <a:latin typeface="Noto Sans JP"/>
                <a:ea typeface="Noto Sans JP"/>
                <a:cs typeface="Noto Sans JP"/>
              </a:defRPr>
            </a:pPr>
            <a:r>
              <a:rPr sz="3375" b="1">
                <a:solidFill>
                  <a:srgbClr val="18354C"/>
                </a:solidFill>
                <a:latin typeface="Noto Sans JP"/>
                <a:ea typeface="Noto Sans JP"/>
                <a:cs typeface="Noto Sans JP"/>
              </a:rPr>
              <a:t>生産準備では 案づくりの対象が異なる</a:t>
            </a:r>
          </a:p>
        </p:txBody>
      </p:sp>
      <p:sp>
        <p:nvSpPr>
          <p:cNvPr id="2" name="context">
            <a:extLst xmlns:a="http://schemas.openxmlformats.org/drawingml/2006/main">
              <a:ext uri="{FF2B5EF4-FFF2-40B4-BE49-F238E27FC236}">
                <a16:creationId xmlns:a16="http://schemas.microsoft.com/office/drawing/2014/main" id="{AB2E3FB0-E62F-4C1B-A6CE-5A905B18E1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438275"/>
            <a:ext cx="167259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950" b="0">
                <a:solidFill>
                  <a:srgbClr val="64778A"/>
                </a:solidFill>
                <a:latin typeface="Noto Sans JP"/>
                <a:ea typeface="Noto Sans JP"/>
                <a:cs typeface="Noto Sans JP"/>
              </a:defRPr>
            </a:defPPr>
            <a:lvl1pPr>
              <a:defRPr sz="1950" b="0">
                <a:solidFill>
                  <a:srgbClr val="64778A"/>
                </a:solidFill>
                <a:latin typeface="Noto Sans JP"/>
                <a:ea typeface="Noto Sans JP"/>
                <a:cs typeface="Noto Sans JP"/>
              </a:defRPr>
            </a:lvl1pPr>
            <a:lvl2pPr>
              <a:defRPr sz="1950" b="0">
                <a:solidFill>
                  <a:srgbClr val="64778A"/>
                </a:solidFill>
                <a:latin typeface="Noto Sans JP"/>
                <a:ea typeface="Noto Sans JP"/>
                <a:cs typeface="Noto Sans JP"/>
              </a:defRPr>
            </a:lvl2pPr>
            <a:lvl3pPr>
              <a:defRPr sz="1950" b="0">
                <a:solidFill>
                  <a:srgbClr val="64778A"/>
                </a:solidFill>
                <a:latin typeface="Noto Sans JP"/>
                <a:ea typeface="Noto Sans JP"/>
                <a:cs typeface="Noto Sans JP"/>
              </a:defRPr>
            </a:lvl3pPr>
            <a:lvl4pPr>
              <a:defRPr sz="1950" b="0">
                <a:solidFill>
                  <a:srgbClr val="64778A"/>
                </a:solidFill>
                <a:latin typeface="Noto Sans JP"/>
                <a:ea typeface="Noto Sans JP"/>
                <a:cs typeface="Noto Sans JP"/>
              </a:defRPr>
            </a:lvl4pPr>
            <a:lvl5pPr>
              <a:defRPr sz="1950" b="0">
                <a:solidFill>
                  <a:srgbClr val="64778A"/>
                </a:solidFill>
                <a:latin typeface="Noto Sans JP"/>
                <a:ea typeface="Noto Sans JP"/>
                <a:cs typeface="Noto Sans JP"/>
              </a:defRPr>
            </a:lvl5pPr>
            <a:lvl6pPr>
              <a:defRPr sz="1950" b="0">
                <a:solidFill>
                  <a:srgbClr val="64778A"/>
                </a:solidFill>
                <a:latin typeface="Noto Sans JP"/>
                <a:ea typeface="Noto Sans JP"/>
                <a:cs typeface="Noto Sans JP"/>
              </a:defRPr>
            </a:lvl6pPr>
            <a:lvl7pPr>
              <a:defRPr sz="1950" b="0">
                <a:solidFill>
                  <a:srgbClr val="64778A"/>
                </a:solidFill>
                <a:latin typeface="Noto Sans JP"/>
                <a:ea typeface="Noto Sans JP"/>
                <a:cs typeface="Noto Sans JP"/>
              </a:defRPr>
            </a:lvl7pPr>
            <a:lvl8pPr>
              <a:defRPr sz="1950" b="0">
                <a:solidFill>
                  <a:srgbClr val="64778A"/>
                </a:solidFill>
                <a:latin typeface="Noto Sans JP"/>
                <a:ea typeface="Noto Sans JP"/>
                <a:cs typeface="Noto Sans JP"/>
              </a:defRPr>
            </a:lvl8pPr>
            <a:lvl9pPr>
              <a:defRPr sz="1950" b="0">
                <a:solidFill>
                  <a:srgbClr val="64778A"/>
                </a:solidFill>
                <a:latin typeface="Noto Sans JP"/>
                <a:ea typeface="Noto Sans JP"/>
                <a:cs typeface="Noto Sans JP"/>
              </a:defRPr>
            </a:lvl9pPr>
          </a:lstStyle>
          <a:p xmlns:a="http://schemas.openxmlformats.org/drawingml/2006/main">
            <a:pPr>
              <a:defRPr sz="1950" b="0">
                <a:solidFill>
                  <a:srgbClr val="64778A"/>
                </a:solidFill>
                <a:latin typeface="Noto Sans JP"/>
                <a:ea typeface="Noto Sans JP"/>
                <a:cs typeface="Noto Sans JP"/>
              </a:defRPr>
            </a:pPr>
            <a:r>
              <a:rPr sz="1950" b="0">
                <a:solidFill>
                  <a:srgbClr val="64778A"/>
                </a:solidFill>
                <a:latin typeface="Noto Sans JP"/>
                <a:ea typeface="Noto Sans JP"/>
                <a:cs typeface="Noto Sans JP"/>
              </a:rPr>
              <a:t>経験に頼る準備を減らすというニーズに対し、図面検索、工程予測、経路生成が使われています。</a:t>
            </a:r>
          </a:p>
        </p:txBody>
      </p:sp>
      <p:graphicFrame>
        <p:nvGraphicFrame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318E425-6AD8-471F-82E6-A14FD01CF5DD}"/>
              </a:ext>
            </a:extLst>
          </p:cNvPr>
          <p:cNvGraphicFramePr/>
          <p:nvPr/>
        </p:nvGraphicFramePr>
        <p:xfrm>
          <a:off xmlns:a="http://schemas.openxmlformats.org/drawingml/2006/main" x="762000" y="2428875"/>
          <a:ext xmlns:a="http://schemas.openxmlformats.org/drawingml/2006/main" cx="16764000" cy="59055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333750"/>
                <a:gridCol w="4000500"/>
                <a:gridCol w="4667250"/>
                <a:gridCol w="4762500"/>
              </a:tblGrid>
              <a:tr h="762000">
                <a:tc>
                  <a:txBody>
                    <a:bodyPr wrap="square" lIns="114300" tIns="114300" rIns="114300" bIns="114300">
                      <a:noAutofit/>
                    </a:bodyPr>
                    <a:lstStyle/>
                    <a:p>
                      <a:r>
                        <a:rPr sz="2325" b="1">
                          <a:solidFill>
                            <a:srgbClr val="FFFFFF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対象の仕事</a:t>
                      </a:r>
                    </a:p>
                  </a:txBody>
                  <a:tcPr marL="91440" marR="91440" marT="45720" marB="45720" anchor="t">
                    <a:lnL w="9525">
                      <a:solidFill>
                        <a:srgbClr val="D4DEE7"/>
                      </a:solidFill>
                      <a:prstDash val="solid"/>
                    </a:lnL>
                    <a:lnR w="9525">
                      <a:solidFill>
                        <a:srgbClr val="D4DEE7"/>
                      </a:solidFill>
                      <a:prstDash val="solid"/>
                    </a:lnR>
                    <a:lnT w="9525">
                      <a:solidFill>
                        <a:srgbClr val="D4DEE7"/>
                      </a:solidFill>
                      <a:prstDash val="solid"/>
                    </a:lnT>
                    <a:lnB w="9525">
                      <a:solidFill>
                        <a:srgbClr val="D4DEE7"/>
                      </a:solidFill>
                      <a:prstDash val="solid"/>
                    </a:lnB>
                    <a:solidFill>
                      <a:srgbClr val="244B63"/>
                    </a:solidFill>
                  </a:tcPr>
                </a:tc>
                <a:tc>
                  <a:txBody>
                    <a:bodyPr wrap="square" lIns="114300" tIns="114300" rIns="114300" bIns="114300">
                      <a:noAutofit/>
                    </a:bodyPr>
                    <a:lstStyle/>
                    <a:p>
                      <a:r>
                        <a:rPr sz="2325" b="1">
                          <a:solidFill>
                            <a:srgbClr val="FFFFFF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使う情報</a:t>
                      </a:r>
                    </a:p>
                  </a:txBody>
                  <a:tcPr marL="91440" marR="91440" marT="45720" marB="45720" anchor="t">
                    <a:lnR w="9525">
                      <a:solidFill>
                        <a:srgbClr val="D4DEE7"/>
                      </a:solidFill>
                      <a:prstDash val="solid"/>
                    </a:lnR>
                    <a:lnT w="9525">
                      <a:solidFill>
                        <a:srgbClr val="D4DEE7"/>
                      </a:solidFill>
                      <a:prstDash val="solid"/>
                    </a:lnT>
                    <a:lnB w="9525">
                      <a:solidFill>
                        <a:srgbClr val="D4DEE7"/>
                      </a:solidFill>
                      <a:prstDash val="solid"/>
                    </a:lnB>
                    <a:solidFill>
                      <a:srgbClr val="244B63"/>
                    </a:solidFill>
                  </a:tcPr>
                </a:tc>
                <a:tc>
                  <a:txBody>
                    <a:bodyPr wrap="square" lIns="114300" tIns="114300" rIns="114300" bIns="114300">
                      <a:noAutofit/>
                    </a:bodyPr>
                    <a:lstStyle/>
                    <a:p>
                      <a:r>
                        <a:rPr sz="2325" b="1">
                          <a:solidFill>
                            <a:srgbClr val="FFFFFF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AIが助ける部分</a:t>
                      </a:r>
                    </a:p>
                  </a:txBody>
                  <a:tcPr marL="91440" marR="91440" marT="45720" marB="45720" anchor="t">
                    <a:lnR w="9525">
                      <a:solidFill>
                        <a:srgbClr val="D4DEE7"/>
                      </a:solidFill>
                      <a:prstDash val="solid"/>
                    </a:lnR>
                    <a:lnT w="9525">
                      <a:solidFill>
                        <a:srgbClr val="D4DEE7"/>
                      </a:solidFill>
                      <a:prstDash val="solid"/>
                    </a:lnT>
                    <a:lnB w="9525">
                      <a:solidFill>
                        <a:srgbClr val="D4DEE7"/>
                      </a:solidFill>
                      <a:prstDash val="solid"/>
                    </a:lnB>
                    <a:solidFill>
                      <a:srgbClr val="244B63"/>
                    </a:solidFill>
                  </a:tcPr>
                </a:tc>
                <a:tc>
                  <a:txBody>
                    <a:bodyPr wrap="square" lIns="114300" tIns="114300" rIns="114300" bIns="114300">
                      <a:noAutofit/>
                    </a:bodyPr>
                    <a:lstStyle/>
                    <a:p>
                      <a:r>
                        <a:rPr sz="2325" b="1">
                          <a:solidFill>
                            <a:srgbClr val="FFFFFF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人が確かめること</a:t>
                      </a:r>
                    </a:p>
                  </a:txBody>
                  <a:tcPr marL="91440" marR="91440" marT="45720" marB="45720" anchor="t">
                    <a:lnR w="9525">
                      <a:solidFill>
                        <a:srgbClr val="D4DEE7"/>
                      </a:solidFill>
                      <a:prstDash val="solid"/>
                    </a:lnR>
                    <a:lnT w="9525">
                      <a:solidFill>
                        <a:srgbClr val="D4DEE7"/>
                      </a:solidFill>
                      <a:prstDash val="solid"/>
                    </a:lnT>
                    <a:lnB w="9525">
                      <a:solidFill>
                        <a:srgbClr val="D4DEE7"/>
                      </a:solidFill>
                      <a:prstDash val="solid"/>
                    </a:lnB>
                    <a:solidFill>
                      <a:srgbClr val="244B63"/>
                    </a:solidFill>
                  </a:tcPr>
                </a:tc>
              </a:tr>
              <a:tr h="1714500">
                <a:tc>
                  <a:txBody>
                    <a:bodyPr wrap="square" lIns="114300" tIns="114300" rIns="114300" bIns="114300">
                      <a:noAutofit/>
                    </a:bodyPr>
                    <a:lstStyle/>
                    <a:p>
                      <a:r>
                        <a:rPr sz="2250" b="1">
                          <a:solidFill>
                            <a:srgbClr val="18354C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見積を作る</a:t>
                      </a:r>
                    </a:p>
                    <a:p>
                      <a:r>
                        <a:rPr sz="2250" b="1">
                          <a:solidFill>
                            <a:srgbClr val="18354C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匠フォース [S01]</a:t>
                      </a:r>
                    </a:p>
                  </a:txBody>
                  <a:tcPr marL="91440" marR="91440" marT="45720" marB="45720" anchor="t">
                    <a:lnL w="9525">
                      <a:solidFill>
                        <a:srgbClr val="D4DEE7"/>
                      </a:solidFill>
                      <a:prstDash val="solid"/>
                    </a:lnL>
                    <a:lnR w="9525">
                      <a:solidFill>
                        <a:srgbClr val="D4DEE7"/>
                      </a:solidFill>
                      <a:prstDash val="solid"/>
                    </a:lnR>
                    <a:lnB w="9525">
                      <a:solidFill>
                        <a:srgbClr val="D4DEE7"/>
                      </a:solidFill>
                      <a:prstDash val="solid"/>
                    </a:lnB>
                    <a:solidFill>
                      <a:srgbClr val="EEF3F8"/>
                    </a:solidFill>
                  </a:tcPr>
                </a:tc>
                <a:tc>
                  <a:txBody>
                    <a:bodyPr wrap="square" lIns="114300" tIns="114300" rIns="114300" bIns="114300">
                      <a:noAutofit/>
                    </a:bodyPr>
                    <a:lstStyle/>
                    <a:p>
                      <a:r>
                        <a:rPr sz="2250" b="0">
                          <a:solidFill>
                            <a:srgbClr val="18354C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図面、類似案件、原価</a:t>
                      </a:r>
                    </a:p>
                  </a:txBody>
                  <a:tcPr marL="91440" marR="91440" marT="45720" marB="45720" anchor="t">
                    <a:lnR w="9525">
                      <a:solidFill>
                        <a:srgbClr val="D4DEE7"/>
                      </a:solidFill>
                      <a:prstDash val="solid"/>
                    </a:lnR>
                    <a:lnB w="9525">
                      <a:solidFill>
                        <a:srgbClr val="D4DEE7"/>
                      </a:solidFill>
                      <a:prstDash val="solid"/>
                    </a:lnB>
                    <a:solidFill>
                      <a:srgbClr val="EEF3F8"/>
                    </a:solidFill>
                  </a:tcPr>
                </a:tc>
                <a:tc>
                  <a:txBody>
                    <a:bodyPr wrap="square" lIns="114300" tIns="114300" rIns="114300" bIns="114300">
                      <a:noAutofit/>
                    </a:bodyPr>
                    <a:lstStyle/>
                    <a:p>
                      <a:r>
                        <a:rPr sz="2250" b="0">
                          <a:solidFill>
                            <a:srgbClr val="18354C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材料費・加工費等から</a:t>
                      </a:r>
                    </a:p>
                    <a:p>
                      <a:r>
                        <a:rPr sz="2250" b="0">
                          <a:solidFill>
                            <a:srgbClr val="18354C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見積書案を作る</a:t>
                      </a:r>
                    </a:p>
                  </a:txBody>
                  <a:tcPr marL="91440" marR="91440" marT="45720" marB="45720" anchor="t">
                    <a:lnR w="9525">
                      <a:solidFill>
                        <a:srgbClr val="D4DEE7"/>
                      </a:solidFill>
                      <a:prstDash val="solid"/>
                    </a:lnR>
                    <a:lnB w="9525">
                      <a:solidFill>
                        <a:srgbClr val="D4DEE7"/>
                      </a:solidFill>
                      <a:prstDash val="solid"/>
                    </a:lnB>
                    <a:solidFill>
                      <a:srgbClr val="EEF3F8"/>
                    </a:solidFill>
                  </a:tcPr>
                </a:tc>
                <a:tc>
                  <a:txBody>
                    <a:bodyPr wrap="square" lIns="114300" tIns="114300" rIns="114300" bIns="114300">
                      <a:noAutofit/>
                    </a:bodyPr>
                    <a:lstStyle/>
                    <a:p>
                      <a:r>
                        <a:rPr sz="2250" b="0">
                          <a:solidFill>
                            <a:srgbClr val="18354C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計算の根拠、修正、</a:t>
                      </a:r>
                    </a:p>
                    <a:p>
                      <a:r>
                        <a:rPr sz="2250" b="0">
                          <a:solidFill>
                            <a:srgbClr val="18354C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承認と社外への送信</a:t>
                      </a:r>
                    </a:p>
                  </a:txBody>
                  <a:tcPr marL="91440" marR="91440" marT="45720" marB="45720" anchor="t">
                    <a:lnR w="9525">
                      <a:solidFill>
                        <a:srgbClr val="D4DEE7"/>
                      </a:solidFill>
                      <a:prstDash val="solid"/>
                    </a:lnR>
                    <a:lnB w="9525">
                      <a:solidFill>
                        <a:srgbClr val="D4DEE7"/>
                      </a:solidFill>
                      <a:prstDash val="solid"/>
                    </a:lnB>
                    <a:solidFill>
                      <a:srgbClr val="EEF3F8"/>
                    </a:solidFill>
                  </a:tcPr>
                </a:tc>
              </a:tr>
              <a:tr h="1714500">
                <a:tc>
                  <a:txBody>
                    <a:bodyPr wrap="square" lIns="114300" tIns="114300" rIns="114300" bIns="114300">
                      <a:noAutofit/>
                    </a:bodyPr>
                    <a:lstStyle/>
                    <a:p>
                      <a:r>
                        <a:rPr sz="2250" b="1">
                          <a:solidFill>
                            <a:srgbClr val="18354C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工程を考える</a:t>
                      </a:r>
                    </a:p>
                    <a:p>
                      <a:r>
                        <a:rPr sz="2250" b="1">
                          <a:solidFill>
                            <a:srgbClr val="18354C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ProPlanAI [S02]</a:t>
                      </a:r>
                    </a:p>
                  </a:txBody>
                  <a:tcPr marL="91440" marR="91440" marT="45720" marB="45720" anchor="t">
                    <a:lnL w="9525">
                      <a:solidFill>
                        <a:srgbClr val="D4DEE7"/>
                      </a:solidFill>
                      <a:prstDash val="solid"/>
                    </a:lnL>
                    <a:lnR w="9525">
                      <a:solidFill>
                        <a:srgbClr val="D4DEE7"/>
                      </a:solidFill>
                      <a:prstDash val="solid"/>
                    </a:lnR>
                    <a:lnB w="9525">
                      <a:solidFill>
                        <a:srgbClr val="D4DE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114300" tIns="114300" rIns="114300" bIns="114300">
                      <a:noAutofit/>
                    </a:bodyPr>
                    <a:lstStyle/>
                    <a:p>
                      <a:r>
                        <a:rPr sz="2250" b="0">
                          <a:solidFill>
                            <a:srgbClr val="18354C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形状特徴、過去ジョブ</a:t>
                      </a:r>
                    </a:p>
                  </a:txBody>
                  <a:tcPr marL="91440" marR="91440" marT="45720" marB="45720" anchor="t">
                    <a:lnR w="9525">
                      <a:solidFill>
                        <a:srgbClr val="D4DEE7"/>
                      </a:solidFill>
                      <a:prstDash val="solid"/>
                    </a:lnR>
                    <a:lnB w="9525">
                      <a:solidFill>
                        <a:srgbClr val="D4DE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114300" tIns="114300" rIns="114300" bIns="114300">
                      <a:noAutofit/>
                    </a:bodyPr>
                    <a:lstStyle/>
                    <a:p>
                      <a:r>
                        <a:rPr sz="2250" b="0">
                          <a:solidFill>
                            <a:srgbClr val="18354C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新部品の加工工程を</a:t>
                      </a:r>
                    </a:p>
                    <a:p>
                      <a:r>
                        <a:rPr sz="2250" b="0">
                          <a:solidFill>
                            <a:srgbClr val="18354C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予測する</a:t>
                      </a:r>
                    </a:p>
                  </a:txBody>
                  <a:tcPr marL="91440" marR="91440" marT="45720" marB="45720" anchor="t">
                    <a:lnR w="9525">
                      <a:solidFill>
                        <a:srgbClr val="D4DEE7"/>
                      </a:solidFill>
                      <a:prstDash val="solid"/>
                    </a:lnR>
                    <a:lnB w="9525">
                      <a:solidFill>
                        <a:srgbClr val="D4DE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114300" tIns="114300" rIns="114300" bIns="114300">
                      <a:noAutofit/>
                    </a:bodyPr>
                    <a:lstStyle/>
                    <a:p>
                      <a:r>
                        <a:rPr sz="2250" b="0">
                          <a:solidFill>
                            <a:srgbClr val="18354C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データの準備、工程の採用、</a:t>
                      </a:r>
                    </a:p>
                    <a:p>
                      <a:r>
                        <a:rPr sz="2250" b="0">
                          <a:solidFill>
                            <a:srgbClr val="18354C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最終NCへの反映</a:t>
                      </a:r>
                    </a:p>
                  </a:txBody>
                  <a:tcPr marL="91440" marR="91440" marT="45720" marB="45720" anchor="t">
                    <a:lnR w="9525">
                      <a:solidFill>
                        <a:srgbClr val="D4DEE7"/>
                      </a:solidFill>
                      <a:prstDash val="solid"/>
                    </a:lnR>
                    <a:lnB w="9525">
                      <a:solidFill>
                        <a:srgbClr val="D4DE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1714500">
                <a:tc>
                  <a:txBody>
                    <a:bodyPr wrap="square" lIns="114300" tIns="114300" rIns="114300" bIns="114300">
                      <a:noAutofit/>
                    </a:bodyPr>
                    <a:lstStyle/>
                    <a:p>
                      <a:r>
                        <a:rPr sz="2250" b="1">
                          <a:solidFill>
                            <a:srgbClr val="18354C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加工経路を作る</a:t>
                      </a:r>
                    </a:p>
                    <a:p>
                      <a:r>
                        <a:rPr sz="2250" b="1">
                          <a:solidFill>
                            <a:srgbClr val="18354C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CAMAssist [S03]</a:t>
                      </a:r>
                    </a:p>
                  </a:txBody>
                  <a:tcPr marL="91440" marR="91440" marT="45720" marB="45720" anchor="t">
                    <a:lnL w="9525">
                      <a:solidFill>
                        <a:srgbClr val="D4DEE7"/>
                      </a:solidFill>
                      <a:prstDash val="solid"/>
                    </a:lnL>
                    <a:lnR w="9525">
                      <a:solidFill>
                        <a:srgbClr val="D4DEE7"/>
                      </a:solidFill>
                      <a:prstDash val="solid"/>
                    </a:lnR>
                    <a:lnB w="9525">
                      <a:solidFill>
                        <a:srgbClr val="D4DEE7"/>
                      </a:solidFill>
                      <a:prstDash val="solid"/>
                    </a:lnB>
                    <a:solidFill>
                      <a:srgbClr val="EEF3F8"/>
                    </a:solidFill>
                  </a:tcPr>
                </a:tc>
                <a:tc>
                  <a:txBody>
                    <a:bodyPr wrap="square" lIns="114300" tIns="114300" rIns="114300" bIns="114300">
                      <a:noAutofit/>
                    </a:bodyPr>
                    <a:lstStyle/>
                    <a:p>
                      <a:r>
                        <a:rPr sz="2250" b="0">
                          <a:solidFill>
                            <a:srgbClr val="18354C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工具、材料、機械等の条件</a:t>
                      </a:r>
                    </a:p>
                  </a:txBody>
                  <a:tcPr marL="91440" marR="91440" marT="45720" marB="45720" anchor="t">
                    <a:lnR w="9525">
                      <a:solidFill>
                        <a:srgbClr val="D4DEE7"/>
                      </a:solidFill>
                      <a:prstDash val="solid"/>
                    </a:lnR>
                    <a:lnB w="9525">
                      <a:solidFill>
                        <a:srgbClr val="D4DEE7"/>
                      </a:solidFill>
                      <a:prstDash val="solid"/>
                    </a:lnB>
                    <a:solidFill>
                      <a:srgbClr val="EEF3F8"/>
                    </a:solidFill>
                  </a:tcPr>
                </a:tc>
                <a:tc>
                  <a:txBody>
                    <a:bodyPr wrap="square" lIns="114300" tIns="114300" rIns="114300" bIns="114300">
                      <a:noAutofit/>
                    </a:bodyPr>
                    <a:lstStyle/>
                    <a:p>
                      <a:r>
                        <a:rPr sz="2250" b="0">
                          <a:solidFill>
                            <a:srgbClr val="18354C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加工戦略・工具経路・</a:t>
                      </a:r>
                    </a:p>
                    <a:p>
                      <a:r>
                        <a:rPr sz="2250" b="0">
                          <a:solidFill>
                            <a:srgbClr val="18354C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条件の案を作る</a:t>
                      </a:r>
                    </a:p>
                  </a:txBody>
                  <a:tcPr marL="91440" marR="91440" marT="45720" marB="45720" anchor="t">
                    <a:lnR w="9525">
                      <a:solidFill>
                        <a:srgbClr val="D4DEE7"/>
                      </a:solidFill>
                      <a:prstDash val="solid"/>
                    </a:lnR>
                    <a:lnB w="9525">
                      <a:solidFill>
                        <a:srgbClr val="D4DEE7"/>
                      </a:solidFill>
                      <a:prstDash val="solid"/>
                    </a:lnB>
                    <a:solidFill>
                      <a:srgbClr val="EEF3F8"/>
                    </a:solidFill>
                  </a:tcPr>
                </a:tc>
                <a:tc>
                  <a:txBody>
                    <a:bodyPr wrap="square" lIns="114300" tIns="114300" rIns="114300" bIns="114300">
                      <a:noAutofit/>
                    </a:bodyPr>
                    <a:lstStyle/>
                    <a:p>
                      <a:r>
                        <a:rPr sz="2250" b="0">
                          <a:solidFill>
                            <a:srgbClr val="18354C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前提の設定、案の調整、</a:t>
                      </a:r>
                    </a:p>
                    <a:p>
                      <a:r>
                        <a:rPr sz="2250" b="0">
                          <a:solidFill>
                            <a:srgbClr val="18354C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加工検証</a:t>
                      </a:r>
                    </a:p>
                  </a:txBody>
                  <a:tcPr marL="91440" marR="91440" marT="45720" marB="45720" anchor="t">
                    <a:lnR w="9525">
                      <a:solidFill>
                        <a:srgbClr val="D4DEE7"/>
                      </a:solidFill>
                      <a:prstDash val="solid"/>
                    </a:lnR>
                    <a:lnB w="9525">
                      <a:solidFill>
                        <a:srgbClr val="D4DEE7"/>
                      </a:solidFill>
                      <a:prstDash val="solid"/>
                    </a:lnB>
                    <a:solidFill>
                      <a:srgbClr val="EEF3F8"/>
                    </a:solidFill>
                  </a:tcPr>
                </a:tc>
              </a:tr>
            </a:tbl>
          </a:graphicData>
        </a:graphic>
      </p:graphicFrame>
      <p:sp>
        <p:nvSpPr>
          <p:cNvPr id="4" name="insight">
            <a:extLst xmlns:a="http://schemas.openxmlformats.org/drawingml/2006/main">
              <a:ext uri="{FF2B5EF4-FFF2-40B4-BE49-F238E27FC236}">
                <a16:creationId xmlns:a16="http://schemas.microsoft.com/office/drawing/2014/main" id="{F81B759D-DE1D-4ADB-8D0C-9ED1A456C5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8524875"/>
            <a:ext cx="16002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2025" b="1">
                <a:solidFill>
                  <a:srgbClr val="225B92"/>
                </a:solidFill>
                <a:latin typeface="Noto Sans JP"/>
                <a:ea typeface="Noto Sans JP"/>
                <a:cs typeface="Noto Sans JP"/>
              </a:defRPr>
            </a:defPPr>
            <a:lvl1pPr>
              <a:defRPr sz="2025" b="1">
                <a:solidFill>
                  <a:srgbClr val="225B92"/>
                </a:solidFill>
                <a:latin typeface="Noto Sans JP"/>
                <a:ea typeface="Noto Sans JP"/>
                <a:cs typeface="Noto Sans JP"/>
              </a:defRPr>
            </a:lvl1pPr>
            <a:lvl2pPr>
              <a:defRPr sz="2025" b="1">
                <a:solidFill>
                  <a:srgbClr val="225B92"/>
                </a:solidFill>
                <a:latin typeface="Noto Sans JP"/>
                <a:ea typeface="Noto Sans JP"/>
                <a:cs typeface="Noto Sans JP"/>
              </a:defRPr>
            </a:lvl2pPr>
            <a:lvl3pPr>
              <a:defRPr sz="2025" b="1">
                <a:solidFill>
                  <a:srgbClr val="225B92"/>
                </a:solidFill>
                <a:latin typeface="Noto Sans JP"/>
                <a:ea typeface="Noto Sans JP"/>
                <a:cs typeface="Noto Sans JP"/>
              </a:defRPr>
            </a:lvl3pPr>
            <a:lvl4pPr>
              <a:defRPr sz="2025" b="1">
                <a:solidFill>
                  <a:srgbClr val="225B92"/>
                </a:solidFill>
                <a:latin typeface="Noto Sans JP"/>
                <a:ea typeface="Noto Sans JP"/>
                <a:cs typeface="Noto Sans JP"/>
              </a:defRPr>
            </a:lvl4pPr>
            <a:lvl5pPr>
              <a:defRPr sz="2025" b="1">
                <a:solidFill>
                  <a:srgbClr val="225B92"/>
                </a:solidFill>
                <a:latin typeface="Noto Sans JP"/>
                <a:ea typeface="Noto Sans JP"/>
                <a:cs typeface="Noto Sans JP"/>
              </a:defRPr>
            </a:lvl5pPr>
            <a:lvl6pPr>
              <a:defRPr sz="2025" b="1">
                <a:solidFill>
                  <a:srgbClr val="225B92"/>
                </a:solidFill>
                <a:latin typeface="Noto Sans JP"/>
                <a:ea typeface="Noto Sans JP"/>
                <a:cs typeface="Noto Sans JP"/>
              </a:defRPr>
            </a:lvl6pPr>
            <a:lvl7pPr>
              <a:defRPr sz="2025" b="1">
                <a:solidFill>
                  <a:srgbClr val="225B92"/>
                </a:solidFill>
                <a:latin typeface="Noto Sans JP"/>
                <a:ea typeface="Noto Sans JP"/>
                <a:cs typeface="Noto Sans JP"/>
              </a:defRPr>
            </a:lvl7pPr>
            <a:lvl8pPr>
              <a:defRPr sz="2025" b="1">
                <a:solidFill>
                  <a:srgbClr val="225B92"/>
                </a:solidFill>
                <a:latin typeface="Noto Sans JP"/>
                <a:ea typeface="Noto Sans JP"/>
                <a:cs typeface="Noto Sans JP"/>
              </a:defRPr>
            </a:lvl8pPr>
            <a:lvl9pPr>
              <a:defRPr sz="2025" b="1">
                <a:solidFill>
                  <a:srgbClr val="225B92"/>
                </a:solidFill>
                <a:latin typeface="Noto Sans JP"/>
                <a:ea typeface="Noto Sans JP"/>
                <a:cs typeface="Noto Sans JP"/>
              </a:defRPr>
            </a:lvl9pPr>
          </a:lstStyle>
          <a:p xmlns:a="http://schemas.openxmlformats.org/drawingml/2006/main">
            <a:pPr>
              <a:defRPr sz="2025" b="1">
                <a:solidFill>
                  <a:srgbClr val="225B92"/>
                </a:solidFill>
                <a:latin typeface="Noto Sans JP"/>
                <a:ea typeface="Noto Sans JP"/>
                <a:cs typeface="Noto Sans JP"/>
              </a:defRPr>
            </a:pPr>
            <a:r>
              <a:rPr sz="2025" b="1">
                <a:solidFill>
                  <a:srgbClr val="225B92"/>
                </a:solidFill>
                <a:latin typeface="Noto Sans JP"/>
                <a:ea typeface="Noto Sans JP"/>
                <a:cs typeface="Noto Sans JP"/>
              </a:rPr>
              <a:t>比較するのは、生成時間だけでなく</a:t>
            </a:r>
          </a:p>
          <a:p xmlns:a="http://schemas.openxmlformats.org/drawingml/2006/main">
            <a:pPr>
              <a:defRPr sz="2025" b="1">
                <a:solidFill>
                  <a:srgbClr val="225B92"/>
                </a:solidFill>
                <a:latin typeface="Noto Sans JP"/>
                <a:ea typeface="Noto Sans JP"/>
                <a:cs typeface="Noto Sans JP"/>
              </a:defRPr>
            </a:pPr>
            <a:r>
              <a:rPr sz="2025" b="1">
                <a:solidFill>
                  <a:srgbClr val="225B92"/>
                </a:solidFill>
                <a:latin typeface="Noto Sans JP"/>
                <a:ea typeface="Noto Sans JP"/>
                <a:cs typeface="Noto Sans JP"/>
              </a:rPr>
              <a:t>修正量と初品までの手戻り。</a:t>
            </a:r>
          </a:p>
        </p:txBody>
      </p:sp>
      <p:sp>
        <p:nvSpPr>
          <p:cNvPr id="5" name="limit">
            <a:extLst xmlns:a="http://schemas.openxmlformats.org/drawingml/2006/main">
              <a:ext uri="{FF2B5EF4-FFF2-40B4-BE49-F238E27FC236}">
                <a16:creationId xmlns:a16="http://schemas.microsoft.com/office/drawing/2014/main" id="{133C652F-F42D-46F6-A938-FB2F313047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9591675"/>
            <a:ext cx="1604962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500" b="0">
                <a:solidFill>
                  <a:srgbClr val="64778A"/>
                </a:solidFill>
                <a:latin typeface="Noto Sans JP"/>
                <a:ea typeface="Noto Sans JP"/>
                <a:cs typeface="Noto Sans JP"/>
              </a:defRPr>
            </a:defPPr>
            <a:lvl1pPr>
              <a:defRPr sz="1500" b="0">
                <a:solidFill>
                  <a:srgbClr val="64778A"/>
                </a:solidFill>
                <a:latin typeface="Noto Sans JP"/>
                <a:ea typeface="Noto Sans JP"/>
                <a:cs typeface="Noto Sans JP"/>
              </a:defRPr>
            </a:lvl1pPr>
            <a:lvl2pPr>
              <a:defRPr sz="1500" b="0">
                <a:solidFill>
                  <a:srgbClr val="64778A"/>
                </a:solidFill>
                <a:latin typeface="Noto Sans JP"/>
                <a:ea typeface="Noto Sans JP"/>
                <a:cs typeface="Noto Sans JP"/>
              </a:defRPr>
            </a:lvl2pPr>
            <a:lvl3pPr>
              <a:defRPr sz="1500" b="0">
                <a:solidFill>
                  <a:srgbClr val="64778A"/>
                </a:solidFill>
                <a:latin typeface="Noto Sans JP"/>
                <a:ea typeface="Noto Sans JP"/>
                <a:cs typeface="Noto Sans JP"/>
              </a:defRPr>
            </a:lvl3pPr>
            <a:lvl4pPr>
              <a:defRPr sz="1500" b="0">
                <a:solidFill>
                  <a:srgbClr val="64778A"/>
                </a:solidFill>
                <a:latin typeface="Noto Sans JP"/>
                <a:ea typeface="Noto Sans JP"/>
                <a:cs typeface="Noto Sans JP"/>
              </a:defRPr>
            </a:lvl4pPr>
            <a:lvl5pPr>
              <a:defRPr sz="1500" b="0">
                <a:solidFill>
                  <a:srgbClr val="64778A"/>
                </a:solidFill>
                <a:latin typeface="Noto Sans JP"/>
                <a:ea typeface="Noto Sans JP"/>
                <a:cs typeface="Noto Sans JP"/>
              </a:defRPr>
            </a:lvl5pPr>
            <a:lvl6pPr>
              <a:defRPr sz="1500" b="0">
                <a:solidFill>
                  <a:srgbClr val="64778A"/>
                </a:solidFill>
                <a:latin typeface="Noto Sans JP"/>
                <a:ea typeface="Noto Sans JP"/>
                <a:cs typeface="Noto Sans JP"/>
              </a:defRPr>
            </a:lvl6pPr>
            <a:lvl7pPr>
              <a:defRPr sz="1500" b="0">
                <a:solidFill>
                  <a:srgbClr val="64778A"/>
                </a:solidFill>
                <a:latin typeface="Noto Sans JP"/>
                <a:ea typeface="Noto Sans JP"/>
                <a:cs typeface="Noto Sans JP"/>
              </a:defRPr>
            </a:lvl7pPr>
            <a:lvl8pPr>
              <a:defRPr sz="1500" b="0">
                <a:solidFill>
                  <a:srgbClr val="64778A"/>
                </a:solidFill>
                <a:latin typeface="Noto Sans JP"/>
                <a:ea typeface="Noto Sans JP"/>
                <a:cs typeface="Noto Sans JP"/>
              </a:defRPr>
            </a:lvl8pPr>
            <a:lvl9pPr>
              <a:defRPr sz="1500" b="0">
                <a:solidFill>
                  <a:srgbClr val="64778A"/>
                </a:solidFill>
                <a:latin typeface="Noto Sans JP"/>
                <a:ea typeface="Noto Sans JP"/>
                <a:cs typeface="Noto Sans JP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64778A"/>
                </a:solidFill>
                <a:latin typeface="Noto Sans JP"/>
                <a:ea typeface="Noto Sans JP"/>
                <a:cs typeface="Noto Sans JP"/>
              </a:defRPr>
            </a:pPr>
            <a:r>
              <a:rPr sz="1500" b="0">
                <a:solidFill>
                  <a:srgbClr val="64778A"/>
                </a:solidFill>
                <a:latin typeface="Noto Sans JP"/>
                <a:ea typeface="Noto Sans JP"/>
                <a:cs typeface="Noto Sans JP"/>
              </a:rPr>
              <a:t>AI CAMは2024以前にも存在。過去ジョブを使う工程予測と、経路・条件案の生成は役割を分ける。</a:t>
            </a:r>
          </a:p>
        </p:txBody>
      </p:sp>
      <p:sp>
        <p:nvSpPr>
          <p:cNvPr id="6" name="page">
            <a:extLst xmlns:a="http://schemas.openxmlformats.org/drawingml/2006/main">
              <a:ext uri="{FF2B5EF4-FFF2-40B4-BE49-F238E27FC236}">
                <a16:creationId xmlns:a16="http://schemas.microsoft.com/office/drawing/2014/main" id="{47111A58-6553-4503-AA70-51DEB5982C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078325" y="9667875"/>
            <a:ext cx="457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500" b="0">
                <a:solidFill>
                  <a:srgbClr val="64778A"/>
                </a:solidFill>
                <a:latin typeface="Noto Sans JP"/>
                <a:ea typeface="Noto Sans JP"/>
                <a:cs typeface="Noto Sans JP"/>
              </a:defRPr>
            </a:defPPr>
            <a:lvl1pPr>
              <a:defRPr sz="1500" b="0">
                <a:solidFill>
                  <a:srgbClr val="64778A"/>
                </a:solidFill>
                <a:latin typeface="Noto Sans JP"/>
                <a:ea typeface="Noto Sans JP"/>
                <a:cs typeface="Noto Sans JP"/>
              </a:defRPr>
            </a:lvl1pPr>
            <a:lvl2pPr>
              <a:defRPr sz="1500" b="0">
                <a:solidFill>
                  <a:srgbClr val="64778A"/>
                </a:solidFill>
                <a:latin typeface="Noto Sans JP"/>
                <a:ea typeface="Noto Sans JP"/>
                <a:cs typeface="Noto Sans JP"/>
              </a:defRPr>
            </a:lvl2pPr>
            <a:lvl3pPr>
              <a:defRPr sz="1500" b="0">
                <a:solidFill>
                  <a:srgbClr val="64778A"/>
                </a:solidFill>
                <a:latin typeface="Noto Sans JP"/>
                <a:ea typeface="Noto Sans JP"/>
                <a:cs typeface="Noto Sans JP"/>
              </a:defRPr>
            </a:lvl3pPr>
            <a:lvl4pPr>
              <a:defRPr sz="1500" b="0">
                <a:solidFill>
                  <a:srgbClr val="64778A"/>
                </a:solidFill>
                <a:latin typeface="Noto Sans JP"/>
                <a:ea typeface="Noto Sans JP"/>
                <a:cs typeface="Noto Sans JP"/>
              </a:defRPr>
            </a:lvl4pPr>
            <a:lvl5pPr>
              <a:defRPr sz="1500" b="0">
                <a:solidFill>
                  <a:srgbClr val="64778A"/>
                </a:solidFill>
                <a:latin typeface="Noto Sans JP"/>
                <a:ea typeface="Noto Sans JP"/>
                <a:cs typeface="Noto Sans JP"/>
              </a:defRPr>
            </a:lvl5pPr>
            <a:lvl6pPr>
              <a:defRPr sz="1500" b="0">
                <a:solidFill>
                  <a:srgbClr val="64778A"/>
                </a:solidFill>
                <a:latin typeface="Noto Sans JP"/>
                <a:ea typeface="Noto Sans JP"/>
                <a:cs typeface="Noto Sans JP"/>
              </a:defRPr>
            </a:lvl6pPr>
            <a:lvl7pPr>
              <a:defRPr sz="1500" b="0">
                <a:solidFill>
                  <a:srgbClr val="64778A"/>
                </a:solidFill>
                <a:latin typeface="Noto Sans JP"/>
                <a:ea typeface="Noto Sans JP"/>
                <a:cs typeface="Noto Sans JP"/>
              </a:defRPr>
            </a:lvl7pPr>
            <a:lvl8pPr>
              <a:defRPr sz="1500" b="0">
                <a:solidFill>
                  <a:srgbClr val="64778A"/>
                </a:solidFill>
                <a:latin typeface="Noto Sans JP"/>
                <a:ea typeface="Noto Sans JP"/>
                <a:cs typeface="Noto Sans JP"/>
              </a:defRPr>
            </a:lvl8pPr>
            <a:lvl9pPr>
              <a:defRPr sz="1500" b="0">
                <a:solidFill>
                  <a:srgbClr val="64778A"/>
                </a:solidFill>
                <a:latin typeface="Noto Sans JP"/>
                <a:ea typeface="Noto Sans JP"/>
                <a:cs typeface="Noto Sans JP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64778A"/>
                </a:solidFill>
                <a:latin typeface="Noto Sans JP"/>
                <a:ea typeface="Noto Sans JP"/>
                <a:cs typeface="Noto Sans JP"/>
              </a:defRPr>
            </a:pPr>
            <a:r>
              <a:rPr sz="1500" b="0">
                <a:solidFill>
                  <a:srgbClr val="64778A"/>
                </a:solidFill>
                <a:latin typeface="Noto Sans JP"/>
                <a:ea typeface="Noto Sans JP"/>
                <a:cs typeface="Noto Sans JP"/>
              </a:rPr>
              <a:t>03</a:t>
            </a:r>
          </a:p>
        </p:txBody>
      </p:sp>
      <p:sp>
        <p:nvSpPr>
          <p:cNvPr id="7" name="source-S01">
            <a:extLst xmlns:a="http://schemas.openxmlformats.org/drawingml/2006/main">
              <a:ext uri="{FF2B5EF4-FFF2-40B4-BE49-F238E27FC236}">
                <a16:creationId xmlns:a16="http://schemas.microsoft.com/office/drawing/2014/main" id="{06323A2C-8E4E-4441-AC14-F538DDE7DF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9172575"/>
            <a:ext cx="9048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500" b="0">
                <a:solidFill>
                  <a:srgbClr val="225B92"/>
                </a:solidFill>
                <a:latin typeface="Noto Sans JP"/>
                <a:ea typeface="Noto Sans JP"/>
                <a:cs typeface="Noto Sans JP"/>
              </a:defRPr>
            </a:defPPr>
            <a:lvl1pPr>
              <a:defRPr sz="1500" b="0">
                <a:solidFill>
                  <a:srgbClr val="225B92"/>
                </a:solidFill>
                <a:latin typeface="Noto Sans JP"/>
                <a:ea typeface="Noto Sans JP"/>
                <a:cs typeface="Noto Sans JP"/>
              </a:defRPr>
            </a:lvl1pPr>
            <a:lvl2pPr>
              <a:defRPr sz="1500" b="0">
                <a:solidFill>
                  <a:srgbClr val="225B92"/>
                </a:solidFill>
                <a:latin typeface="Noto Sans JP"/>
                <a:ea typeface="Noto Sans JP"/>
                <a:cs typeface="Noto Sans JP"/>
              </a:defRPr>
            </a:lvl2pPr>
            <a:lvl3pPr>
              <a:defRPr sz="1500" b="0">
                <a:solidFill>
                  <a:srgbClr val="225B92"/>
                </a:solidFill>
                <a:latin typeface="Noto Sans JP"/>
                <a:ea typeface="Noto Sans JP"/>
                <a:cs typeface="Noto Sans JP"/>
              </a:defRPr>
            </a:lvl3pPr>
            <a:lvl4pPr>
              <a:defRPr sz="1500" b="0">
                <a:solidFill>
                  <a:srgbClr val="225B92"/>
                </a:solidFill>
                <a:latin typeface="Noto Sans JP"/>
                <a:ea typeface="Noto Sans JP"/>
                <a:cs typeface="Noto Sans JP"/>
              </a:defRPr>
            </a:lvl4pPr>
            <a:lvl5pPr>
              <a:defRPr sz="1500" b="0">
                <a:solidFill>
                  <a:srgbClr val="225B92"/>
                </a:solidFill>
                <a:latin typeface="Noto Sans JP"/>
                <a:ea typeface="Noto Sans JP"/>
                <a:cs typeface="Noto Sans JP"/>
              </a:defRPr>
            </a:lvl5pPr>
            <a:lvl6pPr>
              <a:defRPr sz="1500" b="0">
                <a:solidFill>
                  <a:srgbClr val="225B92"/>
                </a:solidFill>
                <a:latin typeface="Noto Sans JP"/>
                <a:ea typeface="Noto Sans JP"/>
                <a:cs typeface="Noto Sans JP"/>
              </a:defRPr>
            </a:lvl6pPr>
            <a:lvl7pPr>
              <a:defRPr sz="1500" b="0">
                <a:solidFill>
                  <a:srgbClr val="225B92"/>
                </a:solidFill>
                <a:latin typeface="Noto Sans JP"/>
                <a:ea typeface="Noto Sans JP"/>
                <a:cs typeface="Noto Sans JP"/>
              </a:defRPr>
            </a:lvl7pPr>
            <a:lvl8pPr>
              <a:defRPr sz="1500" b="0">
                <a:solidFill>
                  <a:srgbClr val="225B92"/>
                </a:solidFill>
                <a:latin typeface="Noto Sans JP"/>
                <a:ea typeface="Noto Sans JP"/>
                <a:cs typeface="Noto Sans JP"/>
              </a:defRPr>
            </a:lvl8pPr>
            <a:lvl9pPr>
              <a:defRPr sz="1500" b="0">
                <a:solidFill>
                  <a:srgbClr val="225B92"/>
                </a:solidFill>
                <a:latin typeface="Noto Sans JP"/>
                <a:ea typeface="Noto Sans JP"/>
                <a:cs typeface="Noto Sans JP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225B92"/>
                </a:solidFill>
                <a:latin typeface="Noto Sans JP"/>
                <a:ea typeface="Noto Sans JP"/>
                <a:cs typeface="Noto Sans JP"/>
              </a:defRPr>
            </a:pPr>
            <a:r>
              <a:rPr sz="1500" b="0">
                <a:solidFill>
                  <a:srgbClr val="225B92"/>
                </a:solidFill>
                <a:latin typeface="Noto Sans JP"/>
                <a:ea typeface="Noto Sans JP"/>
                <a:cs typeface="Noto Sans JP"/>
                <a:hlinkClick xmlns:r="http://schemas.openxmlformats.org/officeDocument/2006/relationships" r:id="R7ef7bc6a7e244217"/>
              </a:rPr>
              <a:t>S01</a:t>
            </a:r>
          </a:p>
        </p:txBody>
      </p:sp>
      <p:sp>
        <p:nvSpPr>
          <p:cNvPr id="8" name="source-S02">
            <a:extLst xmlns:a="http://schemas.openxmlformats.org/drawingml/2006/main">
              <a:ext uri="{FF2B5EF4-FFF2-40B4-BE49-F238E27FC236}">
                <a16:creationId xmlns:a16="http://schemas.microsoft.com/office/drawing/2014/main" id="{80C2CC23-09DF-498D-A03C-41C6362582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81175" y="9172575"/>
            <a:ext cx="9048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500" b="0">
                <a:solidFill>
                  <a:srgbClr val="225B92"/>
                </a:solidFill>
                <a:latin typeface="Noto Sans JP"/>
                <a:ea typeface="Noto Sans JP"/>
                <a:cs typeface="Noto Sans JP"/>
              </a:defRPr>
            </a:defPPr>
            <a:lvl1pPr>
              <a:defRPr sz="1500" b="0">
                <a:solidFill>
                  <a:srgbClr val="225B92"/>
                </a:solidFill>
                <a:latin typeface="Noto Sans JP"/>
                <a:ea typeface="Noto Sans JP"/>
                <a:cs typeface="Noto Sans JP"/>
              </a:defRPr>
            </a:lvl1pPr>
            <a:lvl2pPr>
              <a:defRPr sz="1500" b="0">
                <a:solidFill>
                  <a:srgbClr val="225B92"/>
                </a:solidFill>
                <a:latin typeface="Noto Sans JP"/>
                <a:ea typeface="Noto Sans JP"/>
                <a:cs typeface="Noto Sans JP"/>
              </a:defRPr>
            </a:lvl2pPr>
            <a:lvl3pPr>
              <a:defRPr sz="1500" b="0">
                <a:solidFill>
                  <a:srgbClr val="225B92"/>
                </a:solidFill>
                <a:latin typeface="Noto Sans JP"/>
                <a:ea typeface="Noto Sans JP"/>
                <a:cs typeface="Noto Sans JP"/>
              </a:defRPr>
            </a:lvl3pPr>
            <a:lvl4pPr>
              <a:defRPr sz="1500" b="0">
                <a:solidFill>
                  <a:srgbClr val="225B92"/>
                </a:solidFill>
                <a:latin typeface="Noto Sans JP"/>
                <a:ea typeface="Noto Sans JP"/>
                <a:cs typeface="Noto Sans JP"/>
              </a:defRPr>
            </a:lvl4pPr>
            <a:lvl5pPr>
              <a:defRPr sz="1500" b="0">
                <a:solidFill>
                  <a:srgbClr val="225B92"/>
                </a:solidFill>
                <a:latin typeface="Noto Sans JP"/>
                <a:ea typeface="Noto Sans JP"/>
                <a:cs typeface="Noto Sans JP"/>
              </a:defRPr>
            </a:lvl5pPr>
            <a:lvl6pPr>
              <a:defRPr sz="1500" b="0">
                <a:solidFill>
                  <a:srgbClr val="225B92"/>
                </a:solidFill>
                <a:latin typeface="Noto Sans JP"/>
                <a:ea typeface="Noto Sans JP"/>
                <a:cs typeface="Noto Sans JP"/>
              </a:defRPr>
            </a:lvl6pPr>
            <a:lvl7pPr>
              <a:defRPr sz="1500" b="0">
                <a:solidFill>
                  <a:srgbClr val="225B92"/>
                </a:solidFill>
                <a:latin typeface="Noto Sans JP"/>
                <a:ea typeface="Noto Sans JP"/>
                <a:cs typeface="Noto Sans JP"/>
              </a:defRPr>
            </a:lvl7pPr>
            <a:lvl8pPr>
              <a:defRPr sz="1500" b="0">
                <a:solidFill>
                  <a:srgbClr val="225B92"/>
                </a:solidFill>
                <a:latin typeface="Noto Sans JP"/>
                <a:ea typeface="Noto Sans JP"/>
                <a:cs typeface="Noto Sans JP"/>
              </a:defRPr>
            </a:lvl8pPr>
            <a:lvl9pPr>
              <a:defRPr sz="1500" b="0">
                <a:solidFill>
                  <a:srgbClr val="225B92"/>
                </a:solidFill>
                <a:latin typeface="Noto Sans JP"/>
                <a:ea typeface="Noto Sans JP"/>
                <a:cs typeface="Noto Sans JP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225B92"/>
                </a:solidFill>
                <a:latin typeface="Noto Sans JP"/>
                <a:ea typeface="Noto Sans JP"/>
                <a:cs typeface="Noto Sans JP"/>
              </a:defRPr>
            </a:pPr>
            <a:r>
              <a:rPr sz="1500" b="0">
                <a:solidFill>
                  <a:srgbClr val="225B92"/>
                </a:solidFill>
                <a:latin typeface="Noto Sans JP"/>
                <a:ea typeface="Noto Sans JP"/>
                <a:cs typeface="Noto Sans JP"/>
                <a:hlinkClick xmlns:r="http://schemas.openxmlformats.org/officeDocument/2006/relationships" r:id="R09eabb6e54804151"/>
              </a:rPr>
              <a:t>S02</a:t>
            </a:r>
          </a:p>
        </p:txBody>
      </p:sp>
      <p:sp>
        <p:nvSpPr>
          <p:cNvPr id="9" name="source-S03">
            <a:extLst xmlns:a="http://schemas.openxmlformats.org/drawingml/2006/main">
              <a:ext uri="{FF2B5EF4-FFF2-40B4-BE49-F238E27FC236}">
                <a16:creationId xmlns:a16="http://schemas.microsoft.com/office/drawing/2014/main" id="{D9C3317E-09B6-4A14-9D74-BD6597524B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9172575"/>
            <a:ext cx="9048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500" b="0">
                <a:solidFill>
                  <a:srgbClr val="225B92"/>
                </a:solidFill>
                <a:latin typeface="Noto Sans JP"/>
                <a:ea typeface="Noto Sans JP"/>
                <a:cs typeface="Noto Sans JP"/>
              </a:defRPr>
            </a:defPPr>
            <a:lvl1pPr>
              <a:defRPr sz="1500" b="0">
                <a:solidFill>
                  <a:srgbClr val="225B92"/>
                </a:solidFill>
                <a:latin typeface="Noto Sans JP"/>
                <a:ea typeface="Noto Sans JP"/>
                <a:cs typeface="Noto Sans JP"/>
              </a:defRPr>
            </a:lvl1pPr>
            <a:lvl2pPr>
              <a:defRPr sz="1500" b="0">
                <a:solidFill>
                  <a:srgbClr val="225B92"/>
                </a:solidFill>
                <a:latin typeface="Noto Sans JP"/>
                <a:ea typeface="Noto Sans JP"/>
                <a:cs typeface="Noto Sans JP"/>
              </a:defRPr>
            </a:lvl2pPr>
            <a:lvl3pPr>
              <a:defRPr sz="1500" b="0">
                <a:solidFill>
                  <a:srgbClr val="225B92"/>
                </a:solidFill>
                <a:latin typeface="Noto Sans JP"/>
                <a:ea typeface="Noto Sans JP"/>
                <a:cs typeface="Noto Sans JP"/>
              </a:defRPr>
            </a:lvl3pPr>
            <a:lvl4pPr>
              <a:defRPr sz="1500" b="0">
                <a:solidFill>
                  <a:srgbClr val="225B92"/>
                </a:solidFill>
                <a:latin typeface="Noto Sans JP"/>
                <a:ea typeface="Noto Sans JP"/>
                <a:cs typeface="Noto Sans JP"/>
              </a:defRPr>
            </a:lvl4pPr>
            <a:lvl5pPr>
              <a:defRPr sz="1500" b="0">
                <a:solidFill>
                  <a:srgbClr val="225B92"/>
                </a:solidFill>
                <a:latin typeface="Noto Sans JP"/>
                <a:ea typeface="Noto Sans JP"/>
                <a:cs typeface="Noto Sans JP"/>
              </a:defRPr>
            </a:lvl5pPr>
            <a:lvl6pPr>
              <a:defRPr sz="1500" b="0">
                <a:solidFill>
                  <a:srgbClr val="225B92"/>
                </a:solidFill>
                <a:latin typeface="Noto Sans JP"/>
                <a:ea typeface="Noto Sans JP"/>
                <a:cs typeface="Noto Sans JP"/>
              </a:defRPr>
            </a:lvl6pPr>
            <a:lvl7pPr>
              <a:defRPr sz="1500" b="0">
                <a:solidFill>
                  <a:srgbClr val="225B92"/>
                </a:solidFill>
                <a:latin typeface="Noto Sans JP"/>
                <a:ea typeface="Noto Sans JP"/>
                <a:cs typeface="Noto Sans JP"/>
              </a:defRPr>
            </a:lvl7pPr>
            <a:lvl8pPr>
              <a:defRPr sz="1500" b="0">
                <a:solidFill>
                  <a:srgbClr val="225B92"/>
                </a:solidFill>
                <a:latin typeface="Noto Sans JP"/>
                <a:ea typeface="Noto Sans JP"/>
                <a:cs typeface="Noto Sans JP"/>
              </a:defRPr>
            </a:lvl8pPr>
            <a:lvl9pPr>
              <a:defRPr sz="1500" b="0">
                <a:solidFill>
                  <a:srgbClr val="225B92"/>
                </a:solidFill>
                <a:latin typeface="Noto Sans JP"/>
                <a:ea typeface="Noto Sans JP"/>
                <a:cs typeface="Noto Sans JP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225B92"/>
                </a:solidFill>
                <a:latin typeface="Noto Sans JP"/>
                <a:ea typeface="Noto Sans JP"/>
                <a:cs typeface="Noto Sans JP"/>
              </a:defRPr>
            </a:pPr>
            <a:r>
              <a:rPr sz="1500" b="0">
                <a:solidFill>
                  <a:srgbClr val="225B92"/>
                </a:solidFill>
                <a:latin typeface="Noto Sans JP"/>
                <a:ea typeface="Noto Sans JP"/>
                <a:cs typeface="Noto Sans JP"/>
                <a:hlinkClick xmlns:r="http://schemas.openxmlformats.org/officeDocument/2006/relationships" r:id="R06030dfda2ef43b9"/>
              </a:rPr>
              <a:t>S03</a:t>
            </a:r>
          </a:p>
        </p:txBody>
      </p:sp>
    </p:spTree>
    <p:extLst>
      <p:ext uri="{BB962C8B-B14F-4D97-AF65-F5344CB8AC3E}">
        <p14:creationId xmlns:p14="http://schemas.microsoft.com/office/powerpoint/2010/main" val="1158438881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title">
            <a:extLst xmlns:a="http://schemas.openxmlformats.org/drawingml/2006/main">
              <a:ext uri="{FF2B5EF4-FFF2-40B4-BE49-F238E27FC236}">
                <a16:creationId xmlns:a16="http://schemas.microsoft.com/office/drawing/2014/main" id="{ECEEA2B4-411A-4BF9-A125-CD7FB45B21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57200"/>
            <a:ext cx="16764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3375" b="1">
                <a:solidFill>
                  <a:srgbClr val="18354C"/>
                </a:solidFill>
                <a:latin typeface="Noto Sans JP"/>
                <a:ea typeface="Noto Sans JP"/>
                <a:cs typeface="Noto Sans JP"/>
              </a:defRPr>
            </a:defPPr>
            <a:lvl1pPr>
              <a:defRPr sz="3375" b="1">
                <a:solidFill>
                  <a:srgbClr val="18354C"/>
                </a:solidFill>
                <a:latin typeface="Noto Sans JP"/>
                <a:ea typeface="Noto Sans JP"/>
                <a:cs typeface="Noto Sans JP"/>
              </a:defRPr>
            </a:lvl1pPr>
            <a:lvl2pPr>
              <a:defRPr sz="3375" b="1">
                <a:solidFill>
                  <a:srgbClr val="18354C"/>
                </a:solidFill>
                <a:latin typeface="Noto Sans JP"/>
                <a:ea typeface="Noto Sans JP"/>
                <a:cs typeface="Noto Sans JP"/>
              </a:defRPr>
            </a:lvl2pPr>
            <a:lvl3pPr>
              <a:defRPr sz="3375" b="1">
                <a:solidFill>
                  <a:srgbClr val="18354C"/>
                </a:solidFill>
                <a:latin typeface="Noto Sans JP"/>
                <a:ea typeface="Noto Sans JP"/>
                <a:cs typeface="Noto Sans JP"/>
              </a:defRPr>
            </a:lvl3pPr>
            <a:lvl4pPr>
              <a:defRPr sz="3375" b="1">
                <a:solidFill>
                  <a:srgbClr val="18354C"/>
                </a:solidFill>
                <a:latin typeface="Noto Sans JP"/>
                <a:ea typeface="Noto Sans JP"/>
                <a:cs typeface="Noto Sans JP"/>
              </a:defRPr>
            </a:lvl4pPr>
            <a:lvl5pPr>
              <a:defRPr sz="3375" b="1">
                <a:solidFill>
                  <a:srgbClr val="18354C"/>
                </a:solidFill>
                <a:latin typeface="Noto Sans JP"/>
                <a:ea typeface="Noto Sans JP"/>
                <a:cs typeface="Noto Sans JP"/>
              </a:defRPr>
            </a:lvl5pPr>
            <a:lvl6pPr>
              <a:defRPr sz="3375" b="1">
                <a:solidFill>
                  <a:srgbClr val="18354C"/>
                </a:solidFill>
                <a:latin typeface="Noto Sans JP"/>
                <a:ea typeface="Noto Sans JP"/>
                <a:cs typeface="Noto Sans JP"/>
              </a:defRPr>
            </a:lvl6pPr>
            <a:lvl7pPr>
              <a:defRPr sz="3375" b="1">
                <a:solidFill>
                  <a:srgbClr val="18354C"/>
                </a:solidFill>
                <a:latin typeface="Noto Sans JP"/>
                <a:ea typeface="Noto Sans JP"/>
                <a:cs typeface="Noto Sans JP"/>
              </a:defRPr>
            </a:lvl7pPr>
            <a:lvl8pPr>
              <a:defRPr sz="3375" b="1">
                <a:solidFill>
                  <a:srgbClr val="18354C"/>
                </a:solidFill>
                <a:latin typeface="Noto Sans JP"/>
                <a:ea typeface="Noto Sans JP"/>
                <a:cs typeface="Noto Sans JP"/>
              </a:defRPr>
            </a:lvl8pPr>
            <a:lvl9pPr>
              <a:defRPr sz="3375" b="1">
                <a:solidFill>
                  <a:srgbClr val="18354C"/>
                </a:solidFill>
                <a:latin typeface="Noto Sans JP"/>
                <a:ea typeface="Noto Sans JP"/>
                <a:cs typeface="Noto Sans JP"/>
              </a:defRPr>
            </a:lvl9pPr>
          </a:lstStyle>
          <a:p xmlns:a="http://schemas.openxmlformats.org/drawingml/2006/main">
            <a:pPr>
              <a:defRPr sz="3375" b="1">
                <a:solidFill>
                  <a:srgbClr val="18354C"/>
                </a:solidFill>
                <a:latin typeface="Noto Sans JP"/>
                <a:ea typeface="Noto Sans JP"/>
                <a:cs typeface="Noto Sans JP"/>
              </a:defRPr>
            </a:pPr>
            <a:r>
              <a:rPr sz="3375" b="1">
                <a:solidFill>
                  <a:srgbClr val="18354C"/>
                </a:solidFill>
                <a:latin typeface="Noto Sans JP"/>
                <a:ea typeface="Noto Sans JP"/>
                <a:cs typeface="Noto Sans JP"/>
              </a:rPr>
              <a:t>AIエージェントは 設計と運用で役割が違う</a:t>
            </a:r>
          </a:p>
        </p:txBody>
      </p:sp>
      <p:sp>
        <p:nvSpPr>
          <p:cNvPr id="2" name="context">
            <a:extLst xmlns:a="http://schemas.openxmlformats.org/drawingml/2006/main">
              <a:ext uri="{FF2B5EF4-FFF2-40B4-BE49-F238E27FC236}">
                <a16:creationId xmlns:a16="http://schemas.microsoft.com/office/drawing/2014/main" id="{DBC4ED7D-1DD7-4E5A-8275-C72F34B79A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438275"/>
            <a:ext cx="167259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950" b="0">
                <a:solidFill>
                  <a:srgbClr val="64778A"/>
                </a:solidFill>
                <a:latin typeface="Noto Sans JP"/>
                <a:ea typeface="Noto Sans JP"/>
                <a:cs typeface="Noto Sans JP"/>
              </a:defRPr>
            </a:defPPr>
            <a:lvl1pPr>
              <a:defRPr sz="1950" b="0">
                <a:solidFill>
                  <a:srgbClr val="64778A"/>
                </a:solidFill>
                <a:latin typeface="Noto Sans JP"/>
                <a:ea typeface="Noto Sans JP"/>
                <a:cs typeface="Noto Sans JP"/>
              </a:defRPr>
            </a:lvl1pPr>
            <a:lvl2pPr>
              <a:defRPr sz="1950" b="0">
                <a:solidFill>
                  <a:srgbClr val="64778A"/>
                </a:solidFill>
                <a:latin typeface="Noto Sans JP"/>
                <a:ea typeface="Noto Sans JP"/>
                <a:cs typeface="Noto Sans JP"/>
              </a:defRPr>
            </a:lvl2pPr>
            <a:lvl3pPr>
              <a:defRPr sz="1950" b="0">
                <a:solidFill>
                  <a:srgbClr val="64778A"/>
                </a:solidFill>
                <a:latin typeface="Noto Sans JP"/>
                <a:ea typeface="Noto Sans JP"/>
                <a:cs typeface="Noto Sans JP"/>
              </a:defRPr>
            </a:lvl3pPr>
            <a:lvl4pPr>
              <a:defRPr sz="1950" b="0">
                <a:solidFill>
                  <a:srgbClr val="64778A"/>
                </a:solidFill>
                <a:latin typeface="Noto Sans JP"/>
                <a:ea typeface="Noto Sans JP"/>
                <a:cs typeface="Noto Sans JP"/>
              </a:defRPr>
            </a:lvl4pPr>
            <a:lvl5pPr>
              <a:defRPr sz="1950" b="0">
                <a:solidFill>
                  <a:srgbClr val="64778A"/>
                </a:solidFill>
                <a:latin typeface="Noto Sans JP"/>
                <a:ea typeface="Noto Sans JP"/>
                <a:cs typeface="Noto Sans JP"/>
              </a:defRPr>
            </a:lvl5pPr>
            <a:lvl6pPr>
              <a:defRPr sz="1950" b="0">
                <a:solidFill>
                  <a:srgbClr val="64778A"/>
                </a:solidFill>
                <a:latin typeface="Noto Sans JP"/>
                <a:ea typeface="Noto Sans JP"/>
                <a:cs typeface="Noto Sans JP"/>
              </a:defRPr>
            </a:lvl6pPr>
            <a:lvl7pPr>
              <a:defRPr sz="1950" b="0">
                <a:solidFill>
                  <a:srgbClr val="64778A"/>
                </a:solidFill>
                <a:latin typeface="Noto Sans JP"/>
                <a:ea typeface="Noto Sans JP"/>
                <a:cs typeface="Noto Sans JP"/>
              </a:defRPr>
            </a:lvl7pPr>
            <a:lvl8pPr>
              <a:defRPr sz="1950" b="0">
                <a:solidFill>
                  <a:srgbClr val="64778A"/>
                </a:solidFill>
                <a:latin typeface="Noto Sans JP"/>
                <a:ea typeface="Noto Sans JP"/>
                <a:cs typeface="Noto Sans JP"/>
              </a:defRPr>
            </a:lvl8pPr>
            <a:lvl9pPr>
              <a:defRPr sz="1950" b="0">
                <a:solidFill>
                  <a:srgbClr val="64778A"/>
                </a:solidFill>
                <a:latin typeface="Noto Sans JP"/>
                <a:ea typeface="Noto Sans JP"/>
                <a:cs typeface="Noto Sans JP"/>
              </a:defRPr>
            </a:lvl9pPr>
          </a:lstStyle>
          <a:p xmlns:a="http://schemas.openxmlformats.org/drawingml/2006/main">
            <a:pPr>
              <a:defRPr sz="1950" b="0">
                <a:solidFill>
                  <a:srgbClr val="64778A"/>
                </a:solidFill>
                <a:latin typeface="Noto Sans JP"/>
                <a:ea typeface="Noto Sans JP"/>
                <a:cs typeface="Noto Sans JP"/>
              </a:defRPr>
            </a:pPr>
            <a:r>
              <a:rPr sz="1950" b="0">
                <a:solidFill>
                  <a:srgbClr val="64778A"/>
                </a:solidFill>
                <a:latin typeface="Noto Sans JP"/>
                <a:ea typeface="Noto Sans JP"/>
                <a:cs typeface="Noto Sans JP"/>
              </a:rPr>
              <a:t>何を参照し、どんな出力を作り、実機の操作にどこまでつながるかを分けて比較します。</a:t>
            </a:r>
          </a:p>
        </p:txBody>
      </p:sp>
      <p:graphicFrame>
        <p:nvGraphicFrame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8FBEB2E-5326-43BD-904E-1BC9CE8A82D0}"/>
              </a:ext>
            </a:extLst>
          </p:cNvPr>
          <p:cNvGraphicFramePr/>
          <p:nvPr/>
        </p:nvGraphicFramePr>
        <p:xfrm>
          <a:off xmlns:a="http://schemas.openxmlformats.org/drawingml/2006/main" x="762000" y="2428875"/>
          <a:ext xmlns:a="http://schemas.openxmlformats.org/drawingml/2006/main" cx="16764000" cy="633412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714750"/>
                <a:gridCol w="4286250"/>
                <a:gridCol w="4095750"/>
                <a:gridCol w="4667250"/>
              </a:tblGrid>
              <a:tr h="762000">
                <a:tc>
                  <a:txBody>
                    <a:bodyPr wrap="square" lIns="114300" tIns="114300" rIns="114300" bIns="114300">
                      <a:noAutofit/>
                    </a:bodyPr>
                    <a:lstStyle/>
                    <a:p>
                      <a:r>
                        <a:rPr sz="2250" b="1">
                          <a:solidFill>
                            <a:srgbClr val="FFFFFF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実装先</a:t>
                      </a:r>
                    </a:p>
                  </a:txBody>
                  <a:tcPr marL="91440" marR="91440" marT="45720" marB="45720" anchor="t">
                    <a:lnL w="9525">
                      <a:solidFill>
                        <a:srgbClr val="D4DEE7"/>
                      </a:solidFill>
                      <a:prstDash val="solid"/>
                    </a:lnL>
                    <a:lnR w="9525">
                      <a:solidFill>
                        <a:srgbClr val="D4DEE7"/>
                      </a:solidFill>
                      <a:prstDash val="solid"/>
                    </a:lnR>
                    <a:lnT w="9525">
                      <a:solidFill>
                        <a:srgbClr val="D4DEE7"/>
                      </a:solidFill>
                      <a:prstDash val="solid"/>
                    </a:lnT>
                    <a:lnB w="9525">
                      <a:solidFill>
                        <a:srgbClr val="D4DEE7"/>
                      </a:solidFill>
                      <a:prstDash val="solid"/>
                    </a:lnB>
                    <a:solidFill>
                      <a:srgbClr val="244B63"/>
                    </a:solidFill>
                  </a:tcPr>
                </a:tc>
                <a:tc>
                  <a:txBody>
                    <a:bodyPr wrap="square" lIns="114300" tIns="114300" rIns="114300" bIns="114300">
                      <a:noAutofit/>
                    </a:bodyPr>
                    <a:lstStyle/>
                    <a:p>
                      <a:r>
                        <a:rPr sz="2250" b="1">
                          <a:solidFill>
                            <a:srgbClr val="FFFFFF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支援する仕事</a:t>
                      </a:r>
                    </a:p>
                  </a:txBody>
                  <a:tcPr marL="91440" marR="91440" marT="45720" marB="45720" anchor="t">
                    <a:lnR w="9525">
                      <a:solidFill>
                        <a:srgbClr val="D4DEE7"/>
                      </a:solidFill>
                      <a:prstDash val="solid"/>
                    </a:lnR>
                    <a:lnT w="9525">
                      <a:solidFill>
                        <a:srgbClr val="D4DEE7"/>
                      </a:solidFill>
                      <a:prstDash val="solid"/>
                    </a:lnT>
                    <a:lnB w="9525">
                      <a:solidFill>
                        <a:srgbClr val="D4DEE7"/>
                      </a:solidFill>
                      <a:prstDash val="solid"/>
                    </a:lnB>
                    <a:solidFill>
                      <a:srgbClr val="244B63"/>
                    </a:solidFill>
                  </a:tcPr>
                </a:tc>
                <a:tc>
                  <a:txBody>
                    <a:bodyPr wrap="square" lIns="114300" tIns="114300" rIns="114300" bIns="114300">
                      <a:noAutofit/>
                    </a:bodyPr>
                    <a:lstStyle/>
                    <a:p>
                      <a:r>
                        <a:rPr sz="2250" b="1">
                          <a:solidFill>
                            <a:srgbClr val="FFFFFF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出力の例</a:t>
                      </a:r>
                    </a:p>
                  </a:txBody>
                  <a:tcPr marL="91440" marR="91440" marT="45720" marB="45720" anchor="t">
                    <a:lnR w="9525">
                      <a:solidFill>
                        <a:srgbClr val="D4DEE7"/>
                      </a:solidFill>
                      <a:prstDash val="solid"/>
                    </a:lnR>
                    <a:lnT w="9525">
                      <a:solidFill>
                        <a:srgbClr val="D4DEE7"/>
                      </a:solidFill>
                      <a:prstDash val="solid"/>
                    </a:lnT>
                    <a:lnB w="9525">
                      <a:solidFill>
                        <a:srgbClr val="D4DEE7"/>
                      </a:solidFill>
                      <a:prstDash val="solid"/>
                    </a:lnB>
                    <a:solidFill>
                      <a:srgbClr val="244B63"/>
                    </a:solidFill>
                  </a:tcPr>
                </a:tc>
                <a:tc>
                  <a:txBody>
                    <a:bodyPr wrap="square" lIns="114300" tIns="114300" rIns="114300" bIns="114300">
                      <a:noAutofit/>
                    </a:bodyPr>
                    <a:lstStyle/>
                    <a:p>
                      <a:r>
                        <a:rPr sz="2250" b="1">
                          <a:solidFill>
                            <a:srgbClr val="FFFFFF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人と実行権限</a:t>
                      </a:r>
                    </a:p>
                  </a:txBody>
                  <a:tcPr marL="91440" marR="91440" marT="45720" marB="45720" anchor="t">
                    <a:lnR w="9525">
                      <a:solidFill>
                        <a:srgbClr val="D4DEE7"/>
                      </a:solidFill>
                      <a:prstDash val="solid"/>
                    </a:lnR>
                    <a:lnT w="9525">
                      <a:solidFill>
                        <a:srgbClr val="D4DEE7"/>
                      </a:solidFill>
                      <a:prstDash val="solid"/>
                    </a:lnT>
                    <a:lnB w="9525">
                      <a:solidFill>
                        <a:srgbClr val="D4DEE7"/>
                      </a:solidFill>
                      <a:prstDash val="solid"/>
                    </a:lnB>
                    <a:solidFill>
                      <a:srgbClr val="244B63"/>
                    </a:solidFill>
                  </a:tcPr>
                </a:tc>
              </a:tr>
              <a:tr h="1857375">
                <a:tc>
                  <a:txBody>
                    <a:bodyPr wrap="square" lIns="114300" tIns="114300" rIns="114300" bIns="114300">
                      <a:noAutofit/>
                    </a:bodyPr>
                    <a:lstStyle/>
                    <a:p>
                      <a:r>
                        <a:rPr sz="2175" b="1">
                          <a:solidFill>
                            <a:srgbClr val="18354C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制御開発環境</a:t>
                      </a:r>
                    </a:p>
                    <a:p>
                      <a:r>
                        <a:rPr sz="2175" b="1">
                          <a:solidFill>
                            <a:srgbClr val="18354C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CoAgent Engineering [S04]</a:t>
                      </a:r>
                    </a:p>
                  </a:txBody>
                  <a:tcPr marL="91440" marR="91440" marT="45720" marB="45720" anchor="t">
                    <a:lnL w="9525">
                      <a:solidFill>
                        <a:srgbClr val="D4DEE7"/>
                      </a:solidFill>
                      <a:prstDash val="solid"/>
                    </a:lnL>
                    <a:lnR w="9525">
                      <a:solidFill>
                        <a:srgbClr val="D4DEE7"/>
                      </a:solidFill>
                      <a:prstDash val="solid"/>
                    </a:lnR>
                    <a:lnB w="9525">
                      <a:solidFill>
                        <a:srgbClr val="D4DEE7"/>
                      </a:solidFill>
                      <a:prstDash val="solid"/>
                    </a:lnB>
                    <a:solidFill>
                      <a:srgbClr val="EEF3F8"/>
                    </a:solidFill>
                  </a:tcPr>
                </a:tc>
                <a:tc>
                  <a:txBody>
                    <a:bodyPr wrap="square" lIns="114300" tIns="114300" rIns="114300" bIns="114300">
                      <a:noAutofit/>
                    </a:bodyPr>
                    <a:lstStyle/>
                    <a:p>
                      <a:r>
                        <a:rPr sz="2175" b="0">
                          <a:solidFill>
                            <a:srgbClr val="18354C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PLC、I/O構成、HMIの設計</a:t>
                      </a:r>
                    </a:p>
                  </a:txBody>
                  <a:tcPr marL="91440" marR="91440" marT="45720" marB="45720" anchor="t">
                    <a:lnR w="9525">
                      <a:solidFill>
                        <a:srgbClr val="D4DEE7"/>
                      </a:solidFill>
                      <a:prstDash val="solid"/>
                    </a:lnR>
                    <a:lnB w="9525">
                      <a:solidFill>
                        <a:srgbClr val="D4DEE7"/>
                      </a:solidFill>
                      <a:prstDash val="solid"/>
                    </a:lnB>
                    <a:solidFill>
                      <a:srgbClr val="EEF3F8"/>
                    </a:solidFill>
                  </a:tcPr>
                </a:tc>
                <a:tc>
                  <a:txBody>
                    <a:bodyPr wrap="square" lIns="114300" tIns="114300" rIns="114300" bIns="114300">
                      <a:noAutofit/>
                    </a:bodyPr>
                    <a:lstStyle/>
                    <a:p>
                      <a:r>
                        <a:rPr sz="2175" b="0">
                          <a:solidFill>
                            <a:srgbClr val="18354C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コード案、構成案、画面案</a:t>
                      </a:r>
                    </a:p>
                  </a:txBody>
                  <a:tcPr marL="91440" marR="91440" marT="45720" marB="45720" anchor="t">
                    <a:lnR w="9525">
                      <a:solidFill>
                        <a:srgbClr val="D4DEE7"/>
                      </a:solidFill>
                      <a:prstDash val="solid"/>
                    </a:lnR>
                    <a:lnB w="9525">
                      <a:solidFill>
                        <a:srgbClr val="D4DEE7"/>
                      </a:solidFill>
                      <a:prstDash val="solid"/>
                    </a:lnB>
                    <a:solidFill>
                      <a:srgbClr val="EEF3F8"/>
                    </a:solidFill>
                  </a:tcPr>
                </a:tc>
                <a:tc>
                  <a:txBody>
                    <a:bodyPr wrap="square" lIns="114300" tIns="114300" rIns="114300" bIns="114300">
                      <a:noAutofit/>
                    </a:bodyPr>
                    <a:lstStyle/>
                    <a:p>
                      <a:r>
                        <a:rPr sz="2175" b="0">
                          <a:solidFill>
                            <a:srgbClr val="18354C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専門家が確認・承認。</a:t>
                      </a:r>
                    </a:p>
                    <a:p>
                      <a:r>
                        <a:rPr sz="2175" b="0">
                          <a:solidFill>
                            <a:srgbClr val="18354C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実機起動等の権限は未確認。</a:t>
                      </a:r>
                    </a:p>
                  </a:txBody>
                  <a:tcPr marL="91440" marR="91440" marT="45720" marB="45720" anchor="t">
                    <a:lnR w="9525">
                      <a:solidFill>
                        <a:srgbClr val="D4DEE7"/>
                      </a:solidFill>
                      <a:prstDash val="solid"/>
                    </a:lnR>
                    <a:lnB w="9525">
                      <a:solidFill>
                        <a:srgbClr val="D4DEE7"/>
                      </a:solidFill>
                      <a:prstDash val="solid"/>
                    </a:lnB>
                    <a:solidFill>
                      <a:srgbClr val="EEF3F8"/>
                    </a:solidFill>
                  </a:tcPr>
                </a:tc>
              </a:tr>
              <a:tr h="1857375">
                <a:tc>
                  <a:txBody>
                    <a:bodyPr wrap="square" lIns="114300" tIns="114300" rIns="114300" bIns="114300">
                      <a:noAutofit/>
                    </a:bodyPr>
                    <a:lstStyle/>
                    <a:p>
                      <a:r>
                        <a:rPr sz="2175" b="1">
                          <a:solidFill>
                            <a:srgbClr val="18354C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電気設計環境</a:t>
                      </a:r>
                    </a:p>
                    <a:p>
                      <a:r>
                        <a:rPr sz="2175" b="1">
                          <a:solidFill>
                            <a:srgbClr val="18354C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Eplan Copilot [S06]</a:t>
                      </a:r>
                    </a:p>
                  </a:txBody>
                  <a:tcPr marL="91440" marR="91440" marT="45720" marB="45720" anchor="t">
                    <a:lnL w="9525">
                      <a:solidFill>
                        <a:srgbClr val="D4DEE7"/>
                      </a:solidFill>
                      <a:prstDash val="solid"/>
                    </a:lnL>
                    <a:lnR w="9525">
                      <a:solidFill>
                        <a:srgbClr val="D4DEE7"/>
                      </a:solidFill>
                      <a:prstDash val="solid"/>
                    </a:lnR>
                    <a:lnB w="9525">
                      <a:solidFill>
                        <a:srgbClr val="D4DE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114300" tIns="114300" rIns="114300" bIns="114300">
                      <a:noAutofit/>
                    </a:bodyPr>
                    <a:lstStyle/>
                    <a:p>
                      <a:r>
                        <a:rPr sz="2175" b="0">
                          <a:solidFill>
                            <a:srgbClr val="18354C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文脈に合う情報と</a:t>
                      </a:r>
                    </a:p>
                    <a:p>
                      <a:r>
                        <a:rPr sz="2175" b="0">
                          <a:solidFill>
                            <a:srgbClr val="18354C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操作手順を探す</a:t>
                      </a:r>
                    </a:p>
                  </a:txBody>
                  <a:tcPr marL="91440" marR="91440" marT="45720" marB="45720" anchor="t">
                    <a:lnR w="9525">
                      <a:solidFill>
                        <a:srgbClr val="D4DEE7"/>
                      </a:solidFill>
                      <a:prstDash val="solid"/>
                    </a:lnR>
                    <a:lnB w="9525">
                      <a:solidFill>
                        <a:srgbClr val="D4DE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114300" tIns="114300" rIns="114300" bIns="114300">
                      <a:noAutofit/>
                    </a:bodyPr>
                    <a:lstStyle/>
                    <a:p>
                      <a:r>
                        <a:rPr sz="2175" b="0">
                          <a:solidFill>
                            <a:srgbClr val="18354C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回答、推奨、手順</a:t>
                      </a:r>
                    </a:p>
                  </a:txBody>
                  <a:tcPr marL="91440" marR="91440" marT="45720" marB="45720" anchor="t">
                    <a:lnR w="9525">
                      <a:solidFill>
                        <a:srgbClr val="D4DEE7"/>
                      </a:solidFill>
                      <a:prstDash val="solid"/>
                    </a:lnR>
                    <a:lnB w="9525">
                      <a:solidFill>
                        <a:srgbClr val="D4DE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114300" tIns="114300" rIns="114300" bIns="114300">
                      <a:noAutofit/>
                    </a:bodyPr>
                    <a:lstStyle/>
                    <a:p>
                      <a:r>
                        <a:rPr sz="2175" b="0">
                          <a:solidFill>
                            <a:srgbClr val="18354C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人が意思決定。</a:t>
                      </a:r>
                    </a:p>
                    <a:p>
                      <a:r>
                        <a:rPr sz="2175" b="0">
                          <a:solidFill>
                            <a:srgbClr val="18354C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設計変更の自動採用は未確認。</a:t>
                      </a:r>
                    </a:p>
                  </a:txBody>
                  <a:tcPr marL="91440" marR="91440" marT="45720" marB="45720" anchor="t">
                    <a:lnR w="9525">
                      <a:solidFill>
                        <a:srgbClr val="D4DEE7"/>
                      </a:solidFill>
                      <a:prstDash val="solid"/>
                    </a:lnR>
                    <a:lnB w="9525">
                      <a:solidFill>
                        <a:srgbClr val="D4DE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1857375">
                <a:tc>
                  <a:txBody>
                    <a:bodyPr wrap="square" lIns="114300" tIns="114300" rIns="114300" bIns="114300">
                      <a:noAutofit/>
                    </a:bodyPr>
                    <a:lstStyle/>
                    <a:p>
                      <a:r>
                        <a:rPr sz="2175" b="1">
                          <a:solidFill>
                            <a:srgbClr val="18354C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設備の運用支援</a:t>
                      </a:r>
                    </a:p>
                    <a:p>
                      <a:r>
                        <a:rPr sz="2175" b="1">
                          <a:solidFill>
                            <a:srgbClr val="18354C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CoAgent Operations [S05]</a:t>
                      </a:r>
                    </a:p>
                  </a:txBody>
                  <a:tcPr marL="91440" marR="91440" marT="45720" marB="45720" anchor="t">
                    <a:lnL w="9525">
                      <a:solidFill>
                        <a:srgbClr val="D4DEE7"/>
                      </a:solidFill>
                      <a:prstDash val="solid"/>
                    </a:lnL>
                    <a:lnR w="9525">
                      <a:solidFill>
                        <a:srgbClr val="D4DEE7"/>
                      </a:solidFill>
                      <a:prstDash val="solid"/>
                    </a:lnR>
                    <a:lnB w="9525">
                      <a:solidFill>
                        <a:srgbClr val="D4DEE7"/>
                      </a:solidFill>
                      <a:prstDash val="solid"/>
                    </a:lnB>
                    <a:solidFill>
                      <a:srgbClr val="EEF3F8"/>
                    </a:solidFill>
                  </a:tcPr>
                </a:tc>
                <a:tc>
                  <a:txBody>
                    <a:bodyPr wrap="square" lIns="114300" tIns="114300" rIns="114300" bIns="114300">
                      <a:noAutofit/>
                    </a:bodyPr>
                    <a:lstStyle/>
                    <a:p>
                      <a:r>
                        <a:rPr sz="2175" b="0">
                          <a:solidFill>
                            <a:srgbClr val="18354C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機械データと文書から原因・対処を検討</a:t>
                      </a:r>
                    </a:p>
                  </a:txBody>
                  <a:tcPr marL="91440" marR="91440" marT="45720" marB="45720" anchor="t">
                    <a:lnR w="9525">
                      <a:solidFill>
                        <a:srgbClr val="D4DEE7"/>
                      </a:solidFill>
                      <a:prstDash val="solid"/>
                    </a:lnR>
                    <a:lnB w="9525">
                      <a:solidFill>
                        <a:srgbClr val="D4DEE7"/>
                      </a:solidFill>
                      <a:prstDash val="solid"/>
                    </a:lnB>
                    <a:solidFill>
                      <a:srgbClr val="EEF3F8"/>
                    </a:solidFill>
                  </a:tcPr>
                </a:tc>
                <a:tc>
                  <a:txBody>
                    <a:bodyPr wrap="square" lIns="114300" tIns="114300" rIns="114300" bIns="114300">
                      <a:noAutofit/>
                    </a:bodyPr>
                    <a:lstStyle/>
                    <a:p>
                      <a:r>
                        <a:rPr sz="2175" b="0">
                          <a:solidFill>
                            <a:srgbClr val="18354C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原因仮説、対処案</a:t>
                      </a:r>
                    </a:p>
                  </a:txBody>
                  <a:tcPr marL="91440" marR="91440" marT="45720" marB="45720" anchor="t">
                    <a:lnR w="9525">
                      <a:solidFill>
                        <a:srgbClr val="D4DEE7"/>
                      </a:solidFill>
                      <a:prstDash val="solid"/>
                    </a:lnR>
                    <a:lnB w="9525">
                      <a:solidFill>
                        <a:srgbClr val="D4DEE7"/>
                      </a:solidFill>
                      <a:prstDash val="solid"/>
                    </a:lnB>
                    <a:solidFill>
                      <a:srgbClr val="EEF3F8"/>
                    </a:solidFill>
                  </a:tcPr>
                </a:tc>
                <a:tc>
                  <a:txBody>
                    <a:bodyPr wrap="square" lIns="114300" tIns="114300" rIns="114300" bIns="114300">
                      <a:noAutofit/>
                    </a:bodyPr>
                    <a:lstStyle/>
                    <a:p>
                      <a:r>
                        <a:rPr sz="2175" b="0">
                          <a:solidFill>
                            <a:srgbClr val="18354C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専門家が制御権を保持。</a:t>
                      </a:r>
                    </a:p>
                    <a:p>
                      <a:r>
                        <a:rPr sz="2175" b="0">
                          <a:solidFill>
                            <a:srgbClr val="18354C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提供時期・書込範囲等は要確認。</a:t>
                      </a:r>
                    </a:p>
                  </a:txBody>
                  <a:tcPr marL="91440" marR="91440" marT="45720" marB="45720" anchor="t">
                    <a:lnR w="9525">
                      <a:solidFill>
                        <a:srgbClr val="D4DEE7"/>
                      </a:solidFill>
                      <a:prstDash val="solid"/>
                    </a:lnR>
                    <a:lnB w="9525">
                      <a:solidFill>
                        <a:srgbClr val="D4DEE7"/>
                      </a:solidFill>
                      <a:prstDash val="solid"/>
                    </a:lnB>
                    <a:solidFill>
                      <a:srgbClr val="EEF3F8"/>
                    </a:solidFill>
                  </a:tcPr>
                </a:tc>
              </a:tr>
            </a:tbl>
          </a:graphicData>
        </a:graphic>
      </p:graphicFrame>
      <p:sp>
        <p:nvSpPr>
          <p:cNvPr id="4" name="limit">
            <a:extLst xmlns:a="http://schemas.openxmlformats.org/drawingml/2006/main">
              <a:ext uri="{FF2B5EF4-FFF2-40B4-BE49-F238E27FC236}">
                <a16:creationId xmlns:a16="http://schemas.microsoft.com/office/drawing/2014/main" id="{81612EA1-C4AC-4B99-9EFD-DDE55D25D8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9591675"/>
            <a:ext cx="1604962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500" b="0">
                <a:solidFill>
                  <a:srgbClr val="64778A"/>
                </a:solidFill>
                <a:latin typeface="Noto Sans JP"/>
                <a:ea typeface="Noto Sans JP"/>
                <a:cs typeface="Noto Sans JP"/>
              </a:defRPr>
            </a:defPPr>
            <a:lvl1pPr>
              <a:defRPr sz="1500" b="0">
                <a:solidFill>
                  <a:srgbClr val="64778A"/>
                </a:solidFill>
                <a:latin typeface="Noto Sans JP"/>
                <a:ea typeface="Noto Sans JP"/>
                <a:cs typeface="Noto Sans JP"/>
              </a:defRPr>
            </a:lvl1pPr>
            <a:lvl2pPr>
              <a:defRPr sz="1500" b="0">
                <a:solidFill>
                  <a:srgbClr val="64778A"/>
                </a:solidFill>
                <a:latin typeface="Noto Sans JP"/>
                <a:ea typeface="Noto Sans JP"/>
                <a:cs typeface="Noto Sans JP"/>
              </a:defRPr>
            </a:lvl2pPr>
            <a:lvl3pPr>
              <a:defRPr sz="1500" b="0">
                <a:solidFill>
                  <a:srgbClr val="64778A"/>
                </a:solidFill>
                <a:latin typeface="Noto Sans JP"/>
                <a:ea typeface="Noto Sans JP"/>
                <a:cs typeface="Noto Sans JP"/>
              </a:defRPr>
            </a:lvl3pPr>
            <a:lvl4pPr>
              <a:defRPr sz="1500" b="0">
                <a:solidFill>
                  <a:srgbClr val="64778A"/>
                </a:solidFill>
                <a:latin typeface="Noto Sans JP"/>
                <a:ea typeface="Noto Sans JP"/>
                <a:cs typeface="Noto Sans JP"/>
              </a:defRPr>
            </a:lvl4pPr>
            <a:lvl5pPr>
              <a:defRPr sz="1500" b="0">
                <a:solidFill>
                  <a:srgbClr val="64778A"/>
                </a:solidFill>
                <a:latin typeface="Noto Sans JP"/>
                <a:ea typeface="Noto Sans JP"/>
                <a:cs typeface="Noto Sans JP"/>
              </a:defRPr>
            </a:lvl5pPr>
            <a:lvl6pPr>
              <a:defRPr sz="1500" b="0">
                <a:solidFill>
                  <a:srgbClr val="64778A"/>
                </a:solidFill>
                <a:latin typeface="Noto Sans JP"/>
                <a:ea typeface="Noto Sans JP"/>
                <a:cs typeface="Noto Sans JP"/>
              </a:defRPr>
            </a:lvl6pPr>
            <a:lvl7pPr>
              <a:defRPr sz="1500" b="0">
                <a:solidFill>
                  <a:srgbClr val="64778A"/>
                </a:solidFill>
                <a:latin typeface="Noto Sans JP"/>
                <a:ea typeface="Noto Sans JP"/>
                <a:cs typeface="Noto Sans JP"/>
              </a:defRPr>
            </a:lvl7pPr>
            <a:lvl8pPr>
              <a:defRPr sz="1500" b="0">
                <a:solidFill>
                  <a:srgbClr val="64778A"/>
                </a:solidFill>
                <a:latin typeface="Noto Sans JP"/>
                <a:ea typeface="Noto Sans JP"/>
                <a:cs typeface="Noto Sans JP"/>
              </a:defRPr>
            </a:lvl8pPr>
            <a:lvl9pPr>
              <a:defRPr sz="1500" b="0">
                <a:solidFill>
                  <a:srgbClr val="64778A"/>
                </a:solidFill>
                <a:latin typeface="Noto Sans JP"/>
                <a:ea typeface="Noto Sans JP"/>
                <a:cs typeface="Noto Sans JP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64778A"/>
                </a:solidFill>
                <a:latin typeface="Noto Sans JP"/>
                <a:ea typeface="Noto Sans JP"/>
                <a:cs typeface="Noto Sans JP"/>
              </a:defRPr>
            </a:pPr>
            <a:r>
              <a:rPr sz="1500" b="0">
                <a:solidFill>
                  <a:srgbClr val="64778A"/>
                </a:solidFill>
                <a:latin typeface="Noto Sans JP"/>
                <a:ea typeface="Noto Sans JP"/>
                <a:cs typeface="Noto Sans JP"/>
              </a:rPr>
              <a:t>PLCコード支援は2023、I/O・HMIは2025にも公式説明あり。製品発表を完全自律運転の実績としない。</a:t>
            </a:r>
          </a:p>
        </p:txBody>
      </p:sp>
      <p:sp>
        <p:nvSpPr>
          <p:cNvPr id="5" name="page">
            <a:extLst xmlns:a="http://schemas.openxmlformats.org/drawingml/2006/main">
              <a:ext uri="{FF2B5EF4-FFF2-40B4-BE49-F238E27FC236}">
                <a16:creationId xmlns:a16="http://schemas.microsoft.com/office/drawing/2014/main" id="{63619BCB-2DA3-4409-8794-90EA4EC9F1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078325" y="9667875"/>
            <a:ext cx="457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500" b="0">
                <a:solidFill>
                  <a:srgbClr val="64778A"/>
                </a:solidFill>
                <a:latin typeface="Noto Sans JP"/>
                <a:ea typeface="Noto Sans JP"/>
                <a:cs typeface="Noto Sans JP"/>
              </a:defRPr>
            </a:defPPr>
            <a:lvl1pPr>
              <a:defRPr sz="1500" b="0">
                <a:solidFill>
                  <a:srgbClr val="64778A"/>
                </a:solidFill>
                <a:latin typeface="Noto Sans JP"/>
                <a:ea typeface="Noto Sans JP"/>
                <a:cs typeface="Noto Sans JP"/>
              </a:defRPr>
            </a:lvl1pPr>
            <a:lvl2pPr>
              <a:defRPr sz="1500" b="0">
                <a:solidFill>
                  <a:srgbClr val="64778A"/>
                </a:solidFill>
                <a:latin typeface="Noto Sans JP"/>
                <a:ea typeface="Noto Sans JP"/>
                <a:cs typeface="Noto Sans JP"/>
              </a:defRPr>
            </a:lvl2pPr>
            <a:lvl3pPr>
              <a:defRPr sz="1500" b="0">
                <a:solidFill>
                  <a:srgbClr val="64778A"/>
                </a:solidFill>
                <a:latin typeface="Noto Sans JP"/>
                <a:ea typeface="Noto Sans JP"/>
                <a:cs typeface="Noto Sans JP"/>
              </a:defRPr>
            </a:lvl3pPr>
            <a:lvl4pPr>
              <a:defRPr sz="1500" b="0">
                <a:solidFill>
                  <a:srgbClr val="64778A"/>
                </a:solidFill>
                <a:latin typeface="Noto Sans JP"/>
                <a:ea typeface="Noto Sans JP"/>
                <a:cs typeface="Noto Sans JP"/>
              </a:defRPr>
            </a:lvl4pPr>
            <a:lvl5pPr>
              <a:defRPr sz="1500" b="0">
                <a:solidFill>
                  <a:srgbClr val="64778A"/>
                </a:solidFill>
                <a:latin typeface="Noto Sans JP"/>
                <a:ea typeface="Noto Sans JP"/>
                <a:cs typeface="Noto Sans JP"/>
              </a:defRPr>
            </a:lvl5pPr>
            <a:lvl6pPr>
              <a:defRPr sz="1500" b="0">
                <a:solidFill>
                  <a:srgbClr val="64778A"/>
                </a:solidFill>
                <a:latin typeface="Noto Sans JP"/>
                <a:ea typeface="Noto Sans JP"/>
                <a:cs typeface="Noto Sans JP"/>
              </a:defRPr>
            </a:lvl6pPr>
            <a:lvl7pPr>
              <a:defRPr sz="1500" b="0">
                <a:solidFill>
                  <a:srgbClr val="64778A"/>
                </a:solidFill>
                <a:latin typeface="Noto Sans JP"/>
                <a:ea typeface="Noto Sans JP"/>
                <a:cs typeface="Noto Sans JP"/>
              </a:defRPr>
            </a:lvl7pPr>
            <a:lvl8pPr>
              <a:defRPr sz="1500" b="0">
                <a:solidFill>
                  <a:srgbClr val="64778A"/>
                </a:solidFill>
                <a:latin typeface="Noto Sans JP"/>
                <a:ea typeface="Noto Sans JP"/>
                <a:cs typeface="Noto Sans JP"/>
              </a:defRPr>
            </a:lvl8pPr>
            <a:lvl9pPr>
              <a:defRPr sz="1500" b="0">
                <a:solidFill>
                  <a:srgbClr val="64778A"/>
                </a:solidFill>
                <a:latin typeface="Noto Sans JP"/>
                <a:ea typeface="Noto Sans JP"/>
                <a:cs typeface="Noto Sans JP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64778A"/>
                </a:solidFill>
                <a:latin typeface="Noto Sans JP"/>
                <a:ea typeface="Noto Sans JP"/>
                <a:cs typeface="Noto Sans JP"/>
              </a:defRPr>
            </a:pPr>
            <a:r>
              <a:rPr sz="1500" b="0">
                <a:solidFill>
                  <a:srgbClr val="64778A"/>
                </a:solidFill>
                <a:latin typeface="Noto Sans JP"/>
                <a:ea typeface="Noto Sans JP"/>
                <a:cs typeface="Noto Sans JP"/>
              </a:rPr>
              <a:t>04</a:t>
            </a:r>
          </a:p>
        </p:txBody>
      </p:sp>
      <p:sp>
        <p:nvSpPr>
          <p:cNvPr id="6" name="source-S04">
            <a:extLst xmlns:a="http://schemas.openxmlformats.org/drawingml/2006/main">
              <a:ext uri="{FF2B5EF4-FFF2-40B4-BE49-F238E27FC236}">
                <a16:creationId xmlns:a16="http://schemas.microsoft.com/office/drawing/2014/main" id="{24D85427-499C-43A0-8BFD-5E81766DB0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9172575"/>
            <a:ext cx="9048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500" b="0">
                <a:solidFill>
                  <a:srgbClr val="225B92"/>
                </a:solidFill>
                <a:latin typeface="Noto Sans JP"/>
                <a:ea typeface="Noto Sans JP"/>
                <a:cs typeface="Noto Sans JP"/>
              </a:defRPr>
            </a:defPPr>
            <a:lvl1pPr>
              <a:defRPr sz="1500" b="0">
                <a:solidFill>
                  <a:srgbClr val="225B92"/>
                </a:solidFill>
                <a:latin typeface="Noto Sans JP"/>
                <a:ea typeface="Noto Sans JP"/>
                <a:cs typeface="Noto Sans JP"/>
              </a:defRPr>
            </a:lvl1pPr>
            <a:lvl2pPr>
              <a:defRPr sz="1500" b="0">
                <a:solidFill>
                  <a:srgbClr val="225B92"/>
                </a:solidFill>
                <a:latin typeface="Noto Sans JP"/>
                <a:ea typeface="Noto Sans JP"/>
                <a:cs typeface="Noto Sans JP"/>
              </a:defRPr>
            </a:lvl2pPr>
            <a:lvl3pPr>
              <a:defRPr sz="1500" b="0">
                <a:solidFill>
                  <a:srgbClr val="225B92"/>
                </a:solidFill>
                <a:latin typeface="Noto Sans JP"/>
                <a:ea typeface="Noto Sans JP"/>
                <a:cs typeface="Noto Sans JP"/>
              </a:defRPr>
            </a:lvl3pPr>
            <a:lvl4pPr>
              <a:defRPr sz="1500" b="0">
                <a:solidFill>
                  <a:srgbClr val="225B92"/>
                </a:solidFill>
                <a:latin typeface="Noto Sans JP"/>
                <a:ea typeface="Noto Sans JP"/>
                <a:cs typeface="Noto Sans JP"/>
              </a:defRPr>
            </a:lvl4pPr>
            <a:lvl5pPr>
              <a:defRPr sz="1500" b="0">
                <a:solidFill>
                  <a:srgbClr val="225B92"/>
                </a:solidFill>
                <a:latin typeface="Noto Sans JP"/>
                <a:ea typeface="Noto Sans JP"/>
                <a:cs typeface="Noto Sans JP"/>
              </a:defRPr>
            </a:lvl5pPr>
            <a:lvl6pPr>
              <a:defRPr sz="1500" b="0">
                <a:solidFill>
                  <a:srgbClr val="225B92"/>
                </a:solidFill>
                <a:latin typeface="Noto Sans JP"/>
                <a:ea typeface="Noto Sans JP"/>
                <a:cs typeface="Noto Sans JP"/>
              </a:defRPr>
            </a:lvl6pPr>
            <a:lvl7pPr>
              <a:defRPr sz="1500" b="0">
                <a:solidFill>
                  <a:srgbClr val="225B92"/>
                </a:solidFill>
                <a:latin typeface="Noto Sans JP"/>
                <a:ea typeface="Noto Sans JP"/>
                <a:cs typeface="Noto Sans JP"/>
              </a:defRPr>
            </a:lvl7pPr>
            <a:lvl8pPr>
              <a:defRPr sz="1500" b="0">
                <a:solidFill>
                  <a:srgbClr val="225B92"/>
                </a:solidFill>
                <a:latin typeface="Noto Sans JP"/>
                <a:ea typeface="Noto Sans JP"/>
                <a:cs typeface="Noto Sans JP"/>
              </a:defRPr>
            </a:lvl8pPr>
            <a:lvl9pPr>
              <a:defRPr sz="1500" b="0">
                <a:solidFill>
                  <a:srgbClr val="225B92"/>
                </a:solidFill>
                <a:latin typeface="Noto Sans JP"/>
                <a:ea typeface="Noto Sans JP"/>
                <a:cs typeface="Noto Sans JP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225B92"/>
                </a:solidFill>
                <a:latin typeface="Noto Sans JP"/>
                <a:ea typeface="Noto Sans JP"/>
                <a:cs typeface="Noto Sans JP"/>
              </a:defRPr>
            </a:pPr>
            <a:r>
              <a:rPr sz="1500" b="0">
                <a:solidFill>
                  <a:srgbClr val="225B92"/>
                </a:solidFill>
                <a:latin typeface="Noto Sans JP"/>
                <a:ea typeface="Noto Sans JP"/>
                <a:cs typeface="Noto Sans JP"/>
                <a:hlinkClick xmlns:r="http://schemas.openxmlformats.org/officeDocument/2006/relationships" r:id="R599edf2aafcc4f4c"/>
              </a:rPr>
              <a:t>S04</a:t>
            </a:r>
          </a:p>
        </p:txBody>
      </p:sp>
      <p:sp>
        <p:nvSpPr>
          <p:cNvPr id="7" name="source-S05">
            <a:extLst xmlns:a="http://schemas.openxmlformats.org/drawingml/2006/main">
              <a:ext uri="{FF2B5EF4-FFF2-40B4-BE49-F238E27FC236}">
                <a16:creationId xmlns:a16="http://schemas.microsoft.com/office/drawing/2014/main" id="{2416A6D7-031B-4C4F-ABFD-613B9C14D0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81175" y="9172575"/>
            <a:ext cx="9048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500" b="0">
                <a:solidFill>
                  <a:srgbClr val="225B92"/>
                </a:solidFill>
                <a:latin typeface="Noto Sans JP"/>
                <a:ea typeface="Noto Sans JP"/>
                <a:cs typeface="Noto Sans JP"/>
              </a:defRPr>
            </a:defPPr>
            <a:lvl1pPr>
              <a:defRPr sz="1500" b="0">
                <a:solidFill>
                  <a:srgbClr val="225B92"/>
                </a:solidFill>
                <a:latin typeface="Noto Sans JP"/>
                <a:ea typeface="Noto Sans JP"/>
                <a:cs typeface="Noto Sans JP"/>
              </a:defRPr>
            </a:lvl1pPr>
            <a:lvl2pPr>
              <a:defRPr sz="1500" b="0">
                <a:solidFill>
                  <a:srgbClr val="225B92"/>
                </a:solidFill>
                <a:latin typeface="Noto Sans JP"/>
                <a:ea typeface="Noto Sans JP"/>
                <a:cs typeface="Noto Sans JP"/>
              </a:defRPr>
            </a:lvl2pPr>
            <a:lvl3pPr>
              <a:defRPr sz="1500" b="0">
                <a:solidFill>
                  <a:srgbClr val="225B92"/>
                </a:solidFill>
                <a:latin typeface="Noto Sans JP"/>
                <a:ea typeface="Noto Sans JP"/>
                <a:cs typeface="Noto Sans JP"/>
              </a:defRPr>
            </a:lvl3pPr>
            <a:lvl4pPr>
              <a:defRPr sz="1500" b="0">
                <a:solidFill>
                  <a:srgbClr val="225B92"/>
                </a:solidFill>
                <a:latin typeface="Noto Sans JP"/>
                <a:ea typeface="Noto Sans JP"/>
                <a:cs typeface="Noto Sans JP"/>
              </a:defRPr>
            </a:lvl4pPr>
            <a:lvl5pPr>
              <a:defRPr sz="1500" b="0">
                <a:solidFill>
                  <a:srgbClr val="225B92"/>
                </a:solidFill>
                <a:latin typeface="Noto Sans JP"/>
                <a:ea typeface="Noto Sans JP"/>
                <a:cs typeface="Noto Sans JP"/>
              </a:defRPr>
            </a:lvl5pPr>
            <a:lvl6pPr>
              <a:defRPr sz="1500" b="0">
                <a:solidFill>
                  <a:srgbClr val="225B92"/>
                </a:solidFill>
                <a:latin typeface="Noto Sans JP"/>
                <a:ea typeface="Noto Sans JP"/>
                <a:cs typeface="Noto Sans JP"/>
              </a:defRPr>
            </a:lvl6pPr>
            <a:lvl7pPr>
              <a:defRPr sz="1500" b="0">
                <a:solidFill>
                  <a:srgbClr val="225B92"/>
                </a:solidFill>
                <a:latin typeface="Noto Sans JP"/>
                <a:ea typeface="Noto Sans JP"/>
                <a:cs typeface="Noto Sans JP"/>
              </a:defRPr>
            </a:lvl7pPr>
            <a:lvl8pPr>
              <a:defRPr sz="1500" b="0">
                <a:solidFill>
                  <a:srgbClr val="225B92"/>
                </a:solidFill>
                <a:latin typeface="Noto Sans JP"/>
                <a:ea typeface="Noto Sans JP"/>
                <a:cs typeface="Noto Sans JP"/>
              </a:defRPr>
            </a:lvl8pPr>
            <a:lvl9pPr>
              <a:defRPr sz="1500" b="0">
                <a:solidFill>
                  <a:srgbClr val="225B92"/>
                </a:solidFill>
                <a:latin typeface="Noto Sans JP"/>
                <a:ea typeface="Noto Sans JP"/>
                <a:cs typeface="Noto Sans JP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225B92"/>
                </a:solidFill>
                <a:latin typeface="Noto Sans JP"/>
                <a:ea typeface="Noto Sans JP"/>
                <a:cs typeface="Noto Sans JP"/>
              </a:defRPr>
            </a:pPr>
            <a:r>
              <a:rPr sz="1500" b="0">
                <a:solidFill>
                  <a:srgbClr val="225B92"/>
                </a:solidFill>
                <a:latin typeface="Noto Sans JP"/>
                <a:ea typeface="Noto Sans JP"/>
                <a:cs typeface="Noto Sans JP"/>
                <a:hlinkClick xmlns:r="http://schemas.openxmlformats.org/officeDocument/2006/relationships" r:id="Rd00d29e120a442f0"/>
              </a:rPr>
              <a:t>S05</a:t>
            </a:r>
          </a:p>
        </p:txBody>
      </p:sp>
      <p:sp>
        <p:nvSpPr>
          <p:cNvPr id="8" name="source-S06">
            <a:extLst xmlns:a="http://schemas.openxmlformats.org/drawingml/2006/main">
              <a:ext uri="{FF2B5EF4-FFF2-40B4-BE49-F238E27FC236}">
                <a16:creationId xmlns:a16="http://schemas.microsoft.com/office/drawing/2014/main" id="{6DE6F733-EDFD-4AD8-BCF1-46B86DE897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9172575"/>
            <a:ext cx="9048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500" b="0">
                <a:solidFill>
                  <a:srgbClr val="225B92"/>
                </a:solidFill>
                <a:latin typeface="Noto Sans JP"/>
                <a:ea typeface="Noto Sans JP"/>
                <a:cs typeface="Noto Sans JP"/>
              </a:defRPr>
            </a:defPPr>
            <a:lvl1pPr>
              <a:defRPr sz="1500" b="0">
                <a:solidFill>
                  <a:srgbClr val="225B92"/>
                </a:solidFill>
                <a:latin typeface="Noto Sans JP"/>
                <a:ea typeface="Noto Sans JP"/>
                <a:cs typeface="Noto Sans JP"/>
              </a:defRPr>
            </a:lvl1pPr>
            <a:lvl2pPr>
              <a:defRPr sz="1500" b="0">
                <a:solidFill>
                  <a:srgbClr val="225B92"/>
                </a:solidFill>
                <a:latin typeface="Noto Sans JP"/>
                <a:ea typeface="Noto Sans JP"/>
                <a:cs typeface="Noto Sans JP"/>
              </a:defRPr>
            </a:lvl2pPr>
            <a:lvl3pPr>
              <a:defRPr sz="1500" b="0">
                <a:solidFill>
                  <a:srgbClr val="225B92"/>
                </a:solidFill>
                <a:latin typeface="Noto Sans JP"/>
                <a:ea typeface="Noto Sans JP"/>
                <a:cs typeface="Noto Sans JP"/>
              </a:defRPr>
            </a:lvl3pPr>
            <a:lvl4pPr>
              <a:defRPr sz="1500" b="0">
                <a:solidFill>
                  <a:srgbClr val="225B92"/>
                </a:solidFill>
                <a:latin typeface="Noto Sans JP"/>
                <a:ea typeface="Noto Sans JP"/>
                <a:cs typeface="Noto Sans JP"/>
              </a:defRPr>
            </a:lvl4pPr>
            <a:lvl5pPr>
              <a:defRPr sz="1500" b="0">
                <a:solidFill>
                  <a:srgbClr val="225B92"/>
                </a:solidFill>
                <a:latin typeface="Noto Sans JP"/>
                <a:ea typeface="Noto Sans JP"/>
                <a:cs typeface="Noto Sans JP"/>
              </a:defRPr>
            </a:lvl5pPr>
            <a:lvl6pPr>
              <a:defRPr sz="1500" b="0">
                <a:solidFill>
                  <a:srgbClr val="225B92"/>
                </a:solidFill>
                <a:latin typeface="Noto Sans JP"/>
                <a:ea typeface="Noto Sans JP"/>
                <a:cs typeface="Noto Sans JP"/>
              </a:defRPr>
            </a:lvl6pPr>
            <a:lvl7pPr>
              <a:defRPr sz="1500" b="0">
                <a:solidFill>
                  <a:srgbClr val="225B92"/>
                </a:solidFill>
                <a:latin typeface="Noto Sans JP"/>
                <a:ea typeface="Noto Sans JP"/>
                <a:cs typeface="Noto Sans JP"/>
              </a:defRPr>
            </a:lvl7pPr>
            <a:lvl8pPr>
              <a:defRPr sz="1500" b="0">
                <a:solidFill>
                  <a:srgbClr val="225B92"/>
                </a:solidFill>
                <a:latin typeface="Noto Sans JP"/>
                <a:ea typeface="Noto Sans JP"/>
                <a:cs typeface="Noto Sans JP"/>
              </a:defRPr>
            </a:lvl8pPr>
            <a:lvl9pPr>
              <a:defRPr sz="1500" b="0">
                <a:solidFill>
                  <a:srgbClr val="225B92"/>
                </a:solidFill>
                <a:latin typeface="Noto Sans JP"/>
                <a:ea typeface="Noto Sans JP"/>
                <a:cs typeface="Noto Sans JP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225B92"/>
                </a:solidFill>
                <a:latin typeface="Noto Sans JP"/>
                <a:ea typeface="Noto Sans JP"/>
                <a:cs typeface="Noto Sans JP"/>
              </a:defRPr>
            </a:pPr>
            <a:r>
              <a:rPr sz="1500" b="0">
                <a:solidFill>
                  <a:srgbClr val="225B92"/>
                </a:solidFill>
                <a:latin typeface="Noto Sans JP"/>
                <a:ea typeface="Noto Sans JP"/>
                <a:cs typeface="Noto Sans JP"/>
                <a:hlinkClick xmlns:r="http://schemas.openxmlformats.org/officeDocument/2006/relationships" r:id="R29590eb8a5f544db"/>
              </a:rPr>
              <a:t>S06</a:t>
            </a:r>
          </a:p>
        </p:txBody>
      </p:sp>
    </p:spTree>
    <p:extLst>
      <p:ext uri="{BB962C8B-B14F-4D97-AF65-F5344CB8AC3E}">
        <p14:creationId xmlns:p14="http://schemas.microsoft.com/office/powerpoint/2010/main" val="1738630551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title">
            <a:extLst xmlns:a="http://schemas.openxmlformats.org/drawingml/2006/main">
              <a:ext uri="{FF2B5EF4-FFF2-40B4-BE49-F238E27FC236}">
                <a16:creationId xmlns:a16="http://schemas.microsoft.com/office/drawing/2014/main" id="{FCCED100-5811-4FF1-BC61-A560E5DE46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57200"/>
            <a:ext cx="16764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3375" b="1">
                <a:solidFill>
                  <a:srgbClr val="18354C"/>
                </a:solidFill>
                <a:latin typeface="Noto Sans JP"/>
                <a:ea typeface="Noto Sans JP"/>
                <a:cs typeface="Noto Sans JP"/>
              </a:defRPr>
            </a:defPPr>
            <a:lvl1pPr>
              <a:defRPr sz="3375" b="1">
                <a:solidFill>
                  <a:srgbClr val="18354C"/>
                </a:solidFill>
                <a:latin typeface="Noto Sans JP"/>
                <a:ea typeface="Noto Sans JP"/>
                <a:cs typeface="Noto Sans JP"/>
              </a:defRPr>
            </a:lvl1pPr>
            <a:lvl2pPr>
              <a:defRPr sz="3375" b="1">
                <a:solidFill>
                  <a:srgbClr val="18354C"/>
                </a:solidFill>
                <a:latin typeface="Noto Sans JP"/>
                <a:ea typeface="Noto Sans JP"/>
                <a:cs typeface="Noto Sans JP"/>
              </a:defRPr>
            </a:lvl2pPr>
            <a:lvl3pPr>
              <a:defRPr sz="3375" b="1">
                <a:solidFill>
                  <a:srgbClr val="18354C"/>
                </a:solidFill>
                <a:latin typeface="Noto Sans JP"/>
                <a:ea typeface="Noto Sans JP"/>
                <a:cs typeface="Noto Sans JP"/>
              </a:defRPr>
            </a:lvl3pPr>
            <a:lvl4pPr>
              <a:defRPr sz="3375" b="1">
                <a:solidFill>
                  <a:srgbClr val="18354C"/>
                </a:solidFill>
                <a:latin typeface="Noto Sans JP"/>
                <a:ea typeface="Noto Sans JP"/>
                <a:cs typeface="Noto Sans JP"/>
              </a:defRPr>
            </a:lvl4pPr>
            <a:lvl5pPr>
              <a:defRPr sz="3375" b="1">
                <a:solidFill>
                  <a:srgbClr val="18354C"/>
                </a:solidFill>
                <a:latin typeface="Noto Sans JP"/>
                <a:ea typeface="Noto Sans JP"/>
                <a:cs typeface="Noto Sans JP"/>
              </a:defRPr>
            </a:lvl5pPr>
            <a:lvl6pPr>
              <a:defRPr sz="3375" b="1">
                <a:solidFill>
                  <a:srgbClr val="18354C"/>
                </a:solidFill>
                <a:latin typeface="Noto Sans JP"/>
                <a:ea typeface="Noto Sans JP"/>
                <a:cs typeface="Noto Sans JP"/>
              </a:defRPr>
            </a:lvl6pPr>
            <a:lvl7pPr>
              <a:defRPr sz="3375" b="1">
                <a:solidFill>
                  <a:srgbClr val="18354C"/>
                </a:solidFill>
                <a:latin typeface="Noto Sans JP"/>
                <a:ea typeface="Noto Sans JP"/>
                <a:cs typeface="Noto Sans JP"/>
              </a:defRPr>
            </a:lvl7pPr>
            <a:lvl8pPr>
              <a:defRPr sz="3375" b="1">
                <a:solidFill>
                  <a:srgbClr val="18354C"/>
                </a:solidFill>
                <a:latin typeface="Noto Sans JP"/>
                <a:ea typeface="Noto Sans JP"/>
                <a:cs typeface="Noto Sans JP"/>
              </a:defRPr>
            </a:lvl8pPr>
            <a:lvl9pPr>
              <a:defRPr sz="3375" b="1">
                <a:solidFill>
                  <a:srgbClr val="18354C"/>
                </a:solidFill>
                <a:latin typeface="Noto Sans JP"/>
                <a:ea typeface="Noto Sans JP"/>
                <a:cs typeface="Noto Sans JP"/>
              </a:defRPr>
            </a:lvl9pPr>
          </a:lstStyle>
          <a:p xmlns:a="http://schemas.openxmlformats.org/drawingml/2006/main">
            <a:pPr>
              <a:defRPr sz="3375" b="1">
                <a:solidFill>
                  <a:srgbClr val="18354C"/>
                </a:solidFill>
                <a:latin typeface="Noto Sans JP"/>
                <a:ea typeface="Noto Sans JP"/>
                <a:cs typeface="Noto Sans JP"/>
              </a:defRPr>
            </a:pPr>
            <a:r>
              <a:rPr sz="3375" b="1">
                <a:solidFill>
                  <a:srgbClr val="18354C"/>
                </a:solidFill>
                <a:latin typeface="Noto Sans JP"/>
                <a:ea typeface="Noto Sans JP"/>
                <a:cs typeface="Noto Sans JP"/>
              </a:rPr>
              <a:t>加工の最適化は 判断する時点と入力が異なる</a:t>
            </a:r>
          </a:p>
        </p:txBody>
      </p:sp>
      <p:sp>
        <p:nvSpPr>
          <p:cNvPr id="2" name="context">
            <a:extLst xmlns:a="http://schemas.openxmlformats.org/drawingml/2006/main">
              <a:ext uri="{FF2B5EF4-FFF2-40B4-BE49-F238E27FC236}">
                <a16:creationId xmlns:a16="http://schemas.microsoft.com/office/drawing/2014/main" id="{85F0574B-8F86-4273-AAA0-8DBD82422F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438275"/>
            <a:ext cx="167259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950" b="0">
                <a:solidFill>
                  <a:srgbClr val="64778A"/>
                </a:solidFill>
                <a:latin typeface="Noto Sans JP"/>
                <a:ea typeface="Noto Sans JP"/>
                <a:cs typeface="Noto Sans JP"/>
              </a:defRPr>
            </a:defPPr>
            <a:lvl1pPr>
              <a:defRPr sz="1950" b="0">
                <a:solidFill>
                  <a:srgbClr val="64778A"/>
                </a:solidFill>
                <a:latin typeface="Noto Sans JP"/>
                <a:ea typeface="Noto Sans JP"/>
                <a:cs typeface="Noto Sans JP"/>
              </a:defRPr>
            </a:lvl1pPr>
            <a:lvl2pPr>
              <a:defRPr sz="1950" b="0">
                <a:solidFill>
                  <a:srgbClr val="64778A"/>
                </a:solidFill>
                <a:latin typeface="Noto Sans JP"/>
                <a:ea typeface="Noto Sans JP"/>
                <a:cs typeface="Noto Sans JP"/>
              </a:defRPr>
            </a:lvl2pPr>
            <a:lvl3pPr>
              <a:defRPr sz="1950" b="0">
                <a:solidFill>
                  <a:srgbClr val="64778A"/>
                </a:solidFill>
                <a:latin typeface="Noto Sans JP"/>
                <a:ea typeface="Noto Sans JP"/>
                <a:cs typeface="Noto Sans JP"/>
              </a:defRPr>
            </a:lvl3pPr>
            <a:lvl4pPr>
              <a:defRPr sz="1950" b="0">
                <a:solidFill>
                  <a:srgbClr val="64778A"/>
                </a:solidFill>
                <a:latin typeface="Noto Sans JP"/>
                <a:ea typeface="Noto Sans JP"/>
                <a:cs typeface="Noto Sans JP"/>
              </a:defRPr>
            </a:lvl4pPr>
            <a:lvl5pPr>
              <a:defRPr sz="1950" b="0">
                <a:solidFill>
                  <a:srgbClr val="64778A"/>
                </a:solidFill>
                <a:latin typeface="Noto Sans JP"/>
                <a:ea typeface="Noto Sans JP"/>
                <a:cs typeface="Noto Sans JP"/>
              </a:defRPr>
            </a:lvl5pPr>
            <a:lvl6pPr>
              <a:defRPr sz="1950" b="0">
                <a:solidFill>
                  <a:srgbClr val="64778A"/>
                </a:solidFill>
                <a:latin typeface="Noto Sans JP"/>
                <a:ea typeface="Noto Sans JP"/>
                <a:cs typeface="Noto Sans JP"/>
              </a:defRPr>
            </a:lvl6pPr>
            <a:lvl7pPr>
              <a:defRPr sz="1950" b="0">
                <a:solidFill>
                  <a:srgbClr val="64778A"/>
                </a:solidFill>
                <a:latin typeface="Noto Sans JP"/>
                <a:ea typeface="Noto Sans JP"/>
                <a:cs typeface="Noto Sans JP"/>
              </a:defRPr>
            </a:lvl7pPr>
            <a:lvl8pPr>
              <a:defRPr sz="1950" b="0">
                <a:solidFill>
                  <a:srgbClr val="64778A"/>
                </a:solidFill>
                <a:latin typeface="Noto Sans JP"/>
                <a:ea typeface="Noto Sans JP"/>
                <a:cs typeface="Noto Sans JP"/>
              </a:defRPr>
            </a:lvl8pPr>
            <a:lvl9pPr>
              <a:defRPr sz="1950" b="0">
                <a:solidFill>
                  <a:srgbClr val="64778A"/>
                </a:solidFill>
                <a:latin typeface="Noto Sans JP"/>
                <a:ea typeface="Noto Sans JP"/>
                <a:cs typeface="Noto Sans JP"/>
              </a:defRPr>
            </a:lvl9pPr>
          </a:lstStyle>
          <a:p xmlns:a="http://schemas.openxmlformats.org/drawingml/2006/main">
            <a:pPr>
              <a:defRPr sz="1950" b="0">
                <a:solidFill>
                  <a:srgbClr val="64778A"/>
                </a:solidFill>
                <a:latin typeface="Noto Sans JP"/>
                <a:ea typeface="Noto Sans JP"/>
                <a:cs typeface="Noto Sans JP"/>
              </a:defRPr>
            </a:pPr>
            <a:r>
              <a:rPr sz="1950" b="0">
                <a:solidFill>
                  <a:srgbClr val="64778A"/>
                </a:solidFill>
                <a:latin typeface="Noto Sans JP"/>
                <a:ea typeface="Noto Sans JP"/>
                <a:cs typeface="Noto Sans JP"/>
              </a:rPr>
              <a:t>同じ能率・品質の課題でも、事前予測、加工中の適応制御、測定後の補正は異なる方式です。</a:t>
            </a:r>
          </a:p>
        </p:txBody>
      </p:sp>
      <p:graphicFrame>
        <p:nvGraphicFrame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DF414C2-D04D-4630-B87D-B1BEC2C59C8D}"/>
              </a:ext>
            </a:extLst>
          </p:cNvPr>
          <p:cNvGraphicFramePr/>
          <p:nvPr/>
        </p:nvGraphicFramePr>
        <p:xfrm>
          <a:off xmlns:a="http://schemas.openxmlformats.org/drawingml/2006/main" x="762000" y="2333625"/>
          <a:ext xmlns:a="http://schemas.openxmlformats.org/drawingml/2006/main" cx="16764000" cy="661987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286000"/>
                <a:gridCol w="4762500"/>
                <a:gridCol w="4524375"/>
                <a:gridCol w="5191125"/>
              </a:tblGrid>
              <a:tr h="714375">
                <a:tc>
                  <a:txBody>
                    <a:bodyPr wrap="square" lIns="114300" tIns="114300" rIns="114300" bIns="114300">
                      <a:noAutofit/>
                    </a:bodyPr>
                    <a:lstStyle/>
                    <a:p>
                      <a:r>
                        <a:rPr sz="2250" b="1">
                          <a:solidFill>
                            <a:srgbClr val="FFFFFF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いつ</a:t>
                      </a:r>
                    </a:p>
                  </a:txBody>
                  <a:tcPr marL="91440" marR="91440" marT="45720" marB="45720" anchor="t">
                    <a:lnL w="9525">
                      <a:solidFill>
                        <a:srgbClr val="D4DEE7"/>
                      </a:solidFill>
                      <a:prstDash val="solid"/>
                    </a:lnL>
                    <a:lnR w="9525">
                      <a:solidFill>
                        <a:srgbClr val="D4DEE7"/>
                      </a:solidFill>
                      <a:prstDash val="solid"/>
                    </a:lnR>
                    <a:lnT w="9525">
                      <a:solidFill>
                        <a:srgbClr val="D4DEE7"/>
                      </a:solidFill>
                      <a:prstDash val="solid"/>
                    </a:lnT>
                    <a:lnB w="9525">
                      <a:solidFill>
                        <a:srgbClr val="D4DEE7"/>
                      </a:solidFill>
                      <a:prstDash val="solid"/>
                    </a:lnB>
                    <a:solidFill>
                      <a:srgbClr val="244B63"/>
                    </a:solidFill>
                  </a:tcPr>
                </a:tc>
                <a:tc>
                  <a:txBody>
                    <a:bodyPr wrap="square" lIns="114300" tIns="114300" rIns="114300" bIns="114300">
                      <a:noAutofit/>
                    </a:bodyPr>
                    <a:lstStyle/>
                    <a:p>
                      <a:r>
                        <a:rPr sz="2250" b="1">
                          <a:solidFill>
                            <a:srgbClr val="FFFFFF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入力と方式</a:t>
                      </a:r>
                    </a:p>
                  </a:txBody>
                  <a:tcPr marL="91440" marR="91440" marT="45720" marB="45720" anchor="t">
                    <a:lnR w="9525">
                      <a:solidFill>
                        <a:srgbClr val="D4DEE7"/>
                      </a:solidFill>
                      <a:prstDash val="solid"/>
                    </a:lnR>
                    <a:lnT w="9525">
                      <a:solidFill>
                        <a:srgbClr val="D4DEE7"/>
                      </a:solidFill>
                      <a:prstDash val="solid"/>
                    </a:lnT>
                    <a:lnB w="9525">
                      <a:solidFill>
                        <a:srgbClr val="D4DEE7"/>
                      </a:solidFill>
                      <a:prstDash val="solid"/>
                    </a:lnB>
                    <a:solidFill>
                      <a:srgbClr val="244B63"/>
                    </a:solidFill>
                  </a:tcPr>
                </a:tc>
                <a:tc>
                  <a:txBody>
                    <a:bodyPr wrap="square" lIns="114300" tIns="114300" rIns="114300" bIns="114300">
                      <a:noAutofit/>
                    </a:bodyPr>
                    <a:lstStyle/>
                    <a:p>
                      <a:r>
                        <a:rPr sz="2250" b="1">
                          <a:solidFill>
                            <a:srgbClr val="FFFFFF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何を変えるか</a:t>
                      </a:r>
                    </a:p>
                  </a:txBody>
                  <a:tcPr marL="91440" marR="91440" marT="45720" marB="45720" anchor="t">
                    <a:lnR w="9525">
                      <a:solidFill>
                        <a:srgbClr val="D4DEE7"/>
                      </a:solidFill>
                      <a:prstDash val="solid"/>
                    </a:lnR>
                    <a:lnT w="9525">
                      <a:solidFill>
                        <a:srgbClr val="D4DEE7"/>
                      </a:solidFill>
                      <a:prstDash val="solid"/>
                    </a:lnT>
                    <a:lnB w="9525">
                      <a:solidFill>
                        <a:srgbClr val="D4DEE7"/>
                      </a:solidFill>
                      <a:prstDash val="solid"/>
                    </a:lnB>
                    <a:solidFill>
                      <a:srgbClr val="244B63"/>
                    </a:solidFill>
                  </a:tcPr>
                </a:tc>
                <a:tc>
                  <a:txBody>
                    <a:bodyPr wrap="square" lIns="114300" tIns="114300" rIns="114300" bIns="114300">
                      <a:noAutofit/>
                    </a:bodyPr>
                    <a:lstStyle/>
                    <a:p>
                      <a:r>
                        <a:rPr sz="2250" b="1">
                          <a:solidFill>
                            <a:srgbClr val="FFFFFF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代表例と確認事項</a:t>
                      </a:r>
                    </a:p>
                  </a:txBody>
                  <a:tcPr marL="91440" marR="91440" marT="45720" marB="45720" anchor="t">
                    <a:lnR w="9525">
                      <a:solidFill>
                        <a:srgbClr val="D4DEE7"/>
                      </a:solidFill>
                      <a:prstDash val="solid"/>
                    </a:lnR>
                    <a:lnT w="9525">
                      <a:solidFill>
                        <a:srgbClr val="D4DEE7"/>
                      </a:solidFill>
                      <a:prstDash val="solid"/>
                    </a:lnT>
                    <a:lnB w="9525">
                      <a:solidFill>
                        <a:srgbClr val="D4DEE7"/>
                      </a:solidFill>
                      <a:prstDash val="solid"/>
                    </a:lnB>
                    <a:solidFill>
                      <a:srgbClr val="244B63"/>
                    </a:solidFill>
                  </a:tcPr>
                </a:tc>
              </a:tr>
              <a:tr h="1476375">
                <a:tc>
                  <a:txBody>
                    <a:bodyPr wrap="square" lIns="114300" tIns="114300" rIns="114300" bIns="114300">
                      <a:noAutofit/>
                    </a:bodyPr>
                    <a:lstStyle/>
                    <a:p>
                      <a:r>
                        <a:rPr sz="2175" b="1">
                          <a:solidFill>
                            <a:srgbClr val="18354C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加工前</a:t>
                      </a:r>
                    </a:p>
                  </a:txBody>
                  <a:tcPr marL="91440" marR="91440" marT="45720" marB="45720" anchor="t">
                    <a:lnL w="9525">
                      <a:solidFill>
                        <a:srgbClr val="D4DEE7"/>
                      </a:solidFill>
                      <a:prstDash val="solid"/>
                    </a:lnL>
                    <a:lnR w="9525">
                      <a:solidFill>
                        <a:srgbClr val="D4DEE7"/>
                      </a:solidFill>
                      <a:prstDash val="solid"/>
                    </a:lnR>
                    <a:lnB w="9525">
                      <a:solidFill>
                        <a:srgbClr val="D4DEE7"/>
                      </a:solidFill>
                      <a:prstDash val="solid"/>
                    </a:lnB>
                    <a:solidFill>
                      <a:srgbClr val="EEF3F8"/>
                    </a:solidFill>
                  </a:tcPr>
                </a:tc>
                <a:tc>
                  <a:txBody>
                    <a:bodyPr wrap="square" lIns="114300" tIns="114300" rIns="114300" bIns="114300">
                      <a:noAutofit/>
                    </a:bodyPr>
                    <a:lstStyle/>
                    <a:p>
                      <a:r>
                        <a:rPr sz="2175" b="0">
                          <a:solidFill>
                            <a:srgbClr val="18354C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切削物理、材料・工具、</a:t>
                      </a:r>
                    </a:p>
                    <a:p>
                      <a:r>
                        <a:rPr sz="2175" b="0">
                          <a:solidFill>
                            <a:srgbClr val="18354C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力・動力の制約</a:t>
                      </a:r>
                    </a:p>
                  </a:txBody>
                  <a:tcPr marL="91440" marR="91440" marT="45720" marB="45720" anchor="t">
                    <a:lnR w="9525">
                      <a:solidFill>
                        <a:srgbClr val="D4DEE7"/>
                      </a:solidFill>
                      <a:prstDash val="solid"/>
                    </a:lnR>
                    <a:lnB w="9525">
                      <a:solidFill>
                        <a:srgbClr val="D4DEE7"/>
                      </a:solidFill>
                      <a:prstDash val="solid"/>
                    </a:lnB>
                    <a:solidFill>
                      <a:srgbClr val="EEF3F8"/>
                    </a:solidFill>
                  </a:tcPr>
                </a:tc>
                <a:tc>
                  <a:txBody>
                    <a:bodyPr wrap="square" lIns="114300" tIns="114300" rIns="114300" bIns="114300">
                      <a:noAutofit/>
                    </a:bodyPr>
                    <a:lstStyle/>
                    <a:p>
                      <a:r>
                        <a:rPr sz="2175" b="0">
                          <a:solidFill>
                            <a:srgbClr val="18354C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NCの送りを最適化</a:t>
                      </a:r>
                    </a:p>
                  </a:txBody>
                  <a:tcPr marL="91440" marR="91440" marT="45720" marB="45720" anchor="t">
                    <a:lnR w="9525">
                      <a:solidFill>
                        <a:srgbClr val="D4DEE7"/>
                      </a:solidFill>
                      <a:prstDash val="solid"/>
                    </a:lnR>
                    <a:lnB w="9525">
                      <a:solidFill>
                        <a:srgbClr val="D4DEE7"/>
                      </a:solidFill>
                      <a:prstDash val="solid"/>
                    </a:lnB>
                    <a:solidFill>
                      <a:srgbClr val="EEF3F8"/>
                    </a:solidFill>
                  </a:tcPr>
                </a:tc>
                <a:tc>
                  <a:txBody>
                    <a:bodyPr wrap="square" lIns="114300" tIns="114300" rIns="114300" bIns="114300">
                      <a:noAutofit/>
                    </a:bodyPr>
                    <a:lstStyle/>
                    <a:p>
                      <a:r>
                        <a:rPr sz="2175" b="0">
                          <a:solidFill>
                            <a:srgbClr val="18354C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Vericut Force [S07]</a:t>
                      </a:r>
                    </a:p>
                    <a:p>
                      <a:r>
                        <a:rPr sz="2175" b="0">
                          <a:solidFill>
                            <a:srgbClr val="18354C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モデルと限界条件を準備。</a:t>
                      </a:r>
                    </a:p>
                  </a:txBody>
                  <a:tcPr marL="91440" marR="91440" marT="45720" marB="45720" anchor="t">
                    <a:lnR w="9525">
                      <a:solidFill>
                        <a:srgbClr val="D4DEE7"/>
                      </a:solidFill>
                      <a:prstDash val="solid"/>
                    </a:lnR>
                    <a:lnB w="9525">
                      <a:solidFill>
                        <a:srgbClr val="D4DEE7"/>
                      </a:solidFill>
                      <a:prstDash val="solid"/>
                    </a:lnB>
                    <a:solidFill>
                      <a:srgbClr val="EEF3F8"/>
                    </a:solidFill>
                  </a:tcPr>
                </a:tc>
              </a:tr>
              <a:tr h="1476375">
                <a:tc>
                  <a:txBody>
                    <a:bodyPr wrap="square" lIns="114300" tIns="114300" rIns="114300" bIns="114300">
                      <a:noAutofit/>
                    </a:bodyPr>
                    <a:lstStyle/>
                    <a:p>
                      <a:r>
                        <a:rPr sz="2175" b="1">
                          <a:solidFill>
                            <a:srgbClr val="18354C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加工中</a:t>
                      </a:r>
                    </a:p>
                  </a:txBody>
                  <a:tcPr marL="91440" marR="91440" marT="45720" marB="45720" anchor="t">
                    <a:lnL w="9525">
                      <a:solidFill>
                        <a:srgbClr val="D4DEE7"/>
                      </a:solidFill>
                      <a:prstDash val="solid"/>
                    </a:lnL>
                    <a:lnR w="9525">
                      <a:solidFill>
                        <a:srgbClr val="D4DEE7"/>
                      </a:solidFill>
                      <a:prstDash val="solid"/>
                    </a:lnR>
                    <a:lnB w="9525">
                      <a:solidFill>
                        <a:srgbClr val="D4DE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114300" tIns="114300" rIns="114300" bIns="114300">
                      <a:noAutofit/>
                    </a:bodyPr>
                    <a:lstStyle/>
                    <a:p>
                      <a:r>
                        <a:rPr sz="2175" b="0">
                          <a:solidFill>
                            <a:srgbClr val="18354C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実測した主軸負荷に応じる</a:t>
                      </a:r>
                    </a:p>
                    <a:p>
                      <a:r>
                        <a:rPr sz="2175" b="0">
                          <a:solidFill>
                            <a:srgbClr val="18354C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適応制御</a:t>
                      </a:r>
                    </a:p>
                  </a:txBody>
                  <a:tcPr marL="91440" marR="91440" marT="45720" marB="45720" anchor="t">
                    <a:lnR w="9525">
                      <a:solidFill>
                        <a:srgbClr val="D4DEE7"/>
                      </a:solidFill>
                      <a:prstDash val="solid"/>
                    </a:lnR>
                    <a:lnB w="9525">
                      <a:solidFill>
                        <a:srgbClr val="D4DE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114300" tIns="114300" rIns="114300" bIns="114300">
                      <a:noAutofit/>
                    </a:bodyPr>
                    <a:lstStyle/>
                    <a:p>
                      <a:r>
                        <a:rPr sz="2175" b="0">
                          <a:solidFill>
                            <a:srgbClr val="18354C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その場で送り速度を調整</a:t>
                      </a:r>
                    </a:p>
                  </a:txBody>
                  <a:tcPr marL="91440" marR="91440" marT="45720" marB="45720" anchor="t">
                    <a:lnR w="9525">
                      <a:solidFill>
                        <a:srgbClr val="D4DEE7"/>
                      </a:solidFill>
                      <a:prstDash val="solid"/>
                    </a:lnR>
                    <a:lnB w="9525">
                      <a:solidFill>
                        <a:srgbClr val="D4DE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114300" tIns="114300" rIns="114300" bIns="114300">
                      <a:noAutofit/>
                    </a:bodyPr>
                    <a:lstStyle/>
                    <a:p>
                      <a:r>
                        <a:rPr sz="2175" b="0">
                          <a:solidFill>
                            <a:srgbClr val="18354C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ACM [S08]</a:t>
                      </a:r>
                    </a:p>
                    <a:p>
                      <a:r>
                        <a:rPr sz="2175" b="0">
                          <a:solidFill>
                            <a:srgbClr val="18354C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負荷限界・停止復帰は要確認。</a:t>
                      </a:r>
                    </a:p>
                  </a:txBody>
                  <a:tcPr marL="91440" marR="91440" marT="45720" marB="45720" anchor="t">
                    <a:lnR w="9525">
                      <a:solidFill>
                        <a:srgbClr val="D4DEE7"/>
                      </a:solidFill>
                      <a:prstDash val="solid"/>
                    </a:lnR>
                    <a:lnB w="9525">
                      <a:solidFill>
                        <a:srgbClr val="D4DE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1476375">
                <a:tc>
                  <a:txBody>
                    <a:bodyPr wrap="square" lIns="114300" tIns="114300" rIns="114300" bIns="114300">
                      <a:noAutofit/>
                    </a:bodyPr>
                    <a:lstStyle/>
                    <a:p>
                      <a:r>
                        <a:rPr sz="2175" b="1">
                          <a:solidFill>
                            <a:srgbClr val="18354C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寸法計測後</a:t>
                      </a:r>
                    </a:p>
                  </a:txBody>
                  <a:tcPr marL="91440" marR="91440" marT="45720" marB="45720" anchor="t">
                    <a:lnL w="9525">
                      <a:solidFill>
                        <a:srgbClr val="D4DEE7"/>
                      </a:solidFill>
                      <a:prstDash val="solid"/>
                    </a:lnL>
                    <a:lnR w="9525">
                      <a:solidFill>
                        <a:srgbClr val="D4DEE7"/>
                      </a:solidFill>
                      <a:prstDash val="solid"/>
                    </a:lnR>
                    <a:lnB w="9525">
                      <a:solidFill>
                        <a:srgbClr val="D4DEE7"/>
                      </a:solidFill>
                      <a:prstDash val="solid"/>
                    </a:lnB>
                    <a:solidFill>
                      <a:srgbClr val="EEF3F8"/>
                    </a:solidFill>
                  </a:tcPr>
                </a:tc>
                <a:tc>
                  <a:txBody>
                    <a:bodyPr wrap="square" lIns="114300" tIns="114300" rIns="114300" bIns="114300">
                      <a:noAutofit/>
                    </a:bodyPr>
                    <a:lstStyle/>
                    <a:p>
                      <a:r>
                        <a:rPr sz="2175" b="0">
                          <a:solidFill>
                            <a:srgbClr val="18354C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計測結果のフィードバック</a:t>
                      </a:r>
                    </a:p>
                  </a:txBody>
                  <a:tcPr marL="91440" marR="91440" marT="45720" marB="45720" anchor="t">
                    <a:lnR w="9525">
                      <a:solidFill>
                        <a:srgbClr val="D4DEE7"/>
                      </a:solidFill>
                      <a:prstDash val="solid"/>
                    </a:lnR>
                    <a:lnB w="9525">
                      <a:solidFill>
                        <a:srgbClr val="D4DEE7"/>
                      </a:solidFill>
                      <a:prstDash val="solid"/>
                    </a:lnB>
                    <a:solidFill>
                      <a:srgbClr val="EEF3F8"/>
                    </a:solidFill>
                  </a:tcPr>
                </a:tc>
                <a:tc>
                  <a:txBody>
                    <a:bodyPr wrap="square" lIns="114300" tIns="114300" rIns="114300" bIns="114300">
                      <a:noAutofit/>
                    </a:bodyPr>
                    <a:lstStyle/>
                    <a:p>
                      <a:r>
                        <a:rPr sz="2175" b="0">
                          <a:solidFill>
                            <a:srgbClr val="18354C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工具オフセット等を更新</a:t>
                      </a:r>
                    </a:p>
                  </a:txBody>
                  <a:tcPr marL="91440" marR="91440" marT="45720" marB="45720" anchor="t">
                    <a:lnR w="9525">
                      <a:solidFill>
                        <a:srgbClr val="D4DEE7"/>
                      </a:solidFill>
                      <a:prstDash val="solid"/>
                    </a:lnR>
                    <a:lnB w="9525">
                      <a:solidFill>
                        <a:srgbClr val="D4DEE7"/>
                      </a:solidFill>
                      <a:prstDash val="solid"/>
                    </a:lnB>
                    <a:solidFill>
                      <a:srgbClr val="EEF3F8"/>
                    </a:solidFill>
                  </a:tcPr>
                </a:tc>
                <a:tc>
                  <a:txBody>
                    <a:bodyPr wrap="square" lIns="114300" tIns="114300" rIns="114300" bIns="114300">
                      <a:noAutofit/>
                    </a:bodyPr>
                    <a:lstStyle/>
                    <a:p>
                      <a:r>
                        <a:rPr sz="2175" b="0">
                          <a:solidFill>
                            <a:srgbClr val="18354C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Renishaw Central＋IPC [S09]</a:t>
                      </a:r>
                    </a:p>
                    <a:p>
                      <a:r>
                        <a:rPr sz="2175" b="0">
                          <a:solidFill>
                            <a:srgbClr val="18354C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補正上限・異常値処理を確認。</a:t>
                      </a:r>
                    </a:p>
                  </a:txBody>
                  <a:tcPr marL="91440" marR="91440" marT="45720" marB="45720" anchor="t">
                    <a:lnR w="9525">
                      <a:solidFill>
                        <a:srgbClr val="D4DEE7"/>
                      </a:solidFill>
                      <a:prstDash val="solid"/>
                    </a:lnR>
                    <a:lnB w="9525">
                      <a:solidFill>
                        <a:srgbClr val="D4DEE7"/>
                      </a:solidFill>
                      <a:prstDash val="solid"/>
                    </a:lnB>
                    <a:solidFill>
                      <a:srgbClr val="EEF3F8"/>
                    </a:solidFill>
                  </a:tcPr>
                </a:tc>
              </a:tr>
              <a:tr h="1476375">
                <a:tc>
                  <a:txBody>
                    <a:bodyPr wrap="square" lIns="114300" tIns="114300" rIns="114300" bIns="114300">
                      <a:noAutofit/>
                    </a:bodyPr>
                    <a:lstStyle/>
                    <a:p>
                      <a:r>
                        <a:rPr sz="2175" b="1">
                          <a:solidFill>
                            <a:srgbClr val="18354C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工具刃先の計測と加工</a:t>
                      </a:r>
                    </a:p>
                  </a:txBody>
                  <a:tcPr marL="91440" marR="91440" marT="45720" marB="45720" anchor="t">
                    <a:lnL w="9525">
                      <a:solidFill>
                        <a:srgbClr val="D4DEE7"/>
                      </a:solidFill>
                      <a:prstDash val="solid"/>
                    </a:lnL>
                    <a:lnR w="9525">
                      <a:solidFill>
                        <a:srgbClr val="D4DEE7"/>
                      </a:solidFill>
                      <a:prstDash val="solid"/>
                    </a:lnR>
                    <a:lnB w="9525">
                      <a:solidFill>
                        <a:srgbClr val="D4DE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114300" tIns="114300" rIns="114300" bIns="114300">
                      <a:noAutofit/>
                    </a:bodyPr>
                    <a:lstStyle/>
                    <a:p>
                      <a:r>
                        <a:rPr sz="2175" b="0">
                          <a:solidFill>
                            <a:srgbClr val="18354C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機内3D画像とAI補正</a:t>
                      </a:r>
                    </a:p>
                  </a:txBody>
                  <a:tcPr marL="91440" marR="91440" marT="45720" marB="45720" anchor="t">
                    <a:lnR w="9525">
                      <a:solidFill>
                        <a:srgbClr val="D4DEE7"/>
                      </a:solidFill>
                      <a:prstDash val="solid"/>
                    </a:lnR>
                    <a:lnB w="9525">
                      <a:solidFill>
                        <a:srgbClr val="D4DE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114300" tIns="114300" rIns="114300" bIns="114300">
                      <a:noAutofit/>
                    </a:bodyPr>
                    <a:lstStyle/>
                    <a:p>
                      <a:r>
                        <a:rPr sz="2175" b="0">
                          <a:solidFill>
                            <a:srgbClr val="18354C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幅・角度を狙い値へ近づける</a:t>
                      </a:r>
                    </a:p>
                  </a:txBody>
                  <a:tcPr marL="91440" marR="91440" marT="45720" marB="45720" anchor="t">
                    <a:lnR w="9525">
                      <a:solidFill>
                        <a:srgbClr val="D4DEE7"/>
                      </a:solidFill>
                      <a:prstDash val="solid"/>
                    </a:lnR>
                    <a:lnB w="9525">
                      <a:solidFill>
                        <a:srgbClr val="D4DE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114300" tIns="114300" rIns="114300" bIns="114300">
                      <a:noAutofit/>
                    </a:bodyPr>
                    <a:lstStyle/>
                    <a:p>
                      <a:r>
                        <a:rPr sz="2175" b="0">
                          <a:solidFill>
                            <a:srgbClr val="18354C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サイバーRC GH5 [S10]</a:t>
                      </a:r>
                    </a:p>
                    <a:p>
                      <a:r>
                        <a:rPr sz="2175" b="0">
                          <a:solidFill>
                            <a:srgbClr val="18354C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方式詳細・過研磨時の対処は未公開。</a:t>
                      </a:r>
                    </a:p>
                  </a:txBody>
                  <a:tcPr marL="91440" marR="91440" marT="45720" marB="45720" anchor="t">
                    <a:lnR w="9525">
                      <a:solidFill>
                        <a:srgbClr val="D4DEE7"/>
                      </a:solidFill>
                      <a:prstDash val="solid"/>
                    </a:lnR>
                    <a:lnB w="9525">
                      <a:solidFill>
                        <a:srgbClr val="D4DE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limit">
            <a:extLst xmlns:a="http://schemas.openxmlformats.org/drawingml/2006/main">
              <a:ext uri="{FF2B5EF4-FFF2-40B4-BE49-F238E27FC236}">
                <a16:creationId xmlns:a16="http://schemas.microsoft.com/office/drawing/2014/main" id="{1DADB2B8-12C0-401C-ABBF-AE37F8885A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9591675"/>
            <a:ext cx="1604962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500" b="0">
                <a:solidFill>
                  <a:srgbClr val="64778A"/>
                </a:solidFill>
                <a:latin typeface="Noto Sans JP"/>
                <a:ea typeface="Noto Sans JP"/>
                <a:cs typeface="Noto Sans JP"/>
              </a:defRPr>
            </a:defPPr>
            <a:lvl1pPr>
              <a:defRPr sz="1500" b="0">
                <a:solidFill>
                  <a:srgbClr val="64778A"/>
                </a:solidFill>
                <a:latin typeface="Noto Sans JP"/>
                <a:ea typeface="Noto Sans JP"/>
                <a:cs typeface="Noto Sans JP"/>
              </a:defRPr>
            </a:lvl1pPr>
            <a:lvl2pPr>
              <a:defRPr sz="1500" b="0">
                <a:solidFill>
                  <a:srgbClr val="64778A"/>
                </a:solidFill>
                <a:latin typeface="Noto Sans JP"/>
                <a:ea typeface="Noto Sans JP"/>
                <a:cs typeface="Noto Sans JP"/>
              </a:defRPr>
            </a:lvl2pPr>
            <a:lvl3pPr>
              <a:defRPr sz="1500" b="0">
                <a:solidFill>
                  <a:srgbClr val="64778A"/>
                </a:solidFill>
                <a:latin typeface="Noto Sans JP"/>
                <a:ea typeface="Noto Sans JP"/>
                <a:cs typeface="Noto Sans JP"/>
              </a:defRPr>
            </a:lvl3pPr>
            <a:lvl4pPr>
              <a:defRPr sz="1500" b="0">
                <a:solidFill>
                  <a:srgbClr val="64778A"/>
                </a:solidFill>
                <a:latin typeface="Noto Sans JP"/>
                <a:ea typeface="Noto Sans JP"/>
                <a:cs typeface="Noto Sans JP"/>
              </a:defRPr>
            </a:lvl4pPr>
            <a:lvl5pPr>
              <a:defRPr sz="1500" b="0">
                <a:solidFill>
                  <a:srgbClr val="64778A"/>
                </a:solidFill>
                <a:latin typeface="Noto Sans JP"/>
                <a:ea typeface="Noto Sans JP"/>
                <a:cs typeface="Noto Sans JP"/>
              </a:defRPr>
            </a:lvl5pPr>
            <a:lvl6pPr>
              <a:defRPr sz="1500" b="0">
                <a:solidFill>
                  <a:srgbClr val="64778A"/>
                </a:solidFill>
                <a:latin typeface="Noto Sans JP"/>
                <a:ea typeface="Noto Sans JP"/>
                <a:cs typeface="Noto Sans JP"/>
              </a:defRPr>
            </a:lvl6pPr>
            <a:lvl7pPr>
              <a:defRPr sz="1500" b="0">
                <a:solidFill>
                  <a:srgbClr val="64778A"/>
                </a:solidFill>
                <a:latin typeface="Noto Sans JP"/>
                <a:ea typeface="Noto Sans JP"/>
                <a:cs typeface="Noto Sans JP"/>
              </a:defRPr>
            </a:lvl7pPr>
            <a:lvl8pPr>
              <a:defRPr sz="1500" b="0">
                <a:solidFill>
                  <a:srgbClr val="64778A"/>
                </a:solidFill>
                <a:latin typeface="Noto Sans JP"/>
                <a:ea typeface="Noto Sans JP"/>
                <a:cs typeface="Noto Sans JP"/>
              </a:defRPr>
            </a:lvl8pPr>
            <a:lvl9pPr>
              <a:defRPr sz="1500" b="0">
                <a:solidFill>
                  <a:srgbClr val="64778A"/>
                </a:solidFill>
                <a:latin typeface="Noto Sans JP"/>
                <a:ea typeface="Noto Sans JP"/>
                <a:cs typeface="Noto Sans JP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64778A"/>
                </a:solidFill>
                <a:latin typeface="Noto Sans JP"/>
                <a:ea typeface="Noto Sans JP"/>
                <a:cs typeface="Noto Sans JP"/>
              </a:defRPr>
            </a:pPr>
            <a:r>
              <a:rPr sz="1500" b="0">
                <a:solidFill>
                  <a:srgbClr val="64778A"/>
                </a:solidFill>
                <a:latin typeface="Noto Sans JP"/>
                <a:ea typeface="Noto Sans JP"/>
                <a:cs typeface="Noto Sans JP"/>
              </a:rPr>
              <a:t>Force・ACM・Centralは2024にも掲載。各方式を一律に学習AIとは扱わない。</a:t>
            </a:r>
          </a:p>
        </p:txBody>
      </p:sp>
      <p:sp>
        <p:nvSpPr>
          <p:cNvPr id="5" name="page">
            <a:extLst xmlns:a="http://schemas.openxmlformats.org/drawingml/2006/main">
              <a:ext uri="{FF2B5EF4-FFF2-40B4-BE49-F238E27FC236}">
                <a16:creationId xmlns:a16="http://schemas.microsoft.com/office/drawing/2014/main" id="{8541E48E-9009-48DB-97D9-4662652D2E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078325" y="9667875"/>
            <a:ext cx="457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500" b="0">
                <a:solidFill>
                  <a:srgbClr val="64778A"/>
                </a:solidFill>
                <a:latin typeface="Noto Sans JP"/>
                <a:ea typeface="Noto Sans JP"/>
                <a:cs typeface="Noto Sans JP"/>
              </a:defRPr>
            </a:defPPr>
            <a:lvl1pPr>
              <a:defRPr sz="1500" b="0">
                <a:solidFill>
                  <a:srgbClr val="64778A"/>
                </a:solidFill>
                <a:latin typeface="Noto Sans JP"/>
                <a:ea typeface="Noto Sans JP"/>
                <a:cs typeface="Noto Sans JP"/>
              </a:defRPr>
            </a:lvl1pPr>
            <a:lvl2pPr>
              <a:defRPr sz="1500" b="0">
                <a:solidFill>
                  <a:srgbClr val="64778A"/>
                </a:solidFill>
                <a:latin typeface="Noto Sans JP"/>
                <a:ea typeface="Noto Sans JP"/>
                <a:cs typeface="Noto Sans JP"/>
              </a:defRPr>
            </a:lvl2pPr>
            <a:lvl3pPr>
              <a:defRPr sz="1500" b="0">
                <a:solidFill>
                  <a:srgbClr val="64778A"/>
                </a:solidFill>
                <a:latin typeface="Noto Sans JP"/>
                <a:ea typeface="Noto Sans JP"/>
                <a:cs typeface="Noto Sans JP"/>
              </a:defRPr>
            </a:lvl3pPr>
            <a:lvl4pPr>
              <a:defRPr sz="1500" b="0">
                <a:solidFill>
                  <a:srgbClr val="64778A"/>
                </a:solidFill>
                <a:latin typeface="Noto Sans JP"/>
                <a:ea typeface="Noto Sans JP"/>
                <a:cs typeface="Noto Sans JP"/>
              </a:defRPr>
            </a:lvl4pPr>
            <a:lvl5pPr>
              <a:defRPr sz="1500" b="0">
                <a:solidFill>
                  <a:srgbClr val="64778A"/>
                </a:solidFill>
                <a:latin typeface="Noto Sans JP"/>
                <a:ea typeface="Noto Sans JP"/>
                <a:cs typeface="Noto Sans JP"/>
              </a:defRPr>
            </a:lvl5pPr>
            <a:lvl6pPr>
              <a:defRPr sz="1500" b="0">
                <a:solidFill>
                  <a:srgbClr val="64778A"/>
                </a:solidFill>
                <a:latin typeface="Noto Sans JP"/>
                <a:ea typeface="Noto Sans JP"/>
                <a:cs typeface="Noto Sans JP"/>
              </a:defRPr>
            </a:lvl6pPr>
            <a:lvl7pPr>
              <a:defRPr sz="1500" b="0">
                <a:solidFill>
                  <a:srgbClr val="64778A"/>
                </a:solidFill>
                <a:latin typeface="Noto Sans JP"/>
                <a:ea typeface="Noto Sans JP"/>
                <a:cs typeface="Noto Sans JP"/>
              </a:defRPr>
            </a:lvl7pPr>
            <a:lvl8pPr>
              <a:defRPr sz="1500" b="0">
                <a:solidFill>
                  <a:srgbClr val="64778A"/>
                </a:solidFill>
                <a:latin typeface="Noto Sans JP"/>
                <a:ea typeface="Noto Sans JP"/>
                <a:cs typeface="Noto Sans JP"/>
              </a:defRPr>
            </a:lvl8pPr>
            <a:lvl9pPr>
              <a:defRPr sz="1500" b="0">
                <a:solidFill>
                  <a:srgbClr val="64778A"/>
                </a:solidFill>
                <a:latin typeface="Noto Sans JP"/>
                <a:ea typeface="Noto Sans JP"/>
                <a:cs typeface="Noto Sans JP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64778A"/>
                </a:solidFill>
                <a:latin typeface="Noto Sans JP"/>
                <a:ea typeface="Noto Sans JP"/>
                <a:cs typeface="Noto Sans JP"/>
              </a:defRPr>
            </a:pPr>
            <a:r>
              <a:rPr sz="1500" b="0">
                <a:solidFill>
                  <a:srgbClr val="64778A"/>
                </a:solidFill>
                <a:latin typeface="Noto Sans JP"/>
                <a:ea typeface="Noto Sans JP"/>
                <a:cs typeface="Noto Sans JP"/>
              </a:rPr>
              <a:t>05</a:t>
            </a:r>
          </a:p>
        </p:txBody>
      </p:sp>
      <p:sp>
        <p:nvSpPr>
          <p:cNvPr id="6" name="source-S07">
            <a:extLst xmlns:a="http://schemas.openxmlformats.org/drawingml/2006/main">
              <a:ext uri="{FF2B5EF4-FFF2-40B4-BE49-F238E27FC236}">
                <a16:creationId xmlns:a16="http://schemas.microsoft.com/office/drawing/2014/main" id="{7AE09C94-75F3-446D-89B7-617347EC60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9172575"/>
            <a:ext cx="9048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500" b="0">
                <a:solidFill>
                  <a:srgbClr val="225B92"/>
                </a:solidFill>
                <a:latin typeface="Noto Sans JP"/>
                <a:ea typeface="Noto Sans JP"/>
                <a:cs typeface="Noto Sans JP"/>
              </a:defRPr>
            </a:defPPr>
            <a:lvl1pPr>
              <a:defRPr sz="1500" b="0">
                <a:solidFill>
                  <a:srgbClr val="225B92"/>
                </a:solidFill>
                <a:latin typeface="Noto Sans JP"/>
                <a:ea typeface="Noto Sans JP"/>
                <a:cs typeface="Noto Sans JP"/>
              </a:defRPr>
            </a:lvl1pPr>
            <a:lvl2pPr>
              <a:defRPr sz="1500" b="0">
                <a:solidFill>
                  <a:srgbClr val="225B92"/>
                </a:solidFill>
                <a:latin typeface="Noto Sans JP"/>
                <a:ea typeface="Noto Sans JP"/>
                <a:cs typeface="Noto Sans JP"/>
              </a:defRPr>
            </a:lvl2pPr>
            <a:lvl3pPr>
              <a:defRPr sz="1500" b="0">
                <a:solidFill>
                  <a:srgbClr val="225B92"/>
                </a:solidFill>
                <a:latin typeface="Noto Sans JP"/>
                <a:ea typeface="Noto Sans JP"/>
                <a:cs typeface="Noto Sans JP"/>
              </a:defRPr>
            </a:lvl3pPr>
            <a:lvl4pPr>
              <a:defRPr sz="1500" b="0">
                <a:solidFill>
                  <a:srgbClr val="225B92"/>
                </a:solidFill>
                <a:latin typeface="Noto Sans JP"/>
                <a:ea typeface="Noto Sans JP"/>
                <a:cs typeface="Noto Sans JP"/>
              </a:defRPr>
            </a:lvl4pPr>
            <a:lvl5pPr>
              <a:defRPr sz="1500" b="0">
                <a:solidFill>
                  <a:srgbClr val="225B92"/>
                </a:solidFill>
                <a:latin typeface="Noto Sans JP"/>
                <a:ea typeface="Noto Sans JP"/>
                <a:cs typeface="Noto Sans JP"/>
              </a:defRPr>
            </a:lvl5pPr>
            <a:lvl6pPr>
              <a:defRPr sz="1500" b="0">
                <a:solidFill>
                  <a:srgbClr val="225B92"/>
                </a:solidFill>
                <a:latin typeface="Noto Sans JP"/>
                <a:ea typeface="Noto Sans JP"/>
                <a:cs typeface="Noto Sans JP"/>
              </a:defRPr>
            </a:lvl6pPr>
            <a:lvl7pPr>
              <a:defRPr sz="1500" b="0">
                <a:solidFill>
                  <a:srgbClr val="225B92"/>
                </a:solidFill>
                <a:latin typeface="Noto Sans JP"/>
                <a:ea typeface="Noto Sans JP"/>
                <a:cs typeface="Noto Sans JP"/>
              </a:defRPr>
            </a:lvl7pPr>
            <a:lvl8pPr>
              <a:defRPr sz="1500" b="0">
                <a:solidFill>
                  <a:srgbClr val="225B92"/>
                </a:solidFill>
                <a:latin typeface="Noto Sans JP"/>
                <a:ea typeface="Noto Sans JP"/>
                <a:cs typeface="Noto Sans JP"/>
              </a:defRPr>
            </a:lvl8pPr>
            <a:lvl9pPr>
              <a:defRPr sz="1500" b="0">
                <a:solidFill>
                  <a:srgbClr val="225B92"/>
                </a:solidFill>
                <a:latin typeface="Noto Sans JP"/>
                <a:ea typeface="Noto Sans JP"/>
                <a:cs typeface="Noto Sans JP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225B92"/>
                </a:solidFill>
                <a:latin typeface="Noto Sans JP"/>
                <a:ea typeface="Noto Sans JP"/>
                <a:cs typeface="Noto Sans JP"/>
              </a:defRPr>
            </a:pPr>
            <a:r>
              <a:rPr sz="1500" b="0">
                <a:solidFill>
                  <a:srgbClr val="225B92"/>
                </a:solidFill>
                <a:latin typeface="Noto Sans JP"/>
                <a:ea typeface="Noto Sans JP"/>
                <a:cs typeface="Noto Sans JP"/>
                <a:hlinkClick xmlns:r="http://schemas.openxmlformats.org/officeDocument/2006/relationships" r:id="R063c3ef5f62d4009"/>
              </a:rPr>
              <a:t>S07</a:t>
            </a:r>
          </a:p>
        </p:txBody>
      </p:sp>
      <p:sp>
        <p:nvSpPr>
          <p:cNvPr id="7" name="source-S08">
            <a:extLst xmlns:a="http://schemas.openxmlformats.org/drawingml/2006/main">
              <a:ext uri="{FF2B5EF4-FFF2-40B4-BE49-F238E27FC236}">
                <a16:creationId xmlns:a16="http://schemas.microsoft.com/office/drawing/2014/main" id="{55ADA296-500A-4FFD-81E5-5F2B53D48B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81175" y="9172575"/>
            <a:ext cx="9048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500" b="0">
                <a:solidFill>
                  <a:srgbClr val="225B92"/>
                </a:solidFill>
                <a:latin typeface="Noto Sans JP"/>
                <a:ea typeface="Noto Sans JP"/>
                <a:cs typeface="Noto Sans JP"/>
              </a:defRPr>
            </a:defPPr>
            <a:lvl1pPr>
              <a:defRPr sz="1500" b="0">
                <a:solidFill>
                  <a:srgbClr val="225B92"/>
                </a:solidFill>
                <a:latin typeface="Noto Sans JP"/>
                <a:ea typeface="Noto Sans JP"/>
                <a:cs typeface="Noto Sans JP"/>
              </a:defRPr>
            </a:lvl1pPr>
            <a:lvl2pPr>
              <a:defRPr sz="1500" b="0">
                <a:solidFill>
                  <a:srgbClr val="225B92"/>
                </a:solidFill>
                <a:latin typeface="Noto Sans JP"/>
                <a:ea typeface="Noto Sans JP"/>
                <a:cs typeface="Noto Sans JP"/>
              </a:defRPr>
            </a:lvl2pPr>
            <a:lvl3pPr>
              <a:defRPr sz="1500" b="0">
                <a:solidFill>
                  <a:srgbClr val="225B92"/>
                </a:solidFill>
                <a:latin typeface="Noto Sans JP"/>
                <a:ea typeface="Noto Sans JP"/>
                <a:cs typeface="Noto Sans JP"/>
              </a:defRPr>
            </a:lvl3pPr>
            <a:lvl4pPr>
              <a:defRPr sz="1500" b="0">
                <a:solidFill>
                  <a:srgbClr val="225B92"/>
                </a:solidFill>
                <a:latin typeface="Noto Sans JP"/>
                <a:ea typeface="Noto Sans JP"/>
                <a:cs typeface="Noto Sans JP"/>
              </a:defRPr>
            </a:lvl4pPr>
            <a:lvl5pPr>
              <a:defRPr sz="1500" b="0">
                <a:solidFill>
                  <a:srgbClr val="225B92"/>
                </a:solidFill>
                <a:latin typeface="Noto Sans JP"/>
                <a:ea typeface="Noto Sans JP"/>
                <a:cs typeface="Noto Sans JP"/>
              </a:defRPr>
            </a:lvl5pPr>
            <a:lvl6pPr>
              <a:defRPr sz="1500" b="0">
                <a:solidFill>
                  <a:srgbClr val="225B92"/>
                </a:solidFill>
                <a:latin typeface="Noto Sans JP"/>
                <a:ea typeface="Noto Sans JP"/>
                <a:cs typeface="Noto Sans JP"/>
              </a:defRPr>
            </a:lvl6pPr>
            <a:lvl7pPr>
              <a:defRPr sz="1500" b="0">
                <a:solidFill>
                  <a:srgbClr val="225B92"/>
                </a:solidFill>
                <a:latin typeface="Noto Sans JP"/>
                <a:ea typeface="Noto Sans JP"/>
                <a:cs typeface="Noto Sans JP"/>
              </a:defRPr>
            </a:lvl7pPr>
            <a:lvl8pPr>
              <a:defRPr sz="1500" b="0">
                <a:solidFill>
                  <a:srgbClr val="225B92"/>
                </a:solidFill>
                <a:latin typeface="Noto Sans JP"/>
                <a:ea typeface="Noto Sans JP"/>
                <a:cs typeface="Noto Sans JP"/>
              </a:defRPr>
            </a:lvl8pPr>
            <a:lvl9pPr>
              <a:defRPr sz="1500" b="0">
                <a:solidFill>
                  <a:srgbClr val="225B92"/>
                </a:solidFill>
                <a:latin typeface="Noto Sans JP"/>
                <a:ea typeface="Noto Sans JP"/>
                <a:cs typeface="Noto Sans JP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225B92"/>
                </a:solidFill>
                <a:latin typeface="Noto Sans JP"/>
                <a:ea typeface="Noto Sans JP"/>
                <a:cs typeface="Noto Sans JP"/>
              </a:defRPr>
            </a:pPr>
            <a:r>
              <a:rPr sz="1500" b="0">
                <a:solidFill>
                  <a:srgbClr val="225B92"/>
                </a:solidFill>
                <a:latin typeface="Noto Sans JP"/>
                <a:ea typeface="Noto Sans JP"/>
                <a:cs typeface="Noto Sans JP"/>
                <a:hlinkClick xmlns:r="http://schemas.openxmlformats.org/officeDocument/2006/relationships" r:id="Ra407dda78d1c4fe1"/>
              </a:rPr>
              <a:t>S08</a:t>
            </a:r>
          </a:p>
        </p:txBody>
      </p:sp>
      <p:sp>
        <p:nvSpPr>
          <p:cNvPr id="8" name="source-S09">
            <a:extLst xmlns:a="http://schemas.openxmlformats.org/drawingml/2006/main">
              <a:ext uri="{FF2B5EF4-FFF2-40B4-BE49-F238E27FC236}">
                <a16:creationId xmlns:a16="http://schemas.microsoft.com/office/drawing/2014/main" id="{2401001B-E074-47A8-8A60-1E23D7BE56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9172575"/>
            <a:ext cx="9048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500" b="0">
                <a:solidFill>
                  <a:srgbClr val="225B92"/>
                </a:solidFill>
                <a:latin typeface="Noto Sans JP"/>
                <a:ea typeface="Noto Sans JP"/>
                <a:cs typeface="Noto Sans JP"/>
              </a:defRPr>
            </a:defPPr>
            <a:lvl1pPr>
              <a:defRPr sz="1500" b="0">
                <a:solidFill>
                  <a:srgbClr val="225B92"/>
                </a:solidFill>
                <a:latin typeface="Noto Sans JP"/>
                <a:ea typeface="Noto Sans JP"/>
                <a:cs typeface="Noto Sans JP"/>
              </a:defRPr>
            </a:lvl1pPr>
            <a:lvl2pPr>
              <a:defRPr sz="1500" b="0">
                <a:solidFill>
                  <a:srgbClr val="225B92"/>
                </a:solidFill>
                <a:latin typeface="Noto Sans JP"/>
                <a:ea typeface="Noto Sans JP"/>
                <a:cs typeface="Noto Sans JP"/>
              </a:defRPr>
            </a:lvl2pPr>
            <a:lvl3pPr>
              <a:defRPr sz="1500" b="0">
                <a:solidFill>
                  <a:srgbClr val="225B92"/>
                </a:solidFill>
                <a:latin typeface="Noto Sans JP"/>
                <a:ea typeface="Noto Sans JP"/>
                <a:cs typeface="Noto Sans JP"/>
              </a:defRPr>
            </a:lvl3pPr>
            <a:lvl4pPr>
              <a:defRPr sz="1500" b="0">
                <a:solidFill>
                  <a:srgbClr val="225B92"/>
                </a:solidFill>
                <a:latin typeface="Noto Sans JP"/>
                <a:ea typeface="Noto Sans JP"/>
                <a:cs typeface="Noto Sans JP"/>
              </a:defRPr>
            </a:lvl4pPr>
            <a:lvl5pPr>
              <a:defRPr sz="1500" b="0">
                <a:solidFill>
                  <a:srgbClr val="225B92"/>
                </a:solidFill>
                <a:latin typeface="Noto Sans JP"/>
                <a:ea typeface="Noto Sans JP"/>
                <a:cs typeface="Noto Sans JP"/>
              </a:defRPr>
            </a:lvl5pPr>
            <a:lvl6pPr>
              <a:defRPr sz="1500" b="0">
                <a:solidFill>
                  <a:srgbClr val="225B92"/>
                </a:solidFill>
                <a:latin typeface="Noto Sans JP"/>
                <a:ea typeface="Noto Sans JP"/>
                <a:cs typeface="Noto Sans JP"/>
              </a:defRPr>
            </a:lvl6pPr>
            <a:lvl7pPr>
              <a:defRPr sz="1500" b="0">
                <a:solidFill>
                  <a:srgbClr val="225B92"/>
                </a:solidFill>
                <a:latin typeface="Noto Sans JP"/>
                <a:ea typeface="Noto Sans JP"/>
                <a:cs typeface="Noto Sans JP"/>
              </a:defRPr>
            </a:lvl7pPr>
            <a:lvl8pPr>
              <a:defRPr sz="1500" b="0">
                <a:solidFill>
                  <a:srgbClr val="225B92"/>
                </a:solidFill>
                <a:latin typeface="Noto Sans JP"/>
                <a:ea typeface="Noto Sans JP"/>
                <a:cs typeface="Noto Sans JP"/>
              </a:defRPr>
            </a:lvl8pPr>
            <a:lvl9pPr>
              <a:defRPr sz="1500" b="0">
                <a:solidFill>
                  <a:srgbClr val="225B92"/>
                </a:solidFill>
                <a:latin typeface="Noto Sans JP"/>
                <a:ea typeface="Noto Sans JP"/>
                <a:cs typeface="Noto Sans JP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225B92"/>
                </a:solidFill>
                <a:latin typeface="Noto Sans JP"/>
                <a:ea typeface="Noto Sans JP"/>
                <a:cs typeface="Noto Sans JP"/>
              </a:defRPr>
            </a:pPr>
            <a:r>
              <a:rPr sz="1500" b="0">
                <a:solidFill>
                  <a:srgbClr val="225B92"/>
                </a:solidFill>
                <a:latin typeface="Noto Sans JP"/>
                <a:ea typeface="Noto Sans JP"/>
                <a:cs typeface="Noto Sans JP"/>
                <a:hlinkClick xmlns:r="http://schemas.openxmlformats.org/officeDocument/2006/relationships" r:id="Rf8dc9e435a1742a9"/>
              </a:rPr>
              <a:t>S09</a:t>
            </a:r>
          </a:p>
        </p:txBody>
      </p:sp>
      <p:sp>
        <p:nvSpPr>
          <p:cNvPr id="9" name="source-S10">
            <a:extLst xmlns:a="http://schemas.openxmlformats.org/drawingml/2006/main">
              <a:ext uri="{FF2B5EF4-FFF2-40B4-BE49-F238E27FC236}">
                <a16:creationId xmlns:a16="http://schemas.microsoft.com/office/drawing/2014/main" id="{0FE7AA20-1979-4CA0-AC00-8F5DFBC6B5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81425" y="9172575"/>
            <a:ext cx="9048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500" b="0">
                <a:solidFill>
                  <a:srgbClr val="225B92"/>
                </a:solidFill>
                <a:latin typeface="Noto Sans JP"/>
                <a:ea typeface="Noto Sans JP"/>
                <a:cs typeface="Noto Sans JP"/>
              </a:defRPr>
            </a:defPPr>
            <a:lvl1pPr>
              <a:defRPr sz="1500" b="0">
                <a:solidFill>
                  <a:srgbClr val="225B92"/>
                </a:solidFill>
                <a:latin typeface="Noto Sans JP"/>
                <a:ea typeface="Noto Sans JP"/>
                <a:cs typeface="Noto Sans JP"/>
              </a:defRPr>
            </a:lvl1pPr>
            <a:lvl2pPr>
              <a:defRPr sz="1500" b="0">
                <a:solidFill>
                  <a:srgbClr val="225B92"/>
                </a:solidFill>
                <a:latin typeface="Noto Sans JP"/>
                <a:ea typeface="Noto Sans JP"/>
                <a:cs typeface="Noto Sans JP"/>
              </a:defRPr>
            </a:lvl2pPr>
            <a:lvl3pPr>
              <a:defRPr sz="1500" b="0">
                <a:solidFill>
                  <a:srgbClr val="225B92"/>
                </a:solidFill>
                <a:latin typeface="Noto Sans JP"/>
                <a:ea typeface="Noto Sans JP"/>
                <a:cs typeface="Noto Sans JP"/>
              </a:defRPr>
            </a:lvl3pPr>
            <a:lvl4pPr>
              <a:defRPr sz="1500" b="0">
                <a:solidFill>
                  <a:srgbClr val="225B92"/>
                </a:solidFill>
                <a:latin typeface="Noto Sans JP"/>
                <a:ea typeface="Noto Sans JP"/>
                <a:cs typeface="Noto Sans JP"/>
              </a:defRPr>
            </a:lvl4pPr>
            <a:lvl5pPr>
              <a:defRPr sz="1500" b="0">
                <a:solidFill>
                  <a:srgbClr val="225B92"/>
                </a:solidFill>
                <a:latin typeface="Noto Sans JP"/>
                <a:ea typeface="Noto Sans JP"/>
                <a:cs typeface="Noto Sans JP"/>
              </a:defRPr>
            </a:lvl5pPr>
            <a:lvl6pPr>
              <a:defRPr sz="1500" b="0">
                <a:solidFill>
                  <a:srgbClr val="225B92"/>
                </a:solidFill>
                <a:latin typeface="Noto Sans JP"/>
                <a:ea typeface="Noto Sans JP"/>
                <a:cs typeface="Noto Sans JP"/>
              </a:defRPr>
            </a:lvl6pPr>
            <a:lvl7pPr>
              <a:defRPr sz="1500" b="0">
                <a:solidFill>
                  <a:srgbClr val="225B92"/>
                </a:solidFill>
                <a:latin typeface="Noto Sans JP"/>
                <a:ea typeface="Noto Sans JP"/>
                <a:cs typeface="Noto Sans JP"/>
              </a:defRPr>
            </a:lvl7pPr>
            <a:lvl8pPr>
              <a:defRPr sz="1500" b="0">
                <a:solidFill>
                  <a:srgbClr val="225B92"/>
                </a:solidFill>
                <a:latin typeface="Noto Sans JP"/>
                <a:ea typeface="Noto Sans JP"/>
                <a:cs typeface="Noto Sans JP"/>
              </a:defRPr>
            </a:lvl8pPr>
            <a:lvl9pPr>
              <a:defRPr sz="1500" b="0">
                <a:solidFill>
                  <a:srgbClr val="225B92"/>
                </a:solidFill>
                <a:latin typeface="Noto Sans JP"/>
                <a:ea typeface="Noto Sans JP"/>
                <a:cs typeface="Noto Sans JP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225B92"/>
                </a:solidFill>
                <a:latin typeface="Noto Sans JP"/>
                <a:ea typeface="Noto Sans JP"/>
                <a:cs typeface="Noto Sans JP"/>
              </a:defRPr>
            </a:pPr>
            <a:r>
              <a:rPr sz="1500" b="0">
                <a:solidFill>
                  <a:srgbClr val="225B92"/>
                </a:solidFill>
                <a:latin typeface="Noto Sans JP"/>
                <a:ea typeface="Noto Sans JP"/>
                <a:cs typeface="Noto Sans JP"/>
                <a:hlinkClick xmlns:r="http://schemas.openxmlformats.org/officeDocument/2006/relationships" r:id="Rf31271f31cb54edb"/>
              </a:rPr>
              <a:t>S10</a:t>
            </a:r>
          </a:p>
        </p:txBody>
      </p:sp>
    </p:spTree>
    <p:extLst>
      <p:ext uri="{BB962C8B-B14F-4D97-AF65-F5344CB8AC3E}">
        <p14:creationId xmlns:p14="http://schemas.microsoft.com/office/powerpoint/2010/main" val="126848074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title">
            <a:extLst xmlns:a="http://schemas.openxmlformats.org/drawingml/2006/main">
              <a:ext uri="{FF2B5EF4-FFF2-40B4-BE49-F238E27FC236}">
                <a16:creationId xmlns:a16="http://schemas.microsoft.com/office/drawing/2014/main" id="{2E2B81E9-9B4C-4E21-AA58-1DA9418B72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57200"/>
            <a:ext cx="16764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3375" b="1">
                <a:solidFill>
                  <a:srgbClr val="18354C"/>
                </a:solidFill>
                <a:latin typeface="Noto Sans JP"/>
                <a:ea typeface="Noto Sans JP"/>
                <a:cs typeface="Noto Sans JP"/>
              </a:defRPr>
            </a:defPPr>
            <a:lvl1pPr>
              <a:defRPr sz="3375" b="1">
                <a:solidFill>
                  <a:srgbClr val="18354C"/>
                </a:solidFill>
                <a:latin typeface="Noto Sans JP"/>
                <a:ea typeface="Noto Sans JP"/>
                <a:cs typeface="Noto Sans JP"/>
              </a:defRPr>
            </a:lvl1pPr>
            <a:lvl2pPr>
              <a:defRPr sz="3375" b="1">
                <a:solidFill>
                  <a:srgbClr val="18354C"/>
                </a:solidFill>
                <a:latin typeface="Noto Sans JP"/>
                <a:ea typeface="Noto Sans JP"/>
                <a:cs typeface="Noto Sans JP"/>
              </a:defRPr>
            </a:lvl2pPr>
            <a:lvl3pPr>
              <a:defRPr sz="3375" b="1">
                <a:solidFill>
                  <a:srgbClr val="18354C"/>
                </a:solidFill>
                <a:latin typeface="Noto Sans JP"/>
                <a:ea typeface="Noto Sans JP"/>
                <a:cs typeface="Noto Sans JP"/>
              </a:defRPr>
            </a:lvl3pPr>
            <a:lvl4pPr>
              <a:defRPr sz="3375" b="1">
                <a:solidFill>
                  <a:srgbClr val="18354C"/>
                </a:solidFill>
                <a:latin typeface="Noto Sans JP"/>
                <a:ea typeface="Noto Sans JP"/>
                <a:cs typeface="Noto Sans JP"/>
              </a:defRPr>
            </a:lvl4pPr>
            <a:lvl5pPr>
              <a:defRPr sz="3375" b="1">
                <a:solidFill>
                  <a:srgbClr val="18354C"/>
                </a:solidFill>
                <a:latin typeface="Noto Sans JP"/>
                <a:ea typeface="Noto Sans JP"/>
                <a:cs typeface="Noto Sans JP"/>
              </a:defRPr>
            </a:lvl5pPr>
            <a:lvl6pPr>
              <a:defRPr sz="3375" b="1">
                <a:solidFill>
                  <a:srgbClr val="18354C"/>
                </a:solidFill>
                <a:latin typeface="Noto Sans JP"/>
                <a:ea typeface="Noto Sans JP"/>
                <a:cs typeface="Noto Sans JP"/>
              </a:defRPr>
            </a:lvl6pPr>
            <a:lvl7pPr>
              <a:defRPr sz="3375" b="1">
                <a:solidFill>
                  <a:srgbClr val="18354C"/>
                </a:solidFill>
                <a:latin typeface="Noto Sans JP"/>
                <a:ea typeface="Noto Sans JP"/>
                <a:cs typeface="Noto Sans JP"/>
              </a:defRPr>
            </a:lvl7pPr>
            <a:lvl8pPr>
              <a:defRPr sz="3375" b="1">
                <a:solidFill>
                  <a:srgbClr val="18354C"/>
                </a:solidFill>
                <a:latin typeface="Noto Sans JP"/>
                <a:ea typeface="Noto Sans JP"/>
                <a:cs typeface="Noto Sans JP"/>
              </a:defRPr>
            </a:lvl8pPr>
            <a:lvl9pPr>
              <a:defRPr sz="3375" b="1">
                <a:solidFill>
                  <a:srgbClr val="18354C"/>
                </a:solidFill>
                <a:latin typeface="Noto Sans JP"/>
                <a:ea typeface="Noto Sans JP"/>
                <a:cs typeface="Noto Sans JP"/>
              </a:defRPr>
            </a:lvl9pPr>
          </a:lstStyle>
          <a:p xmlns:a="http://schemas.openxmlformats.org/drawingml/2006/main">
            <a:pPr>
              <a:defRPr sz="3375" b="1">
                <a:solidFill>
                  <a:srgbClr val="18354C"/>
                </a:solidFill>
                <a:latin typeface="Noto Sans JP"/>
                <a:ea typeface="Noto Sans JP"/>
                <a:cs typeface="Noto Sans JP"/>
              </a:defRPr>
            </a:pPr>
            <a:r>
              <a:rPr sz="3375" b="1">
                <a:solidFill>
                  <a:srgbClr val="18354C"/>
                </a:solidFill>
                <a:latin typeface="Noto Sans JP"/>
                <a:ea typeface="Noto Sans JP"/>
                <a:cs typeface="Noto Sans JP"/>
              </a:rPr>
              <a:t>検査の判定から 交換・保全の判断支援へ</a:t>
            </a:r>
          </a:p>
        </p:txBody>
      </p:sp>
      <p:sp>
        <p:nvSpPr>
          <p:cNvPr id="2" name="context">
            <a:extLst xmlns:a="http://schemas.openxmlformats.org/drawingml/2006/main">
              <a:ext uri="{FF2B5EF4-FFF2-40B4-BE49-F238E27FC236}">
                <a16:creationId xmlns:a16="http://schemas.microsoft.com/office/drawing/2014/main" id="{F40CA30C-BA05-4534-9210-FC4D0EF45F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438275"/>
            <a:ext cx="167259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950" b="0">
                <a:solidFill>
                  <a:srgbClr val="64778A"/>
                </a:solidFill>
                <a:latin typeface="Noto Sans JP"/>
                <a:ea typeface="Noto Sans JP"/>
                <a:cs typeface="Noto Sans JP"/>
              </a:defRPr>
            </a:defPPr>
            <a:lvl1pPr>
              <a:defRPr sz="1950" b="0">
                <a:solidFill>
                  <a:srgbClr val="64778A"/>
                </a:solidFill>
                <a:latin typeface="Noto Sans JP"/>
                <a:ea typeface="Noto Sans JP"/>
                <a:cs typeface="Noto Sans JP"/>
              </a:defRPr>
            </a:lvl1pPr>
            <a:lvl2pPr>
              <a:defRPr sz="1950" b="0">
                <a:solidFill>
                  <a:srgbClr val="64778A"/>
                </a:solidFill>
                <a:latin typeface="Noto Sans JP"/>
                <a:ea typeface="Noto Sans JP"/>
                <a:cs typeface="Noto Sans JP"/>
              </a:defRPr>
            </a:lvl2pPr>
            <a:lvl3pPr>
              <a:defRPr sz="1950" b="0">
                <a:solidFill>
                  <a:srgbClr val="64778A"/>
                </a:solidFill>
                <a:latin typeface="Noto Sans JP"/>
                <a:ea typeface="Noto Sans JP"/>
                <a:cs typeface="Noto Sans JP"/>
              </a:defRPr>
            </a:lvl3pPr>
            <a:lvl4pPr>
              <a:defRPr sz="1950" b="0">
                <a:solidFill>
                  <a:srgbClr val="64778A"/>
                </a:solidFill>
                <a:latin typeface="Noto Sans JP"/>
                <a:ea typeface="Noto Sans JP"/>
                <a:cs typeface="Noto Sans JP"/>
              </a:defRPr>
            </a:lvl4pPr>
            <a:lvl5pPr>
              <a:defRPr sz="1950" b="0">
                <a:solidFill>
                  <a:srgbClr val="64778A"/>
                </a:solidFill>
                <a:latin typeface="Noto Sans JP"/>
                <a:ea typeface="Noto Sans JP"/>
                <a:cs typeface="Noto Sans JP"/>
              </a:defRPr>
            </a:lvl5pPr>
            <a:lvl6pPr>
              <a:defRPr sz="1950" b="0">
                <a:solidFill>
                  <a:srgbClr val="64778A"/>
                </a:solidFill>
                <a:latin typeface="Noto Sans JP"/>
                <a:ea typeface="Noto Sans JP"/>
                <a:cs typeface="Noto Sans JP"/>
              </a:defRPr>
            </a:lvl6pPr>
            <a:lvl7pPr>
              <a:defRPr sz="1950" b="0">
                <a:solidFill>
                  <a:srgbClr val="64778A"/>
                </a:solidFill>
                <a:latin typeface="Noto Sans JP"/>
                <a:ea typeface="Noto Sans JP"/>
                <a:cs typeface="Noto Sans JP"/>
              </a:defRPr>
            </a:lvl7pPr>
            <a:lvl8pPr>
              <a:defRPr sz="1950" b="0">
                <a:solidFill>
                  <a:srgbClr val="64778A"/>
                </a:solidFill>
                <a:latin typeface="Noto Sans JP"/>
                <a:ea typeface="Noto Sans JP"/>
                <a:cs typeface="Noto Sans JP"/>
              </a:defRPr>
            </a:lvl8pPr>
            <a:lvl9pPr>
              <a:defRPr sz="1950" b="0">
                <a:solidFill>
                  <a:srgbClr val="64778A"/>
                </a:solidFill>
                <a:latin typeface="Noto Sans JP"/>
                <a:ea typeface="Noto Sans JP"/>
                <a:cs typeface="Noto Sans JP"/>
              </a:defRPr>
            </a:lvl9pPr>
          </a:lstStyle>
          <a:p xmlns:a="http://schemas.openxmlformats.org/drawingml/2006/main">
            <a:pPr>
              <a:defRPr sz="1950" b="0">
                <a:solidFill>
                  <a:srgbClr val="64778A"/>
                </a:solidFill>
                <a:latin typeface="Noto Sans JP"/>
                <a:ea typeface="Noto Sans JP"/>
                <a:cs typeface="Noto Sans JP"/>
              </a:defRPr>
            </a:pPr>
            <a:r>
              <a:rPr sz="1950" b="0">
                <a:solidFill>
                  <a:srgbClr val="64778A"/>
                </a:solidFill>
                <a:latin typeface="Noto Sans JP"/>
                <a:ea typeface="Noto Sans JP"/>
                <a:cs typeface="Noto Sans JP"/>
              </a:rPr>
              <a:t>観測した状態をどう行動へ結び付けるかが焦点。ただし、交換や停止の自動実行まで同じ範囲ではありません。</a:t>
            </a:r>
          </a:p>
        </p:txBody>
      </p:sp>
      <p:graphicFrame>
        <p:nvGraphicFrame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42ED494-E0C9-4495-8267-C2983E5646F2}"/>
              </a:ext>
            </a:extLst>
          </p:cNvPr>
          <p:cNvGraphicFramePr/>
          <p:nvPr/>
        </p:nvGraphicFramePr>
        <p:xfrm>
          <a:off xmlns:a="http://schemas.openxmlformats.org/drawingml/2006/main" x="762000" y="2333625"/>
          <a:ext xmlns:a="http://schemas.openxmlformats.org/drawingml/2006/main" cx="16764000" cy="661987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381250"/>
                <a:gridCol w="5000625"/>
                <a:gridCol w="5143500"/>
                <a:gridCol w="4238625"/>
              </a:tblGrid>
              <a:tr h="714375">
                <a:tc>
                  <a:txBody>
                    <a:bodyPr wrap="square" lIns="114300" tIns="114300" rIns="114300" bIns="114300">
                      <a:noAutofit/>
                    </a:bodyPr>
                    <a:lstStyle/>
                    <a:p>
                      <a:r>
                        <a:rPr sz="2175" b="1">
                          <a:solidFill>
                            <a:srgbClr val="FFFFFF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対象</a:t>
                      </a:r>
                    </a:p>
                  </a:txBody>
                  <a:tcPr marL="91440" marR="91440" marT="45720" marB="45720" anchor="t">
                    <a:lnL w="9525">
                      <a:solidFill>
                        <a:srgbClr val="D4DEE7"/>
                      </a:solidFill>
                      <a:prstDash val="solid"/>
                    </a:lnL>
                    <a:lnR w="9525">
                      <a:solidFill>
                        <a:srgbClr val="D4DEE7"/>
                      </a:solidFill>
                      <a:prstDash val="solid"/>
                    </a:lnR>
                    <a:lnT w="9525">
                      <a:solidFill>
                        <a:srgbClr val="D4DEE7"/>
                      </a:solidFill>
                      <a:prstDash val="solid"/>
                    </a:lnT>
                    <a:lnB w="9525">
                      <a:solidFill>
                        <a:srgbClr val="D4DEE7"/>
                      </a:solidFill>
                      <a:prstDash val="solid"/>
                    </a:lnB>
                    <a:solidFill>
                      <a:srgbClr val="244B63"/>
                    </a:solidFill>
                  </a:tcPr>
                </a:tc>
                <a:tc>
                  <a:txBody>
                    <a:bodyPr wrap="square" lIns="114300" tIns="114300" rIns="114300" bIns="114300">
                      <a:noAutofit/>
                    </a:bodyPr>
                    <a:lstStyle/>
                    <a:p>
                      <a:r>
                        <a:rPr sz="2175" b="1">
                          <a:solidFill>
                            <a:srgbClr val="FFFFFF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認識・判断すること</a:t>
                      </a:r>
                    </a:p>
                  </a:txBody>
                  <a:tcPr marL="91440" marR="91440" marT="45720" marB="45720" anchor="t">
                    <a:lnR w="9525">
                      <a:solidFill>
                        <a:srgbClr val="D4DEE7"/>
                      </a:solidFill>
                      <a:prstDash val="solid"/>
                    </a:lnR>
                    <a:lnT w="9525">
                      <a:solidFill>
                        <a:srgbClr val="D4DEE7"/>
                      </a:solidFill>
                      <a:prstDash val="solid"/>
                    </a:lnT>
                    <a:lnB w="9525">
                      <a:solidFill>
                        <a:srgbClr val="D4DEE7"/>
                      </a:solidFill>
                      <a:prstDash val="solid"/>
                    </a:lnB>
                    <a:solidFill>
                      <a:srgbClr val="244B63"/>
                    </a:solidFill>
                  </a:tcPr>
                </a:tc>
                <a:tc>
                  <a:txBody>
                    <a:bodyPr wrap="square" lIns="114300" tIns="114300" rIns="114300" bIns="114300">
                      <a:noAutofit/>
                    </a:bodyPr>
                    <a:lstStyle/>
                    <a:p>
                      <a:r>
                        <a:rPr sz="2175" b="1">
                          <a:solidFill>
                            <a:srgbClr val="FFFFFF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支援する次の仕事</a:t>
                      </a:r>
                    </a:p>
                  </a:txBody>
                  <a:tcPr marL="91440" marR="91440" marT="45720" marB="45720" anchor="t">
                    <a:lnR w="9525">
                      <a:solidFill>
                        <a:srgbClr val="D4DEE7"/>
                      </a:solidFill>
                      <a:prstDash val="solid"/>
                    </a:lnR>
                    <a:lnT w="9525">
                      <a:solidFill>
                        <a:srgbClr val="D4DEE7"/>
                      </a:solidFill>
                      <a:prstDash val="solid"/>
                    </a:lnT>
                    <a:lnB w="9525">
                      <a:solidFill>
                        <a:srgbClr val="D4DEE7"/>
                      </a:solidFill>
                      <a:prstDash val="solid"/>
                    </a:lnB>
                    <a:solidFill>
                      <a:srgbClr val="244B63"/>
                    </a:solidFill>
                  </a:tcPr>
                </a:tc>
                <a:tc>
                  <a:txBody>
                    <a:bodyPr wrap="square" lIns="114300" tIns="114300" rIns="114300" bIns="114300">
                      <a:noAutofit/>
                    </a:bodyPr>
                    <a:lstStyle/>
                    <a:p>
                      <a:r>
                        <a:rPr sz="2175" b="1">
                          <a:solidFill>
                            <a:srgbClr val="FFFFFF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残る確認</a:t>
                      </a:r>
                    </a:p>
                  </a:txBody>
                  <a:tcPr marL="91440" marR="91440" marT="45720" marB="45720" anchor="t">
                    <a:lnR w="9525">
                      <a:solidFill>
                        <a:srgbClr val="D4DEE7"/>
                      </a:solidFill>
                      <a:prstDash val="solid"/>
                    </a:lnR>
                    <a:lnT w="9525">
                      <a:solidFill>
                        <a:srgbClr val="D4DEE7"/>
                      </a:solidFill>
                      <a:prstDash val="solid"/>
                    </a:lnT>
                    <a:lnB w="9525">
                      <a:solidFill>
                        <a:srgbClr val="D4DEE7"/>
                      </a:solidFill>
                      <a:prstDash val="solid"/>
                    </a:lnB>
                    <a:solidFill>
                      <a:srgbClr val="244B63"/>
                    </a:solidFill>
                  </a:tcPr>
                </a:tc>
              </a:tr>
              <a:tr h="1476375">
                <a:tc>
                  <a:txBody>
                    <a:bodyPr wrap="square" lIns="114300" tIns="114300" rIns="114300" bIns="114300">
                      <a:noAutofit/>
                    </a:bodyPr>
                    <a:lstStyle/>
                    <a:p>
                      <a:r>
                        <a:rPr sz="2100" b="1">
                          <a:solidFill>
                            <a:srgbClr val="18354C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製品の外観</a:t>
                      </a:r>
                    </a:p>
                  </a:txBody>
                  <a:tcPr marL="91440" marR="91440" marT="45720" marB="45720" anchor="t">
                    <a:lnL w="9525">
                      <a:solidFill>
                        <a:srgbClr val="D4DEE7"/>
                      </a:solidFill>
                      <a:prstDash val="solid"/>
                    </a:lnL>
                    <a:lnR w="9525">
                      <a:solidFill>
                        <a:srgbClr val="D4DEE7"/>
                      </a:solidFill>
                      <a:prstDash val="solid"/>
                    </a:lnR>
                    <a:lnB w="9525">
                      <a:solidFill>
                        <a:srgbClr val="D4DEE7"/>
                      </a:solidFill>
                      <a:prstDash val="solid"/>
                    </a:lnB>
                    <a:solidFill>
                      <a:srgbClr val="EEF3F8"/>
                    </a:solidFill>
                  </a:tcPr>
                </a:tc>
                <a:tc>
                  <a:txBody>
                    <a:bodyPr wrap="square" lIns="114300" tIns="114300" rIns="114300" bIns="114300">
                      <a:noAutofit/>
                    </a:bodyPr>
                    <a:lstStyle/>
                    <a:p>
                      <a:r>
                        <a:rPr sz="2100" b="0">
                          <a:solidFill>
                            <a:srgbClr val="18354C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良品との差で異常を検出</a:t>
                      </a:r>
                    </a:p>
                    <a:p>
                      <a:r>
                        <a:rPr sz="2100" b="0">
                          <a:solidFill>
                            <a:srgbClr val="18354C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HACARUS Check ZERO [S11]</a:t>
                      </a:r>
                    </a:p>
                  </a:txBody>
                  <a:tcPr marL="91440" marR="91440" marT="45720" marB="45720" anchor="t">
                    <a:lnR w="9525">
                      <a:solidFill>
                        <a:srgbClr val="D4DEE7"/>
                      </a:solidFill>
                      <a:prstDash val="solid"/>
                    </a:lnR>
                    <a:lnB w="9525">
                      <a:solidFill>
                        <a:srgbClr val="D4DEE7"/>
                      </a:solidFill>
                      <a:prstDash val="solid"/>
                    </a:lnB>
                    <a:solidFill>
                      <a:srgbClr val="EEF3F8"/>
                    </a:solidFill>
                  </a:tcPr>
                </a:tc>
                <a:tc>
                  <a:txBody>
                    <a:bodyPr wrap="square" lIns="114300" tIns="114300" rIns="114300" bIns="114300">
                      <a:noAutofit/>
                    </a:bodyPr>
                    <a:lstStyle/>
                    <a:p>
                      <a:r>
                        <a:rPr sz="2100" b="0">
                          <a:solidFill>
                            <a:srgbClr val="18354C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人の良否注釈で判定を追加調整</a:t>
                      </a:r>
                    </a:p>
                  </a:txBody>
                  <a:tcPr marL="91440" marR="91440" marT="45720" marB="45720" anchor="t">
                    <a:lnR w="9525">
                      <a:solidFill>
                        <a:srgbClr val="D4DEE7"/>
                      </a:solidFill>
                      <a:prstDash val="solid"/>
                    </a:lnR>
                    <a:lnB w="9525">
                      <a:solidFill>
                        <a:srgbClr val="D4DEE7"/>
                      </a:solidFill>
                      <a:prstDash val="solid"/>
                    </a:lnB>
                    <a:solidFill>
                      <a:srgbClr val="EEF3F8"/>
                    </a:solidFill>
                  </a:tcPr>
                </a:tc>
                <a:tc>
                  <a:txBody>
                    <a:bodyPr wrap="square" lIns="114300" tIns="114300" rIns="114300" bIns="114300">
                      <a:noAutofit/>
                    </a:bodyPr>
                    <a:lstStyle/>
                    <a:p>
                      <a:r>
                        <a:rPr sz="2100" b="0">
                          <a:solidFill>
                            <a:srgbClr val="18354C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画像・注釈の準備、</a:t>
                      </a:r>
                    </a:p>
                    <a:p>
                      <a:r>
                        <a:rPr sz="2100" b="0">
                          <a:solidFill>
                            <a:srgbClr val="18354C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更新モデル採用と出荷判定</a:t>
                      </a:r>
                    </a:p>
                  </a:txBody>
                  <a:tcPr marL="91440" marR="91440" marT="45720" marB="45720" anchor="t">
                    <a:lnR w="9525">
                      <a:solidFill>
                        <a:srgbClr val="D4DEE7"/>
                      </a:solidFill>
                      <a:prstDash val="solid"/>
                    </a:lnR>
                    <a:lnB w="9525">
                      <a:solidFill>
                        <a:srgbClr val="D4DEE7"/>
                      </a:solidFill>
                      <a:prstDash val="solid"/>
                    </a:lnB>
                    <a:solidFill>
                      <a:srgbClr val="EEF3F8"/>
                    </a:solidFill>
                  </a:tcPr>
                </a:tc>
              </a:tr>
              <a:tr h="1476375">
                <a:tc>
                  <a:txBody>
                    <a:bodyPr wrap="square" lIns="114300" tIns="114300" rIns="114300" bIns="114300">
                      <a:noAutofit/>
                    </a:bodyPr>
                    <a:lstStyle/>
                    <a:p>
                      <a:r>
                        <a:rPr sz="2100" b="1">
                          <a:solidFill>
                            <a:srgbClr val="18354C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工具の刃先</a:t>
                      </a:r>
                    </a:p>
                  </a:txBody>
                  <a:tcPr marL="91440" marR="91440" marT="45720" marB="45720" anchor="t">
                    <a:lnL w="9525">
                      <a:solidFill>
                        <a:srgbClr val="D4DEE7"/>
                      </a:solidFill>
                      <a:prstDash val="solid"/>
                    </a:lnL>
                    <a:lnR w="9525">
                      <a:solidFill>
                        <a:srgbClr val="D4DEE7"/>
                      </a:solidFill>
                      <a:prstDash val="solid"/>
                    </a:lnR>
                    <a:lnB w="9525">
                      <a:solidFill>
                        <a:srgbClr val="D4DE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114300" tIns="114300" rIns="114300" bIns="114300">
                      <a:noAutofit/>
                    </a:bodyPr>
                    <a:lstStyle/>
                    <a:p>
                      <a:r>
                        <a:rPr sz="2100" b="0">
                          <a:solidFill>
                            <a:srgbClr val="18354C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欠け・摩耗をAI判定</a:t>
                      </a:r>
                    </a:p>
                    <a:p>
                      <a:r>
                        <a:rPr sz="2100" b="0">
                          <a:solidFill>
                            <a:srgbClr val="18354C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ツールコラージュ [S12]</a:t>
                      </a:r>
                    </a:p>
                  </a:txBody>
                  <a:tcPr marL="91440" marR="91440" marT="45720" marB="45720" anchor="t">
                    <a:lnR w="9525">
                      <a:solidFill>
                        <a:srgbClr val="D4DEE7"/>
                      </a:solidFill>
                      <a:prstDash val="solid"/>
                    </a:lnR>
                    <a:lnB w="9525">
                      <a:solidFill>
                        <a:srgbClr val="D4DE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114300" tIns="114300" rIns="114300" bIns="114300">
                      <a:noAutofit/>
                    </a:bodyPr>
                    <a:lstStyle/>
                    <a:p>
                      <a:r>
                        <a:rPr sz="2100" b="0">
                          <a:solidFill>
                            <a:srgbClr val="18354C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摩耗記録から寿命・交換時期を提案</a:t>
                      </a:r>
                    </a:p>
                    <a:p>
                      <a:r>
                        <a:rPr sz="2100" b="0">
                          <a:solidFill>
                            <a:srgbClr val="18354C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アナライザー [S12]</a:t>
                      </a:r>
                    </a:p>
                  </a:txBody>
                  <a:tcPr marL="91440" marR="91440" marT="45720" marB="45720" anchor="t">
                    <a:lnR w="9525">
                      <a:solidFill>
                        <a:srgbClr val="D4DEE7"/>
                      </a:solidFill>
                      <a:prstDash val="solid"/>
                    </a:lnR>
                    <a:lnB w="9525">
                      <a:solidFill>
                        <a:srgbClr val="D4DE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114300" tIns="114300" rIns="114300" bIns="114300">
                      <a:noAutofit/>
                    </a:bodyPr>
                    <a:lstStyle/>
                    <a:p>
                      <a:r>
                        <a:rPr sz="2100" b="0">
                          <a:solidFill>
                            <a:srgbClr val="18354C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対象工具と加工条件、</a:t>
                      </a:r>
                    </a:p>
                    <a:p>
                      <a:r>
                        <a:rPr sz="2100" b="0">
                          <a:solidFill>
                            <a:srgbClr val="18354C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継続使用・交換の決定者</a:t>
                      </a:r>
                    </a:p>
                  </a:txBody>
                  <a:tcPr marL="91440" marR="91440" marT="45720" marB="45720" anchor="t">
                    <a:lnR w="9525">
                      <a:solidFill>
                        <a:srgbClr val="D4DEE7"/>
                      </a:solidFill>
                      <a:prstDash val="solid"/>
                    </a:lnR>
                    <a:lnB w="9525">
                      <a:solidFill>
                        <a:srgbClr val="D4DE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1476375">
                <a:tc>
                  <a:txBody>
                    <a:bodyPr wrap="square" lIns="114300" tIns="114300" rIns="114300" bIns="114300">
                      <a:noAutofit/>
                    </a:bodyPr>
                    <a:lstStyle/>
                    <a:p>
                      <a:r>
                        <a:rPr sz="2100" b="1">
                          <a:solidFill>
                            <a:srgbClr val="18354C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工具の画像</a:t>
                      </a:r>
                    </a:p>
                  </a:txBody>
                  <a:tcPr marL="91440" marR="91440" marT="45720" marB="45720" anchor="t">
                    <a:lnL w="9525">
                      <a:solidFill>
                        <a:srgbClr val="D4DEE7"/>
                      </a:solidFill>
                      <a:prstDash val="solid"/>
                    </a:lnL>
                    <a:lnR w="9525">
                      <a:solidFill>
                        <a:srgbClr val="D4DEE7"/>
                      </a:solidFill>
                      <a:prstDash val="solid"/>
                    </a:lnR>
                    <a:lnB w="9525">
                      <a:solidFill>
                        <a:srgbClr val="D4DEE7"/>
                      </a:solidFill>
                      <a:prstDash val="solid"/>
                    </a:lnB>
                    <a:solidFill>
                      <a:srgbClr val="EEF3F8"/>
                    </a:solidFill>
                  </a:tcPr>
                </a:tc>
                <a:tc>
                  <a:txBody>
                    <a:bodyPr wrap="square" lIns="114300" tIns="114300" rIns="114300" bIns="114300">
                      <a:noAutofit/>
                    </a:bodyPr>
                    <a:lstStyle/>
                    <a:p>
                      <a:r>
                        <a:rPr sz="2100" b="0">
                          <a:solidFill>
                            <a:srgbClr val="18354C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VTC 6.0のAI摩耗診断</a:t>
                      </a:r>
                    </a:p>
                    <a:p>
                      <a:r>
                        <a:rPr sz="2100" b="0">
                          <a:solidFill>
                            <a:srgbClr val="18354C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ハイデンハイン [S13]</a:t>
                      </a:r>
                    </a:p>
                  </a:txBody>
                  <a:tcPr marL="91440" marR="91440" marT="45720" marB="45720" anchor="t">
                    <a:lnR w="9525">
                      <a:solidFill>
                        <a:srgbClr val="D4DEE7"/>
                      </a:solidFill>
                      <a:prstDash val="solid"/>
                    </a:lnR>
                    <a:lnB w="9525">
                      <a:solidFill>
                        <a:srgbClr val="D4DEE7"/>
                      </a:solidFill>
                      <a:prstDash val="solid"/>
                    </a:lnB>
                    <a:solidFill>
                      <a:srgbClr val="EEF3F8"/>
                    </a:solidFill>
                  </a:tcPr>
                </a:tc>
                <a:tc>
                  <a:txBody>
                    <a:bodyPr wrap="square" lIns="114300" tIns="114300" rIns="114300" bIns="114300">
                      <a:noAutofit/>
                    </a:bodyPr>
                    <a:lstStyle/>
                    <a:p>
                      <a:r>
                        <a:rPr sz="2100" b="0">
                          <a:solidFill>
                            <a:srgbClr val="18354C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工具の点検・使用判断を支援</a:t>
                      </a:r>
                    </a:p>
                  </a:txBody>
                  <a:tcPr marL="91440" marR="91440" marT="45720" marB="45720" anchor="t">
                    <a:lnR w="9525">
                      <a:solidFill>
                        <a:srgbClr val="D4DEE7"/>
                      </a:solidFill>
                      <a:prstDash val="solid"/>
                    </a:lnR>
                    <a:lnB w="9525">
                      <a:solidFill>
                        <a:srgbClr val="D4DEE7"/>
                      </a:solidFill>
                      <a:prstDash val="solid"/>
                    </a:lnB>
                    <a:solidFill>
                      <a:srgbClr val="EEF3F8"/>
                    </a:solidFill>
                  </a:tcPr>
                </a:tc>
                <a:tc>
                  <a:txBody>
                    <a:bodyPr wrap="square" lIns="114300" tIns="114300" rIns="114300" bIns="114300">
                      <a:noAutofit/>
                    </a:bodyPr>
                    <a:lstStyle/>
                    <a:p>
                      <a:r>
                        <a:rPr sz="2100" b="0">
                          <a:solidFill>
                            <a:srgbClr val="18354C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判定閾値と自動交換への接続</a:t>
                      </a:r>
                    </a:p>
                  </a:txBody>
                  <a:tcPr marL="91440" marR="91440" marT="45720" marB="45720" anchor="t">
                    <a:lnR w="9525">
                      <a:solidFill>
                        <a:srgbClr val="D4DEE7"/>
                      </a:solidFill>
                      <a:prstDash val="solid"/>
                    </a:lnR>
                    <a:lnB w="9525">
                      <a:solidFill>
                        <a:srgbClr val="D4DEE7"/>
                      </a:solidFill>
                      <a:prstDash val="solid"/>
                    </a:lnB>
                    <a:solidFill>
                      <a:srgbClr val="EEF3F8"/>
                    </a:solidFill>
                  </a:tcPr>
                </a:tc>
              </a:tr>
              <a:tr h="1476375">
                <a:tc>
                  <a:txBody>
                    <a:bodyPr wrap="square" lIns="114300" tIns="114300" rIns="114300" bIns="114300">
                      <a:noAutofit/>
                    </a:bodyPr>
                    <a:lstStyle/>
                    <a:p>
                      <a:r>
                        <a:rPr sz="2100" b="1">
                          <a:solidFill>
                            <a:srgbClr val="18354C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設備の電流・振動</a:t>
                      </a:r>
                    </a:p>
                  </a:txBody>
                  <a:tcPr marL="91440" marR="91440" marT="45720" marB="45720" anchor="t">
                    <a:lnL w="9525">
                      <a:solidFill>
                        <a:srgbClr val="D4DEE7"/>
                      </a:solidFill>
                      <a:prstDash val="solid"/>
                    </a:lnL>
                    <a:lnR w="9525">
                      <a:solidFill>
                        <a:srgbClr val="D4DEE7"/>
                      </a:solidFill>
                      <a:prstDash val="solid"/>
                    </a:lnR>
                    <a:lnB w="9525">
                      <a:solidFill>
                        <a:srgbClr val="D4DE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114300" tIns="114300" rIns="114300" bIns="114300">
                      <a:noAutofit/>
                    </a:bodyPr>
                    <a:lstStyle/>
                    <a:p>
                      <a:r>
                        <a:rPr sz="2100" b="0">
                          <a:solidFill>
                            <a:srgbClr val="18354C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新品状態との差から劣化を診断</a:t>
                      </a:r>
                    </a:p>
                    <a:p>
                      <a:r>
                        <a:rPr sz="2100" b="0">
                          <a:solidFill>
                            <a:srgbClr val="18354C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ムラテックCCS [S14]</a:t>
                      </a:r>
                    </a:p>
                  </a:txBody>
                  <a:tcPr marL="91440" marR="91440" marT="45720" marB="45720" anchor="t">
                    <a:lnR w="9525">
                      <a:solidFill>
                        <a:srgbClr val="D4DEE7"/>
                      </a:solidFill>
                      <a:prstDash val="solid"/>
                    </a:lnR>
                    <a:lnB w="9525">
                      <a:solidFill>
                        <a:srgbClr val="D4DE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114300" tIns="114300" rIns="114300" bIns="114300">
                      <a:noAutofit/>
                    </a:bodyPr>
                    <a:lstStyle/>
                    <a:p>
                      <a:r>
                        <a:rPr sz="2100" b="0">
                          <a:solidFill>
                            <a:srgbClr val="18354C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点検や部品交換の判断を支援</a:t>
                      </a:r>
                    </a:p>
                  </a:txBody>
                  <a:tcPr marL="91440" marR="91440" marT="45720" marB="45720" anchor="t">
                    <a:lnR w="9525">
                      <a:solidFill>
                        <a:srgbClr val="D4DEE7"/>
                      </a:solidFill>
                      <a:prstDash val="solid"/>
                    </a:lnR>
                    <a:lnB w="9525">
                      <a:solidFill>
                        <a:srgbClr val="D4DE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114300" tIns="114300" rIns="114300" bIns="114300">
                      <a:noAutofit/>
                    </a:bodyPr>
                    <a:lstStyle/>
                    <a:p>
                      <a:r>
                        <a:rPr sz="2100" b="0">
                          <a:solidFill>
                            <a:srgbClr val="18354C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誤警報、最終判断、</a:t>
                      </a:r>
                    </a:p>
                    <a:p>
                      <a:r>
                        <a:rPr sz="2100" b="0">
                          <a:solidFill>
                            <a:srgbClr val="18354C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異なる設備への適用範囲</a:t>
                      </a:r>
                    </a:p>
                  </a:txBody>
                  <a:tcPr marL="91440" marR="91440" marT="45720" marB="45720" anchor="t">
                    <a:lnR w="9525">
                      <a:solidFill>
                        <a:srgbClr val="D4DEE7"/>
                      </a:solidFill>
                      <a:prstDash val="solid"/>
                    </a:lnR>
                    <a:lnB w="9525">
                      <a:solidFill>
                        <a:srgbClr val="D4DE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limit">
            <a:extLst xmlns:a="http://schemas.openxmlformats.org/drawingml/2006/main">
              <a:ext uri="{FF2B5EF4-FFF2-40B4-BE49-F238E27FC236}">
                <a16:creationId xmlns:a16="http://schemas.microsoft.com/office/drawing/2014/main" id="{052F0F8E-A4A5-49B3-92BF-2E30C9A4DC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9591675"/>
            <a:ext cx="1604962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500" b="0">
                <a:solidFill>
                  <a:srgbClr val="64778A"/>
                </a:solidFill>
                <a:latin typeface="Noto Sans JP"/>
                <a:ea typeface="Noto Sans JP"/>
                <a:cs typeface="Noto Sans JP"/>
              </a:defRPr>
            </a:defPPr>
            <a:lvl1pPr>
              <a:defRPr sz="1500" b="0">
                <a:solidFill>
                  <a:srgbClr val="64778A"/>
                </a:solidFill>
                <a:latin typeface="Noto Sans JP"/>
                <a:ea typeface="Noto Sans JP"/>
                <a:cs typeface="Noto Sans JP"/>
              </a:defRPr>
            </a:lvl1pPr>
            <a:lvl2pPr>
              <a:defRPr sz="1500" b="0">
                <a:solidFill>
                  <a:srgbClr val="64778A"/>
                </a:solidFill>
                <a:latin typeface="Noto Sans JP"/>
                <a:ea typeface="Noto Sans JP"/>
                <a:cs typeface="Noto Sans JP"/>
              </a:defRPr>
            </a:lvl2pPr>
            <a:lvl3pPr>
              <a:defRPr sz="1500" b="0">
                <a:solidFill>
                  <a:srgbClr val="64778A"/>
                </a:solidFill>
                <a:latin typeface="Noto Sans JP"/>
                <a:ea typeface="Noto Sans JP"/>
                <a:cs typeface="Noto Sans JP"/>
              </a:defRPr>
            </a:lvl3pPr>
            <a:lvl4pPr>
              <a:defRPr sz="1500" b="0">
                <a:solidFill>
                  <a:srgbClr val="64778A"/>
                </a:solidFill>
                <a:latin typeface="Noto Sans JP"/>
                <a:ea typeface="Noto Sans JP"/>
                <a:cs typeface="Noto Sans JP"/>
              </a:defRPr>
            </a:lvl4pPr>
            <a:lvl5pPr>
              <a:defRPr sz="1500" b="0">
                <a:solidFill>
                  <a:srgbClr val="64778A"/>
                </a:solidFill>
                <a:latin typeface="Noto Sans JP"/>
                <a:ea typeface="Noto Sans JP"/>
                <a:cs typeface="Noto Sans JP"/>
              </a:defRPr>
            </a:lvl5pPr>
            <a:lvl6pPr>
              <a:defRPr sz="1500" b="0">
                <a:solidFill>
                  <a:srgbClr val="64778A"/>
                </a:solidFill>
                <a:latin typeface="Noto Sans JP"/>
                <a:ea typeface="Noto Sans JP"/>
                <a:cs typeface="Noto Sans JP"/>
              </a:defRPr>
            </a:lvl6pPr>
            <a:lvl7pPr>
              <a:defRPr sz="1500" b="0">
                <a:solidFill>
                  <a:srgbClr val="64778A"/>
                </a:solidFill>
                <a:latin typeface="Noto Sans JP"/>
                <a:ea typeface="Noto Sans JP"/>
                <a:cs typeface="Noto Sans JP"/>
              </a:defRPr>
            </a:lvl7pPr>
            <a:lvl8pPr>
              <a:defRPr sz="1500" b="0">
                <a:solidFill>
                  <a:srgbClr val="64778A"/>
                </a:solidFill>
                <a:latin typeface="Noto Sans JP"/>
                <a:ea typeface="Noto Sans JP"/>
                <a:cs typeface="Noto Sans JP"/>
              </a:defRPr>
            </a:lvl8pPr>
            <a:lvl9pPr>
              <a:defRPr sz="1500" b="0">
                <a:solidFill>
                  <a:srgbClr val="64778A"/>
                </a:solidFill>
                <a:latin typeface="Noto Sans JP"/>
                <a:ea typeface="Noto Sans JP"/>
                <a:cs typeface="Noto Sans JP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64778A"/>
                </a:solidFill>
                <a:latin typeface="Noto Sans JP"/>
                <a:ea typeface="Noto Sans JP"/>
                <a:cs typeface="Noto Sans JP"/>
              </a:defRPr>
            </a:pPr>
            <a:r>
              <a:rPr sz="1500" b="0">
                <a:solidFill>
                  <a:srgbClr val="64778A"/>
                </a:solidFill>
                <a:latin typeface="Noto Sans JP"/>
                <a:ea typeface="Noto Sans JP"/>
                <a:cs typeface="Noto Sans JP"/>
              </a:rPr>
              <a:t>AI摩耗判定・設備診断は2024にも存在。ZERO追加学習は2025、工具寿命には以前の研究発表もある。</a:t>
            </a:r>
          </a:p>
        </p:txBody>
      </p:sp>
      <p:sp>
        <p:nvSpPr>
          <p:cNvPr id="5" name="page">
            <a:extLst xmlns:a="http://schemas.openxmlformats.org/drawingml/2006/main">
              <a:ext uri="{FF2B5EF4-FFF2-40B4-BE49-F238E27FC236}">
                <a16:creationId xmlns:a16="http://schemas.microsoft.com/office/drawing/2014/main" id="{1CE43E4A-0B9E-44D8-8B4B-20A9DEBC8D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078325" y="9667875"/>
            <a:ext cx="457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500" b="0">
                <a:solidFill>
                  <a:srgbClr val="64778A"/>
                </a:solidFill>
                <a:latin typeface="Noto Sans JP"/>
                <a:ea typeface="Noto Sans JP"/>
                <a:cs typeface="Noto Sans JP"/>
              </a:defRPr>
            </a:defPPr>
            <a:lvl1pPr>
              <a:defRPr sz="1500" b="0">
                <a:solidFill>
                  <a:srgbClr val="64778A"/>
                </a:solidFill>
                <a:latin typeface="Noto Sans JP"/>
                <a:ea typeface="Noto Sans JP"/>
                <a:cs typeface="Noto Sans JP"/>
              </a:defRPr>
            </a:lvl1pPr>
            <a:lvl2pPr>
              <a:defRPr sz="1500" b="0">
                <a:solidFill>
                  <a:srgbClr val="64778A"/>
                </a:solidFill>
                <a:latin typeface="Noto Sans JP"/>
                <a:ea typeface="Noto Sans JP"/>
                <a:cs typeface="Noto Sans JP"/>
              </a:defRPr>
            </a:lvl2pPr>
            <a:lvl3pPr>
              <a:defRPr sz="1500" b="0">
                <a:solidFill>
                  <a:srgbClr val="64778A"/>
                </a:solidFill>
                <a:latin typeface="Noto Sans JP"/>
                <a:ea typeface="Noto Sans JP"/>
                <a:cs typeface="Noto Sans JP"/>
              </a:defRPr>
            </a:lvl3pPr>
            <a:lvl4pPr>
              <a:defRPr sz="1500" b="0">
                <a:solidFill>
                  <a:srgbClr val="64778A"/>
                </a:solidFill>
                <a:latin typeface="Noto Sans JP"/>
                <a:ea typeface="Noto Sans JP"/>
                <a:cs typeface="Noto Sans JP"/>
              </a:defRPr>
            </a:lvl4pPr>
            <a:lvl5pPr>
              <a:defRPr sz="1500" b="0">
                <a:solidFill>
                  <a:srgbClr val="64778A"/>
                </a:solidFill>
                <a:latin typeface="Noto Sans JP"/>
                <a:ea typeface="Noto Sans JP"/>
                <a:cs typeface="Noto Sans JP"/>
              </a:defRPr>
            </a:lvl5pPr>
            <a:lvl6pPr>
              <a:defRPr sz="1500" b="0">
                <a:solidFill>
                  <a:srgbClr val="64778A"/>
                </a:solidFill>
                <a:latin typeface="Noto Sans JP"/>
                <a:ea typeface="Noto Sans JP"/>
                <a:cs typeface="Noto Sans JP"/>
              </a:defRPr>
            </a:lvl6pPr>
            <a:lvl7pPr>
              <a:defRPr sz="1500" b="0">
                <a:solidFill>
                  <a:srgbClr val="64778A"/>
                </a:solidFill>
                <a:latin typeface="Noto Sans JP"/>
                <a:ea typeface="Noto Sans JP"/>
                <a:cs typeface="Noto Sans JP"/>
              </a:defRPr>
            </a:lvl7pPr>
            <a:lvl8pPr>
              <a:defRPr sz="1500" b="0">
                <a:solidFill>
                  <a:srgbClr val="64778A"/>
                </a:solidFill>
                <a:latin typeface="Noto Sans JP"/>
                <a:ea typeface="Noto Sans JP"/>
                <a:cs typeface="Noto Sans JP"/>
              </a:defRPr>
            </a:lvl8pPr>
            <a:lvl9pPr>
              <a:defRPr sz="1500" b="0">
                <a:solidFill>
                  <a:srgbClr val="64778A"/>
                </a:solidFill>
                <a:latin typeface="Noto Sans JP"/>
                <a:ea typeface="Noto Sans JP"/>
                <a:cs typeface="Noto Sans JP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64778A"/>
                </a:solidFill>
                <a:latin typeface="Noto Sans JP"/>
                <a:ea typeface="Noto Sans JP"/>
                <a:cs typeface="Noto Sans JP"/>
              </a:defRPr>
            </a:pPr>
            <a:r>
              <a:rPr sz="1500" b="0">
                <a:solidFill>
                  <a:srgbClr val="64778A"/>
                </a:solidFill>
                <a:latin typeface="Noto Sans JP"/>
                <a:ea typeface="Noto Sans JP"/>
                <a:cs typeface="Noto Sans JP"/>
              </a:rPr>
              <a:t>06</a:t>
            </a:r>
          </a:p>
        </p:txBody>
      </p:sp>
      <p:sp>
        <p:nvSpPr>
          <p:cNvPr id="6" name="source-S11">
            <a:extLst xmlns:a="http://schemas.openxmlformats.org/drawingml/2006/main">
              <a:ext uri="{FF2B5EF4-FFF2-40B4-BE49-F238E27FC236}">
                <a16:creationId xmlns:a16="http://schemas.microsoft.com/office/drawing/2014/main" id="{D8F01296-2ED6-4BD5-9CB8-9AF3C85F96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9172575"/>
            <a:ext cx="9048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500" b="0">
                <a:solidFill>
                  <a:srgbClr val="225B92"/>
                </a:solidFill>
                <a:latin typeface="Noto Sans JP"/>
                <a:ea typeface="Noto Sans JP"/>
                <a:cs typeface="Noto Sans JP"/>
              </a:defRPr>
            </a:defPPr>
            <a:lvl1pPr>
              <a:defRPr sz="1500" b="0">
                <a:solidFill>
                  <a:srgbClr val="225B92"/>
                </a:solidFill>
                <a:latin typeface="Noto Sans JP"/>
                <a:ea typeface="Noto Sans JP"/>
                <a:cs typeface="Noto Sans JP"/>
              </a:defRPr>
            </a:lvl1pPr>
            <a:lvl2pPr>
              <a:defRPr sz="1500" b="0">
                <a:solidFill>
                  <a:srgbClr val="225B92"/>
                </a:solidFill>
                <a:latin typeface="Noto Sans JP"/>
                <a:ea typeface="Noto Sans JP"/>
                <a:cs typeface="Noto Sans JP"/>
              </a:defRPr>
            </a:lvl2pPr>
            <a:lvl3pPr>
              <a:defRPr sz="1500" b="0">
                <a:solidFill>
                  <a:srgbClr val="225B92"/>
                </a:solidFill>
                <a:latin typeface="Noto Sans JP"/>
                <a:ea typeface="Noto Sans JP"/>
                <a:cs typeface="Noto Sans JP"/>
              </a:defRPr>
            </a:lvl3pPr>
            <a:lvl4pPr>
              <a:defRPr sz="1500" b="0">
                <a:solidFill>
                  <a:srgbClr val="225B92"/>
                </a:solidFill>
                <a:latin typeface="Noto Sans JP"/>
                <a:ea typeface="Noto Sans JP"/>
                <a:cs typeface="Noto Sans JP"/>
              </a:defRPr>
            </a:lvl4pPr>
            <a:lvl5pPr>
              <a:defRPr sz="1500" b="0">
                <a:solidFill>
                  <a:srgbClr val="225B92"/>
                </a:solidFill>
                <a:latin typeface="Noto Sans JP"/>
                <a:ea typeface="Noto Sans JP"/>
                <a:cs typeface="Noto Sans JP"/>
              </a:defRPr>
            </a:lvl5pPr>
            <a:lvl6pPr>
              <a:defRPr sz="1500" b="0">
                <a:solidFill>
                  <a:srgbClr val="225B92"/>
                </a:solidFill>
                <a:latin typeface="Noto Sans JP"/>
                <a:ea typeface="Noto Sans JP"/>
                <a:cs typeface="Noto Sans JP"/>
              </a:defRPr>
            </a:lvl6pPr>
            <a:lvl7pPr>
              <a:defRPr sz="1500" b="0">
                <a:solidFill>
                  <a:srgbClr val="225B92"/>
                </a:solidFill>
                <a:latin typeface="Noto Sans JP"/>
                <a:ea typeface="Noto Sans JP"/>
                <a:cs typeface="Noto Sans JP"/>
              </a:defRPr>
            </a:lvl7pPr>
            <a:lvl8pPr>
              <a:defRPr sz="1500" b="0">
                <a:solidFill>
                  <a:srgbClr val="225B92"/>
                </a:solidFill>
                <a:latin typeface="Noto Sans JP"/>
                <a:ea typeface="Noto Sans JP"/>
                <a:cs typeface="Noto Sans JP"/>
              </a:defRPr>
            </a:lvl8pPr>
            <a:lvl9pPr>
              <a:defRPr sz="1500" b="0">
                <a:solidFill>
                  <a:srgbClr val="225B92"/>
                </a:solidFill>
                <a:latin typeface="Noto Sans JP"/>
                <a:ea typeface="Noto Sans JP"/>
                <a:cs typeface="Noto Sans JP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225B92"/>
                </a:solidFill>
                <a:latin typeface="Noto Sans JP"/>
                <a:ea typeface="Noto Sans JP"/>
                <a:cs typeface="Noto Sans JP"/>
              </a:defRPr>
            </a:pPr>
            <a:r>
              <a:rPr sz="1500" b="0">
                <a:solidFill>
                  <a:srgbClr val="225B92"/>
                </a:solidFill>
                <a:latin typeface="Noto Sans JP"/>
                <a:ea typeface="Noto Sans JP"/>
                <a:cs typeface="Noto Sans JP"/>
                <a:hlinkClick xmlns:r="http://schemas.openxmlformats.org/officeDocument/2006/relationships" r:id="Rbb5a9b47f23b44cf"/>
              </a:rPr>
              <a:t>S11</a:t>
            </a:r>
          </a:p>
        </p:txBody>
      </p:sp>
      <p:sp>
        <p:nvSpPr>
          <p:cNvPr id="7" name="source-S12">
            <a:extLst xmlns:a="http://schemas.openxmlformats.org/drawingml/2006/main">
              <a:ext uri="{FF2B5EF4-FFF2-40B4-BE49-F238E27FC236}">
                <a16:creationId xmlns:a16="http://schemas.microsoft.com/office/drawing/2014/main" id="{D4238676-8771-4C9A-A9EC-F89F029128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81175" y="9172575"/>
            <a:ext cx="9048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500" b="0">
                <a:solidFill>
                  <a:srgbClr val="225B92"/>
                </a:solidFill>
                <a:latin typeface="Noto Sans JP"/>
                <a:ea typeface="Noto Sans JP"/>
                <a:cs typeface="Noto Sans JP"/>
              </a:defRPr>
            </a:defPPr>
            <a:lvl1pPr>
              <a:defRPr sz="1500" b="0">
                <a:solidFill>
                  <a:srgbClr val="225B92"/>
                </a:solidFill>
                <a:latin typeface="Noto Sans JP"/>
                <a:ea typeface="Noto Sans JP"/>
                <a:cs typeface="Noto Sans JP"/>
              </a:defRPr>
            </a:lvl1pPr>
            <a:lvl2pPr>
              <a:defRPr sz="1500" b="0">
                <a:solidFill>
                  <a:srgbClr val="225B92"/>
                </a:solidFill>
                <a:latin typeface="Noto Sans JP"/>
                <a:ea typeface="Noto Sans JP"/>
                <a:cs typeface="Noto Sans JP"/>
              </a:defRPr>
            </a:lvl2pPr>
            <a:lvl3pPr>
              <a:defRPr sz="1500" b="0">
                <a:solidFill>
                  <a:srgbClr val="225B92"/>
                </a:solidFill>
                <a:latin typeface="Noto Sans JP"/>
                <a:ea typeface="Noto Sans JP"/>
                <a:cs typeface="Noto Sans JP"/>
              </a:defRPr>
            </a:lvl3pPr>
            <a:lvl4pPr>
              <a:defRPr sz="1500" b="0">
                <a:solidFill>
                  <a:srgbClr val="225B92"/>
                </a:solidFill>
                <a:latin typeface="Noto Sans JP"/>
                <a:ea typeface="Noto Sans JP"/>
                <a:cs typeface="Noto Sans JP"/>
              </a:defRPr>
            </a:lvl4pPr>
            <a:lvl5pPr>
              <a:defRPr sz="1500" b="0">
                <a:solidFill>
                  <a:srgbClr val="225B92"/>
                </a:solidFill>
                <a:latin typeface="Noto Sans JP"/>
                <a:ea typeface="Noto Sans JP"/>
                <a:cs typeface="Noto Sans JP"/>
              </a:defRPr>
            </a:lvl5pPr>
            <a:lvl6pPr>
              <a:defRPr sz="1500" b="0">
                <a:solidFill>
                  <a:srgbClr val="225B92"/>
                </a:solidFill>
                <a:latin typeface="Noto Sans JP"/>
                <a:ea typeface="Noto Sans JP"/>
                <a:cs typeface="Noto Sans JP"/>
              </a:defRPr>
            </a:lvl6pPr>
            <a:lvl7pPr>
              <a:defRPr sz="1500" b="0">
                <a:solidFill>
                  <a:srgbClr val="225B92"/>
                </a:solidFill>
                <a:latin typeface="Noto Sans JP"/>
                <a:ea typeface="Noto Sans JP"/>
                <a:cs typeface="Noto Sans JP"/>
              </a:defRPr>
            </a:lvl7pPr>
            <a:lvl8pPr>
              <a:defRPr sz="1500" b="0">
                <a:solidFill>
                  <a:srgbClr val="225B92"/>
                </a:solidFill>
                <a:latin typeface="Noto Sans JP"/>
                <a:ea typeface="Noto Sans JP"/>
                <a:cs typeface="Noto Sans JP"/>
              </a:defRPr>
            </a:lvl8pPr>
            <a:lvl9pPr>
              <a:defRPr sz="1500" b="0">
                <a:solidFill>
                  <a:srgbClr val="225B92"/>
                </a:solidFill>
                <a:latin typeface="Noto Sans JP"/>
                <a:ea typeface="Noto Sans JP"/>
                <a:cs typeface="Noto Sans JP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225B92"/>
                </a:solidFill>
                <a:latin typeface="Noto Sans JP"/>
                <a:ea typeface="Noto Sans JP"/>
                <a:cs typeface="Noto Sans JP"/>
              </a:defRPr>
            </a:pPr>
            <a:r>
              <a:rPr sz="1500" b="0">
                <a:solidFill>
                  <a:srgbClr val="225B92"/>
                </a:solidFill>
                <a:latin typeface="Noto Sans JP"/>
                <a:ea typeface="Noto Sans JP"/>
                <a:cs typeface="Noto Sans JP"/>
                <a:hlinkClick xmlns:r="http://schemas.openxmlformats.org/officeDocument/2006/relationships" r:id="Rf1a763f7779f4f93"/>
              </a:rPr>
              <a:t>S12</a:t>
            </a:r>
          </a:p>
        </p:txBody>
      </p:sp>
      <p:sp>
        <p:nvSpPr>
          <p:cNvPr id="8" name="source-S13">
            <a:extLst xmlns:a="http://schemas.openxmlformats.org/drawingml/2006/main">
              <a:ext uri="{FF2B5EF4-FFF2-40B4-BE49-F238E27FC236}">
                <a16:creationId xmlns:a16="http://schemas.microsoft.com/office/drawing/2014/main" id="{8AAEB262-B661-43D1-ABD0-110BBCB9EB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9172575"/>
            <a:ext cx="9048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500" b="0">
                <a:solidFill>
                  <a:srgbClr val="225B92"/>
                </a:solidFill>
                <a:latin typeface="Noto Sans JP"/>
                <a:ea typeface="Noto Sans JP"/>
                <a:cs typeface="Noto Sans JP"/>
              </a:defRPr>
            </a:defPPr>
            <a:lvl1pPr>
              <a:defRPr sz="1500" b="0">
                <a:solidFill>
                  <a:srgbClr val="225B92"/>
                </a:solidFill>
                <a:latin typeface="Noto Sans JP"/>
                <a:ea typeface="Noto Sans JP"/>
                <a:cs typeface="Noto Sans JP"/>
              </a:defRPr>
            </a:lvl1pPr>
            <a:lvl2pPr>
              <a:defRPr sz="1500" b="0">
                <a:solidFill>
                  <a:srgbClr val="225B92"/>
                </a:solidFill>
                <a:latin typeface="Noto Sans JP"/>
                <a:ea typeface="Noto Sans JP"/>
                <a:cs typeface="Noto Sans JP"/>
              </a:defRPr>
            </a:lvl2pPr>
            <a:lvl3pPr>
              <a:defRPr sz="1500" b="0">
                <a:solidFill>
                  <a:srgbClr val="225B92"/>
                </a:solidFill>
                <a:latin typeface="Noto Sans JP"/>
                <a:ea typeface="Noto Sans JP"/>
                <a:cs typeface="Noto Sans JP"/>
              </a:defRPr>
            </a:lvl3pPr>
            <a:lvl4pPr>
              <a:defRPr sz="1500" b="0">
                <a:solidFill>
                  <a:srgbClr val="225B92"/>
                </a:solidFill>
                <a:latin typeface="Noto Sans JP"/>
                <a:ea typeface="Noto Sans JP"/>
                <a:cs typeface="Noto Sans JP"/>
              </a:defRPr>
            </a:lvl4pPr>
            <a:lvl5pPr>
              <a:defRPr sz="1500" b="0">
                <a:solidFill>
                  <a:srgbClr val="225B92"/>
                </a:solidFill>
                <a:latin typeface="Noto Sans JP"/>
                <a:ea typeface="Noto Sans JP"/>
                <a:cs typeface="Noto Sans JP"/>
              </a:defRPr>
            </a:lvl5pPr>
            <a:lvl6pPr>
              <a:defRPr sz="1500" b="0">
                <a:solidFill>
                  <a:srgbClr val="225B92"/>
                </a:solidFill>
                <a:latin typeface="Noto Sans JP"/>
                <a:ea typeface="Noto Sans JP"/>
                <a:cs typeface="Noto Sans JP"/>
              </a:defRPr>
            </a:lvl6pPr>
            <a:lvl7pPr>
              <a:defRPr sz="1500" b="0">
                <a:solidFill>
                  <a:srgbClr val="225B92"/>
                </a:solidFill>
                <a:latin typeface="Noto Sans JP"/>
                <a:ea typeface="Noto Sans JP"/>
                <a:cs typeface="Noto Sans JP"/>
              </a:defRPr>
            </a:lvl7pPr>
            <a:lvl8pPr>
              <a:defRPr sz="1500" b="0">
                <a:solidFill>
                  <a:srgbClr val="225B92"/>
                </a:solidFill>
                <a:latin typeface="Noto Sans JP"/>
                <a:ea typeface="Noto Sans JP"/>
                <a:cs typeface="Noto Sans JP"/>
              </a:defRPr>
            </a:lvl8pPr>
            <a:lvl9pPr>
              <a:defRPr sz="1500" b="0">
                <a:solidFill>
                  <a:srgbClr val="225B92"/>
                </a:solidFill>
                <a:latin typeface="Noto Sans JP"/>
                <a:ea typeface="Noto Sans JP"/>
                <a:cs typeface="Noto Sans JP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225B92"/>
                </a:solidFill>
                <a:latin typeface="Noto Sans JP"/>
                <a:ea typeface="Noto Sans JP"/>
                <a:cs typeface="Noto Sans JP"/>
              </a:defRPr>
            </a:pPr>
            <a:r>
              <a:rPr sz="1500" b="0">
                <a:solidFill>
                  <a:srgbClr val="225B92"/>
                </a:solidFill>
                <a:latin typeface="Noto Sans JP"/>
                <a:ea typeface="Noto Sans JP"/>
                <a:cs typeface="Noto Sans JP"/>
                <a:hlinkClick xmlns:r="http://schemas.openxmlformats.org/officeDocument/2006/relationships" r:id="R7419d361db7c4fe0"/>
              </a:rPr>
              <a:t>S13</a:t>
            </a:r>
          </a:p>
        </p:txBody>
      </p:sp>
      <p:sp>
        <p:nvSpPr>
          <p:cNvPr id="9" name="source-S14">
            <a:extLst xmlns:a="http://schemas.openxmlformats.org/drawingml/2006/main">
              <a:ext uri="{FF2B5EF4-FFF2-40B4-BE49-F238E27FC236}">
                <a16:creationId xmlns:a16="http://schemas.microsoft.com/office/drawing/2014/main" id="{AD7F6F37-13B6-4D0A-A598-0915CD5D1B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81425" y="9172575"/>
            <a:ext cx="9048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500" b="0">
                <a:solidFill>
                  <a:srgbClr val="225B92"/>
                </a:solidFill>
                <a:latin typeface="Noto Sans JP"/>
                <a:ea typeface="Noto Sans JP"/>
                <a:cs typeface="Noto Sans JP"/>
              </a:defRPr>
            </a:defPPr>
            <a:lvl1pPr>
              <a:defRPr sz="1500" b="0">
                <a:solidFill>
                  <a:srgbClr val="225B92"/>
                </a:solidFill>
                <a:latin typeface="Noto Sans JP"/>
                <a:ea typeface="Noto Sans JP"/>
                <a:cs typeface="Noto Sans JP"/>
              </a:defRPr>
            </a:lvl1pPr>
            <a:lvl2pPr>
              <a:defRPr sz="1500" b="0">
                <a:solidFill>
                  <a:srgbClr val="225B92"/>
                </a:solidFill>
                <a:latin typeface="Noto Sans JP"/>
                <a:ea typeface="Noto Sans JP"/>
                <a:cs typeface="Noto Sans JP"/>
              </a:defRPr>
            </a:lvl2pPr>
            <a:lvl3pPr>
              <a:defRPr sz="1500" b="0">
                <a:solidFill>
                  <a:srgbClr val="225B92"/>
                </a:solidFill>
                <a:latin typeface="Noto Sans JP"/>
                <a:ea typeface="Noto Sans JP"/>
                <a:cs typeface="Noto Sans JP"/>
              </a:defRPr>
            </a:lvl3pPr>
            <a:lvl4pPr>
              <a:defRPr sz="1500" b="0">
                <a:solidFill>
                  <a:srgbClr val="225B92"/>
                </a:solidFill>
                <a:latin typeface="Noto Sans JP"/>
                <a:ea typeface="Noto Sans JP"/>
                <a:cs typeface="Noto Sans JP"/>
              </a:defRPr>
            </a:lvl4pPr>
            <a:lvl5pPr>
              <a:defRPr sz="1500" b="0">
                <a:solidFill>
                  <a:srgbClr val="225B92"/>
                </a:solidFill>
                <a:latin typeface="Noto Sans JP"/>
                <a:ea typeface="Noto Sans JP"/>
                <a:cs typeface="Noto Sans JP"/>
              </a:defRPr>
            </a:lvl5pPr>
            <a:lvl6pPr>
              <a:defRPr sz="1500" b="0">
                <a:solidFill>
                  <a:srgbClr val="225B92"/>
                </a:solidFill>
                <a:latin typeface="Noto Sans JP"/>
                <a:ea typeface="Noto Sans JP"/>
                <a:cs typeface="Noto Sans JP"/>
              </a:defRPr>
            </a:lvl6pPr>
            <a:lvl7pPr>
              <a:defRPr sz="1500" b="0">
                <a:solidFill>
                  <a:srgbClr val="225B92"/>
                </a:solidFill>
                <a:latin typeface="Noto Sans JP"/>
                <a:ea typeface="Noto Sans JP"/>
                <a:cs typeface="Noto Sans JP"/>
              </a:defRPr>
            </a:lvl7pPr>
            <a:lvl8pPr>
              <a:defRPr sz="1500" b="0">
                <a:solidFill>
                  <a:srgbClr val="225B92"/>
                </a:solidFill>
                <a:latin typeface="Noto Sans JP"/>
                <a:ea typeface="Noto Sans JP"/>
                <a:cs typeface="Noto Sans JP"/>
              </a:defRPr>
            </a:lvl8pPr>
            <a:lvl9pPr>
              <a:defRPr sz="1500" b="0">
                <a:solidFill>
                  <a:srgbClr val="225B92"/>
                </a:solidFill>
                <a:latin typeface="Noto Sans JP"/>
                <a:ea typeface="Noto Sans JP"/>
                <a:cs typeface="Noto Sans JP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225B92"/>
                </a:solidFill>
                <a:latin typeface="Noto Sans JP"/>
                <a:ea typeface="Noto Sans JP"/>
                <a:cs typeface="Noto Sans JP"/>
              </a:defRPr>
            </a:pPr>
            <a:r>
              <a:rPr sz="1500" b="0">
                <a:solidFill>
                  <a:srgbClr val="225B92"/>
                </a:solidFill>
                <a:latin typeface="Noto Sans JP"/>
                <a:ea typeface="Noto Sans JP"/>
                <a:cs typeface="Noto Sans JP"/>
                <a:hlinkClick xmlns:r="http://schemas.openxmlformats.org/officeDocument/2006/relationships" r:id="R60249c81a903442b"/>
              </a:rPr>
              <a:t>S14</a:t>
            </a:r>
          </a:p>
        </p:txBody>
      </p:sp>
      <p:sp>
        <p:nvSpPr>
          <p:cNvPr id="10" name="source-S15">
            <a:extLst xmlns:a="http://schemas.openxmlformats.org/drawingml/2006/main">
              <a:ext uri="{FF2B5EF4-FFF2-40B4-BE49-F238E27FC236}">
                <a16:creationId xmlns:a16="http://schemas.microsoft.com/office/drawing/2014/main" id="{833A0060-34AB-42C4-B224-867537CE5F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9172575"/>
            <a:ext cx="9048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500" b="0">
                <a:solidFill>
                  <a:srgbClr val="225B92"/>
                </a:solidFill>
                <a:latin typeface="Noto Sans JP"/>
                <a:ea typeface="Noto Sans JP"/>
                <a:cs typeface="Noto Sans JP"/>
              </a:defRPr>
            </a:defPPr>
            <a:lvl1pPr>
              <a:defRPr sz="1500" b="0">
                <a:solidFill>
                  <a:srgbClr val="225B92"/>
                </a:solidFill>
                <a:latin typeface="Noto Sans JP"/>
                <a:ea typeface="Noto Sans JP"/>
                <a:cs typeface="Noto Sans JP"/>
              </a:defRPr>
            </a:lvl1pPr>
            <a:lvl2pPr>
              <a:defRPr sz="1500" b="0">
                <a:solidFill>
                  <a:srgbClr val="225B92"/>
                </a:solidFill>
                <a:latin typeface="Noto Sans JP"/>
                <a:ea typeface="Noto Sans JP"/>
                <a:cs typeface="Noto Sans JP"/>
              </a:defRPr>
            </a:lvl2pPr>
            <a:lvl3pPr>
              <a:defRPr sz="1500" b="0">
                <a:solidFill>
                  <a:srgbClr val="225B92"/>
                </a:solidFill>
                <a:latin typeface="Noto Sans JP"/>
                <a:ea typeface="Noto Sans JP"/>
                <a:cs typeface="Noto Sans JP"/>
              </a:defRPr>
            </a:lvl3pPr>
            <a:lvl4pPr>
              <a:defRPr sz="1500" b="0">
                <a:solidFill>
                  <a:srgbClr val="225B92"/>
                </a:solidFill>
                <a:latin typeface="Noto Sans JP"/>
                <a:ea typeface="Noto Sans JP"/>
                <a:cs typeface="Noto Sans JP"/>
              </a:defRPr>
            </a:lvl4pPr>
            <a:lvl5pPr>
              <a:defRPr sz="1500" b="0">
                <a:solidFill>
                  <a:srgbClr val="225B92"/>
                </a:solidFill>
                <a:latin typeface="Noto Sans JP"/>
                <a:ea typeface="Noto Sans JP"/>
                <a:cs typeface="Noto Sans JP"/>
              </a:defRPr>
            </a:lvl5pPr>
            <a:lvl6pPr>
              <a:defRPr sz="1500" b="0">
                <a:solidFill>
                  <a:srgbClr val="225B92"/>
                </a:solidFill>
                <a:latin typeface="Noto Sans JP"/>
                <a:ea typeface="Noto Sans JP"/>
                <a:cs typeface="Noto Sans JP"/>
              </a:defRPr>
            </a:lvl6pPr>
            <a:lvl7pPr>
              <a:defRPr sz="1500" b="0">
                <a:solidFill>
                  <a:srgbClr val="225B92"/>
                </a:solidFill>
                <a:latin typeface="Noto Sans JP"/>
                <a:ea typeface="Noto Sans JP"/>
                <a:cs typeface="Noto Sans JP"/>
              </a:defRPr>
            </a:lvl7pPr>
            <a:lvl8pPr>
              <a:defRPr sz="1500" b="0">
                <a:solidFill>
                  <a:srgbClr val="225B92"/>
                </a:solidFill>
                <a:latin typeface="Noto Sans JP"/>
                <a:ea typeface="Noto Sans JP"/>
                <a:cs typeface="Noto Sans JP"/>
              </a:defRPr>
            </a:lvl8pPr>
            <a:lvl9pPr>
              <a:defRPr sz="1500" b="0">
                <a:solidFill>
                  <a:srgbClr val="225B92"/>
                </a:solidFill>
                <a:latin typeface="Noto Sans JP"/>
                <a:ea typeface="Noto Sans JP"/>
                <a:cs typeface="Noto Sans JP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225B92"/>
                </a:solidFill>
                <a:latin typeface="Noto Sans JP"/>
                <a:ea typeface="Noto Sans JP"/>
                <a:cs typeface="Noto Sans JP"/>
              </a:defRPr>
            </a:pPr>
            <a:r>
              <a:rPr sz="1500" b="0">
                <a:solidFill>
                  <a:srgbClr val="225B92"/>
                </a:solidFill>
                <a:latin typeface="Noto Sans JP"/>
                <a:ea typeface="Noto Sans JP"/>
                <a:cs typeface="Noto Sans JP"/>
                <a:hlinkClick xmlns:r="http://schemas.openxmlformats.org/officeDocument/2006/relationships" r:id="R2beeb2ed6385434b"/>
              </a:rPr>
              <a:t>S15</a:t>
            </a:r>
          </a:p>
        </p:txBody>
      </p:sp>
    </p:spTree>
    <p:extLst>
      <p:ext uri="{BB962C8B-B14F-4D97-AF65-F5344CB8AC3E}">
        <p14:creationId xmlns:p14="http://schemas.microsoft.com/office/powerpoint/2010/main" val="2124646460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title">
            <a:extLst xmlns:a="http://schemas.openxmlformats.org/drawingml/2006/main">
              <a:ext uri="{FF2B5EF4-FFF2-40B4-BE49-F238E27FC236}">
                <a16:creationId xmlns:a16="http://schemas.microsoft.com/office/drawing/2014/main" id="{19123595-F9B1-48F6-AFA6-EF534646FD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57200"/>
            <a:ext cx="16764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3375" b="1">
                <a:solidFill>
                  <a:srgbClr val="18354C"/>
                </a:solidFill>
                <a:latin typeface="Noto Sans JP"/>
                <a:ea typeface="Noto Sans JP"/>
                <a:cs typeface="Noto Sans JP"/>
              </a:defRPr>
            </a:defPPr>
            <a:lvl1pPr>
              <a:defRPr sz="3375" b="1">
                <a:solidFill>
                  <a:srgbClr val="18354C"/>
                </a:solidFill>
                <a:latin typeface="Noto Sans JP"/>
                <a:ea typeface="Noto Sans JP"/>
                <a:cs typeface="Noto Sans JP"/>
              </a:defRPr>
            </a:lvl1pPr>
            <a:lvl2pPr>
              <a:defRPr sz="3375" b="1">
                <a:solidFill>
                  <a:srgbClr val="18354C"/>
                </a:solidFill>
                <a:latin typeface="Noto Sans JP"/>
                <a:ea typeface="Noto Sans JP"/>
                <a:cs typeface="Noto Sans JP"/>
              </a:defRPr>
            </a:lvl2pPr>
            <a:lvl3pPr>
              <a:defRPr sz="3375" b="1">
                <a:solidFill>
                  <a:srgbClr val="18354C"/>
                </a:solidFill>
                <a:latin typeface="Noto Sans JP"/>
                <a:ea typeface="Noto Sans JP"/>
                <a:cs typeface="Noto Sans JP"/>
              </a:defRPr>
            </a:lvl3pPr>
            <a:lvl4pPr>
              <a:defRPr sz="3375" b="1">
                <a:solidFill>
                  <a:srgbClr val="18354C"/>
                </a:solidFill>
                <a:latin typeface="Noto Sans JP"/>
                <a:ea typeface="Noto Sans JP"/>
                <a:cs typeface="Noto Sans JP"/>
              </a:defRPr>
            </a:lvl4pPr>
            <a:lvl5pPr>
              <a:defRPr sz="3375" b="1">
                <a:solidFill>
                  <a:srgbClr val="18354C"/>
                </a:solidFill>
                <a:latin typeface="Noto Sans JP"/>
                <a:ea typeface="Noto Sans JP"/>
                <a:cs typeface="Noto Sans JP"/>
              </a:defRPr>
            </a:lvl5pPr>
            <a:lvl6pPr>
              <a:defRPr sz="3375" b="1">
                <a:solidFill>
                  <a:srgbClr val="18354C"/>
                </a:solidFill>
                <a:latin typeface="Noto Sans JP"/>
                <a:ea typeface="Noto Sans JP"/>
                <a:cs typeface="Noto Sans JP"/>
              </a:defRPr>
            </a:lvl6pPr>
            <a:lvl7pPr>
              <a:defRPr sz="3375" b="1">
                <a:solidFill>
                  <a:srgbClr val="18354C"/>
                </a:solidFill>
                <a:latin typeface="Noto Sans JP"/>
                <a:ea typeface="Noto Sans JP"/>
                <a:cs typeface="Noto Sans JP"/>
              </a:defRPr>
            </a:lvl7pPr>
            <a:lvl8pPr>
              <a:defRPr sz="3375" b="1">
                <a:solidFill>
                  <a:srgbClr val="18354C"/>
                </a:solidFill>
                <a:latin typeface="Noto Sans JP"/>
                <a:ea typeface="Noto Sans JP"/>
                <a:cs typeface="Noto Sans JP"/>
              </a:defRPr>
            </a:lvl8pPr>
            <a:lvl9pPr>
              <a:defRPr sz="3375" b="1">
                <a:solidFill>
                  <a:srgbClr val="18354C"/>
                </a:solidFill>
                <a:latin typeface="Noto Sans JP"/>
                <a:ea typeface="Noto Sans JP"/>
                <a:cs typeface="Noto Sans JP"/>
              </a:defRPr>
            </a:lvl9pPr>
          </a:lstStyle>
          <a:p xmlns:a="http://schemas.openxmlformats.org/drawingml/2006/main">
            <a:pPr>
              <a:defRPr sz="3375" b="1">
                <a:solidFill>
                  <a:srgbClr val="18354C"/>
                </a:solidFill>
                <a:latin typeface="Noto Sans JP"/>
                <a:ea typeface="Noto Sans JP"/>
                <a:cs typeface="Noto Sans JP"/>
              </a:defRPr>
            </a:pPr>
            <a:r>
              <a:rPr sz="3375" b="1">
                <a:solidFill>
                  <a:srgbClr val="18354C"/>
                </a:solidFill>
                <a:latin typeface="Noto Sans JP"/>
                <a:ea typeface="Noto Sans JP"/>
                <a:cs typeface="Noto Sans JP"/>
              </a:rPr>
              <a:t>フィジカルAIは 対象作業と機構から評価する</a:t>
            </a:r>
          </a:p>
        </p:txBody>
      </p:sp>
      <p:sp>
        <p:nvSpPr>
          <p:cNvPr id="2" name="context">
            <a:extLst xmlns:a="http://schemas.openxmlformats.org/drawingml/2006/main">
              <a:ext uri="{FF2B5EF4-FFF2-40B4-BE49-F238E27FC236}">
                <a16:creationId xmlns:a16="http://schemas.microsoft.com/office/drawing/2014/main" id="{7FD49A91-E732-4AEB-842D-FAECDAD41E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438275"/>
            <a:ext cx="167259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950" b="0">
                <a:solidFill>
                  <a:srgbClr val="64778A"/>
                </a:solidFill>
                <a:latin typeface="Noto Sans JP"/>
                <a:ea typeface="Noto Sans JP"/>
                <a:cs typeface="Noto Sans JP"/>
              </a:defRPr>
            </a:defPPr>
            <a:lvl1pPr>
              <a:defRPr sz="1950" b="0">
                <a:solidFill>
                  <a:srgbClr val="64778A"/>
                </a:solidFill>
                <a:latin typeface="Noto Sans JP"/>
                <a:ea typeface="Noto Sans JP"/>
                <a:cs typeface="Noto Sans JP"/>
              </a:defRPr>
            </a:lvl1pPr>
            <a:lvl2pPr>
              <a:defRPr sz="1950" b="0">
                <a:solidFill>
                  <a:srgbClr val="64778A"/>
                </a:solidFill>
                <a:latin typeface="Noto Sans JP"/>
                <a:ea typeface="Noto Sans JP"/>
                <a:cs typeface="Noto Sans JP"/>
              </a:defRPr>
            </a:lvl2pPr>
            <a:lvl3pPr>
              <a:defRPr sz="1950" b="0">
                <a:solidFill>
                  <a:srgbClr val="64778A"/>
                </a:solidFill>
                <a:latin typeface="Noto Sans JP"/>
                <a:ea typeface="Noto Sans JP"/>
                <a:cs typeface="Noto Sans JP"/>
              </a:defRPr>
            </a:lvl3pPr>
            <a:lvl4pPr>
              <a:defRPr sz="1950" b="0">
                <a:solidFill>
                  <a:srgbClr val="64778A"/>
                </a:solidFill>
                <a:latin typeface="Noto Sans JP"/>
                <a:ea typeface="Noto Sans JP"/>
                <a:cs typeface="Noto Sans JP"/>
              </a:defRPr>
            </a:lvl4pPr>
            <a:lvl5pPr>
              <a:defRPr sz="1950" b="0">
                <a:solidFill>
                  <a:srgbClr val="64778A"/>
                </a:solidFill>
                <a:latin typeface="Noto Sans JP"/>
                <a:ea typeface="Noto Sans JP"/>
                <a:cs typeface="Noto Sans JP"/>
              </a:defRPr>
            </a:lvl5pPr>
            <a:lvl6pPr>
              <a:defRPr sz="1950" b="0">
                <a:solidFill>
                  <a:srgbClr val="64778A"/>
                </a:solidFill>
                <a:latin typeface="Noto Sans JP"/>
                <a:ea typeface="Noto Sans JP"/>
                <a:cs typeface="Noto Sans JP"/>
              </a:defRPr>
            </a:lvl6pPr>
            <a:lvl7pPr>
              <a:defRPr sz="1950" b="0">
                <a:solidFill>
                  <a:srgbClr val="64778A"/>
                </a:solidFill>
                <a:latin typeface="Noto Sans JP"/>
                <a:ea typeface="Noto Sans JP"/>
                <a:cs typeface="Noto Sans JP"/>
              </a:defRPr>
            </a:lvl7pPr>
            <a:lvl8pPr>
              <a:defRPr sz="1950" b="0">
                <a:solidFill>
                  <a:srgbClr val="64778A"/>
                </a:solidFill>
                <a:latin typeface="Noto Sans JP"/>
                <a:ea typeface="Noto Sans JP"/>
                <a:cs typeface="Noto Sans JP"/>
              </a:defRPr>
            </a:lvl8pPr>
            <a:lvl9pPr>
              <a:defRPr sz="1950" b="0">
                <a:solidFill>
                  <a:srgbClr val="64778A"/>
                </a:solidFill>
                <a:latin typeface="Noto Sans JP"/>
                <a:ea typeface="Noto Sans JP"/>
                <a:cs typeface="Noto Sans JP"/>
              </a:defRPr>
            </a:lvl9pPr>
          </a:lstStyle>
          <a:p xmlns:a="http://schemas.openxmlformats.org/drawingml/2006/main">
            <a:pPr>
              <a:defRPr sz="1950" b="0">
                <a:solidFill>
                  <a:srgbClr val="64778A"/>
                </a:solidFill>
                <a:latin typeface="Noto Sans JP"/>
                <a:ea typeface="Noto Sans JP"/>
                <a:cs typeface="Noto Sans JP"/>
              </a:defRPr>
            </a:pPr>
            <a:r>
              <a:rPr sz="1950" b="0">
                <a:solidFill>
                  <a:srgbClr val="64778A"/>
                </a:solidFill>
                <a:latin typeface="Noto Sans JP"/>
                <a:ea typeface="Noto Sans JP"/>
                <a:cs typeface="Noto Sans JP"/>
              </a:rPr>
              <a:t>搬送の先に残る切粉処理・面取り・段取りを、認識と動作、または機構によって省力化する提案です。</a:t>
            </a:r>
          </a:p>
        </p:txBody>
      </p:sp>
      <p:graphicFrame>
        <p:nvGraphicFrame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D9205BE-3DEF-44AC-95A0-DB92E8DE3C1D}"/>
              </a:ext>
            </a:extLst>
          </p:cNvPr>
          <p:cNvGraphicFramePr/>
          <p:nvPr/>
        </p:nvGraphicFramePr>
        <p:xfrm>
          <a:off xmlns:a="http://schemas.openxmlformats.org/drawingml/2006/main" x="762000" y="2333625"/>
          <a:ext xmlns:a="http://schemas.openxmlformats.org/drawingml/2006/main" cx="16764000" cy="661987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857500"/>
                <a:gridCol w="4429125"/>
                <a:gridCol w="4857750"/>
                <a:gridCol w="4619625"/>
              </a:tblGrid>
              <a:tr h="714375">
                <a:tc>
                  <a:txBody>
                    <a:bodyPr wrap="square" lIns="114300" tIns="114300" rIns="114300" bIns="114300">
                      <a:noAutofit/>
                    </a:bodyPr>
                    <a:lstStyle/>
                    <a:p>
                      <a:r>
                        <a:rPr sz="2250" b="1">
                          <a:solidFill>
                            <a:srgbClr val="FFFFFF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残る仕事</a:t>
                      </a:r>
                    </a:p>
                  </a:txBody>
                  <a:tcPr marL="91440" marR="91440" marT="45720" marB="45720" anchor="t">
                    <a:lnL w="9525">
                      <a:solidFill>
                        <a:srgbClr val="D4DEE7"/>
                      </a:solidFill>
                      <a:prstDash val="solid"/>
                    </a:lnL>
                    <a:lnR w="9525">
                      <a:solidFill>
                        <a:srgbClr val="D4DEE7"/>
                      </a:solidFill>
                      <a:prstDash val="solid"/>
                    </a:lnR>
                    <a:lnT w="9525">
                      <a:solidFill>
                        <a:srgbClr val="D4DEE7"/>
                      </a:solidFill>
                      <a:prstDash val="solid"/>
                    </a:lnT>
                    <a:lnB w="9525">
                      <a:solidFill>
                        <a:srgbClr val="D4DEE7"/>
                      </a:solidFill>
                      <a:prstDash val="solid"/>
                    </a:lnB>
                    <a:solidFill>
                      <a:srgbClr val="244B63"/>
                    </a:solidFill>
                  </a:tcPr>
                </a:tc>
                <a:tc>
                  <a:txBody>
                    <a:bodyPr wrap="square" lIns="114300" tIns="114300" rIns="114300" bIns="114300">
                      <a:noAutofit/>
                    </a:bodyPr>
                    <a:lstStyle/>
                    <a:p>
                      <a:r>
                        <a:rPr sz="2250" b="1">
                          <a:solidFill>
                            <a:srgbClr val="FFFFFF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企業と展示</a:t>
                      </a:r>
                    </a:p>
                  </a:txBody>
                  <a:tcPr marL="91440" marR="91440" marT="45720" marB="45720" anchor="t">
                    <a:lnR w="9525">
                      <a:solidFill>
                        <a:srgbClr val="D4DEE7"/>
                      </a:solidFill>
                      <a:prstDash val="solid"/>
                    </a:lnR>
                    <a:lnT w="9525">
                      <a:solidFill>
                        <a:srgbClr val="D4DEE7"/>
                      </a:solidFill>
                      <a:prstDash val="solid"/>
                    </a:lnT>
                    <a:lnB w="9525">
                      <a:solidFill>
                        <a:srgbClr val="D4DEE7"/>
                      </a:solidFill>
                      <a:prstDash val="solid"/>
                    </a:lnB>
                    <a:solidFill>
                      <a:srgbClr val="244B63"/>
                    </a:solidFill>
                  </a:tcPr>
                </a:tc>
                <a:tc>
                  <a:txBody>
                    <a:bodyPr wrap="square" lIns="114300" tIns="114300" rIns="114300" bIns="114300">
                      <a:noAutofit/>
                    </a:bodyPr>
                    <a:lstStyle/>
                    <a:p>
                      <a:r>
                        <a:rPr sz="2250" b="1">
                          <a:solidFill>
                            <a:srgbClr val="FFFFFF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使う技術・構成</a:t>
                      </a:r>
                    </a:p>
                  </a:txBody>
                  <a:tcPr marL="91440" marR="91440" marT="45720" marB="45720" anchor="t">
                    <a:lnR w="9525">
                      <a:solidFill>
                        <a:srgbClr val="D4DEE7"/>
                      </a:solidFill>
                      <a:prstDash val="solid"/>
                    </a:lnR>
                    <a:lnT w="9525">
                      <a:solidFill>
                        <a:srgbClr val="D4DEE7"/>
                      </a:solidFill>
                      <a:prstDash val="solid"/>
                    </a:lnT>
                    <a:lnB w="9525">
                      <a:solidFill>
                        <a:srgbClr val="D4DEE7"/>
                      </a:solidFill>
                      <a:prstDash val="solid"/>
                    </a:lnB>
                    <a:solidFill>
                      <a:srgbClr val="244B63"/>
                    </a:solidFill>
                  </a:tcPr>
                </a:tc>
                <a:tc>
                  <a:txBody>
                    <a:bodyPr wrap="square" lIns="114300" tIns="114300" rIns="114300" bIns="114300">
                      <a:noAutofit/>
                    </a:bodyPr>
                    <a:lstStyle/>
                    <a:p>
                      <a:r>
                        <a:rPr sz="2250" b="1">
                          <a:solidFill>
                            <a:srgbClr val="FFFFFF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提供段階と人の関わり</a:t>
                      </a:r>
                    </a:p>
                  </a:txBody>
                  <a:tcPr marL="91440" marR="91440" marT="45720" marB="45720" anchor="t">
                    <a:lnR w="9525">
                      <a:solidFill>
                        <a:srgbClr val="D4DEE7"/>
                      </a:solidFill>
                      <a:prstDash val="solid"/>
                    </a:lnR>
                    <a:lnT w="9525">
                      <a:solidFill>
                        <a:srgbClr val="D4DEE7"/>
                      </a:solidFill>
                      <a:prstDash val="solid"/>
                    </a:lnT>
                    <a:lnB w="9525">
                      <a:solidFill>
                        <a:srgbClr val="D4DEE7"/>
                      </a:solidFill>
                      <a:prstDash val="solid"/>
                    </a:lnB>
                    <a:solidFill>
                      <a:srgbClr val="244B63"/>
                    </a:solidFill>
                  </a:tcPr>
                </a:tc>
              </a:tr>
              <a:tr h="1476375">
                <a:tc>
                  <a:txBody>
                    <a:bodyPr wrap="square" lIns="114300" tIns="114300" rIns="114300" bIns="114300">
                      <a:noAutofit/>
                    </a:bodyPr>
                    <a:lstStyle/>
                    <a:p>
                      <a:r>
                        <a:rPr sz="2175" b="1">
                          <a:solidFill>
                            <a:srgbClr val="18354C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切粉の絡まりを除く</a:t>
                      </a:r>
                    </a:p>
                  </a:txBody>
                  <a:tcPr marL="91440" marR="91440" marT="45720" marB="45720" anchor="t">
                    <a:lnL w="9525">
                      <a:solidFill>
                        <a:srgbClr val="D4DEE7"/>
                      </a:solidFill>
                      <a:prstDash val="solid"/>
                    </a:lnL>
                    <a:lnR w="9525">
                      <a:solidFill>
                        <a:srgbClr val="D4DEE7"/>
                      </a:solidFill>
                      <a:prstDash val="solid"/>
                    </a:lnR>
                    <a:lnB w="9525">
                      <a:solidFill>
                        <a:srgbClr val="D4DEE7"/>
                      </a:solidFill>
                      <a:prstDash val="solid"/>
                    </a:lnB>
                    <a:solidFill>
                      <a:srgbClr val="EEF3F8"/>
                    </a:solidFill>
                  </a:tcPr>
                </a:tc>
                <a:tc>
                  <a:txBody>
                    <a:bodyPr wrap="square" lIns="114300" tIns="114300" rIns="114300" bIns="114300">
                      <a:noAutofit/>
                    </a:bodyPr>
                    <a:lstStyle/>
                    <a:p>
                      <a:r>
                        <a:rPr sz="2175" b="0">
                          <a:solidFill>
                            <a:srgbClr val="18354C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TAKISAWA TR-20W [S16]</a:t>
                      </a:r>
                    </a:p>
                  </a:txBody>
                  <a:tcPr marL="91440" marR="91440" marT="45720" marB="45720" anchor="t">
                    <a:lnR w="9525">
                      <a:solidFill>
                        <a:srgbClr val="D4DEE7"/>
                      </a:solidFill>
                      <a:prstDash val="solid"/>
                    </a:lnR>
                    <a:lnB w="9525">
                      <a:solidFill>
                        <a:srgbClr val="D4DEE7"/>
                      </a:solidFill>
                      <a:prstDash val="solid"/>
                    </a:lnB>
                    <a:solidFill>
                      <a:srgbClr val="EEF3F8"/>
                    </a:solidFill>
                  </a:tcPr>
                </a:tc>
                <a:tc>
                  <a:txBody>
                    <a:bodyPr wrap="square" lIns="114300" tIns="114300" rIns="114300" bIns="114300">
                      <a:noAutofit/>
                    </a:bodyPr>
                    <a:lstStyle/>
                    <a:p>
                      <a:r>
                        <a:rPr sz="2175" b="0">
                          <a:solidFill>
                            <a:srgbClr val="18354C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絡まりの認識・判断と</a:t>
                      </a:r>
                    </a:p>
                    <a:p>
                      <a:r>
                        <a:rPr sz="2175" b="0">
                          <a:solidFill>
                            <a:srgbClr val="18354C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主軸の切粉除去</a:t>
                      </a:r>
                    </a:p>
                  </a:txBody>
                  <a:tcPr marL="91440" marR="91440" marT="45720" marB="45720" anchor="t">
                    <a:lnR w="9525">
                      <a:solidFill>
                        <a:srgbClr val="D4DEE7"/>
                      </a:solidFill>
                      <a:prstDash val="solid"/>
                    </a:lnR>
                    <a:lnB w="9525">
                      <a:solidFill>
                        <a:srgbClr val="D4DEE7"/>
                      </a:solidFill>
                      <a:prstDash val="solid"/>
                    </a:lnB>
                    <a:solidFill>
                      <a:srgbClr val="EEF3F8"/>
                    </a:solidFill>
                  </a:tcPr>
                </a:tc>
                <a:tc>
                  <a:txBody>
                    <a:bodyPr wrap="square" lIns="114300" tIns="114300" rIns="114300" bIns="114300">
                      <a:noAutofit/>
                    </a:bodyPr>
                    <a:lstStyle/>
                    <a:p>
                      <a:r>
                        <a:rPr sz="2175" b="0">
                          <a:solidFill>
                            <a:srgbClr val="18354C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参考出品。失敗検出・</a:t>
                      </a:r>
                    </a:p>
                    <a:p>
                      <a:r>
                        <a:rPr sz="2175" b="0">
                          <a:solidFill>
                            <a:srgbClr val="18354C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再試行・引継ぎは未確認。</a:t>
                      </a:r>
                    </a:p>
                  </a:txBody>
                  <a:tcPr marL="91440" marR="91440" marT="45720" marB="45720" anchor="t">
                    <a:lnR w="9525">
                      <a:solidFill>
                        <a:srgbClr val="D4DEE7"/>
                      </a:solidFill>
                      <a:prstDash val="solid"/>
                    </a:lnR>
                    <a:lnB w="9525">
                      <a:solidFill>
                        <a:srgbClr val="D4DEE7"/>
                      </a:solidFill>
                      <a:prstDash val="solid"/>
                    </a:lnB>
                    <a:solidFill>
                      <a:srgbClr val="EEF3F8"/>
                    </a:solidFill>
                  </a:tcPr>
                </a:tc>
              </a:tr>
              <a:tr h="1476375">
                <a:tc>
                  <a:txBody>
                    <a:bodyPr wrap="square" lIns="114300" tIns="114300" rIns="114300" bIns="114300">
                      <a:noAutofit/>
                    </a:bodyPr>
                    <a:lstStyle/>
                    <a:p>
                      <a:r>
                        <a:rPr sz="2175" b="1">
                          <a:solidFill>
                            <a:srgbClr val="18354C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不定形ワークの</a:t>
                      </a:r>
                    </a:p>
                    <a:p>
                      <a:r>
                        <a:rPr sz="2175" b="1">
                          <a:solidFill>
                            <a:srgbClr val="18354C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面取り</a:t>
                      </a:r>
                    </a:p>
                  </a:txBody>
                  <a:tcPr marL="91440" marR="91440" marT="45720" marB="45720" anchor="t">
                    <a:lnL w="9525">
                      <a:solidFill>
                        <a:srgbClr val="D4DEE7"/>
                      </a:solidFill>
                      <a:prstDash val="solid"/>
                    </a:lnL>
                    <a:lnR w="9525">
                      <a:solidFill>
                        <a:srgbClr val="D4DEE7"/>
                      </a:solidFill>
                      <a:prstDash val="solid"/>
                    </a:lnR>
                    <a:lnB w="9525">
                      <a:solidFill>
                        <a:srgbClr val="D4DE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114300" tIns="114300" rIns="114300" bIns="114300">
                      <a:noAutofit/>
                    </a:bodyPr>
                    <a:lstStyle/>
                    <a:p>
                      <a:r>
                        <a:rPr sz="2175" b="0">
                          <a:solidFill>
                            <a:srgbClr val="18354C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東京エレクトロンデバイス [S17]</a:t>
                      </a:r>
                    </a:p>
                  </a:txBody>
                  <a:tcPr marL="91440" marR="91440" marT="45720" marB="45720" anchor="t">
                    <a:lnR w="9525">
                      <a:solidFill>
                        <a:srgbClr val="D4DEE7"/>
                      </a:solidFill>
                      <a:prstDash val="solid"/>
                    </a:lnR>
                    <a:lnB w="9525">
                      <a:solidFill>
                        <a:srgbClr val="D4DE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114300" tIns="114300" rIns="114300" bIns="114300">
                      <a:noAutofit/>
                    </a:bodyPr>
                    <a:lstStyle/>
                    <a:p>
                      <a:r>
                        <a:rPr sz="2175" b="0">
                          <a:solidFill>
                            <a:srgbClr val="18354C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3Dスキャンから</a:t>
                      </a:r>
                    </a:p>
                    <a:p>
                      <a:r>
                        <a:rPr sz="2175" b="0">
                          <a:solidFill>
                            <a:srgbClr val="18354C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加工軌道を生成</a:t>
                      </a:r>
                    </a:p>
                  </a:txBody>
                  <a:tcPr marL="91440" marR="91440" marT="45720" marB="45720" anchor="t">
                    <a:lnR w="9525">
                      <a:solidFill>
                        <a:srgbClr val="D4DEE7"/>
                      </a:solidFill>
                      <a:prstDash val="solid"/>
                    </a:lnR>
                    <a:lnB w="9525">
                      <a:solidFill>
                        <a:srgbClr val="D4DE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114300" tIns="114300" rIns="114300" bIns="114300">
                      <a:noAutofit/>
                    </a:bodyPr>
                    <a:lstStyle/>
                    <a:p>
                      <a:r>
                        <a:rPr sz="2175" b="0">
                          <a:solidFill>
                            <a:srgbClr val="18354C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条件設定・干渉確認・</a:t>
                      </a:r>
                    </a:p>
                    <a:p>
                      <a:r>
                        <a:rPr sz="2175" b="0">
                          <a:solidFill>
                            <a:srgbClr val="18354C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品質承認の範囲を確認。</a:t>
                      </a:r>
                    </a:p>
                  </a:txBody>
                  <a:tcPr marL="91440" marR="91440" marT="45720" marB="45720" anchor="t">
                    <a:lnR w="9525">
                      <a:solidFill>
                        <a:srgbClr val="D4DEE7"/>
                      </a:solidFill>
                      <a:prstDash val="solid"/>
                    </a:lnR>
                    <a:lnB w="9525">
                      <a:solidFill>
                        <a:srgbClr val="D4DE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1476375">
                <a:tc>
                  <a:txBody>
                    <a:bodyPr wrap="square" lIns="114300" tIns="114300" rIns="114300" bIns="114300">
                      <a:noAutofit/>
                    </a:bodyPr>
                    <a:lstStyle/>
                    <a:p>
                      <a:r>
                        <a:rPr sz="2175" b="1">
                          <a:solidFill>
                            <a:srgbClr val="18354C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小径ねじ等を拾う</a:t>
                      </a:r>
                    </a:p>
                  </a:txBody>
                  <a:tcPr marL="91440" marR="91440" marT="45720" marB="45720" anchor="t">
                    <a:lnL w="9525">
                      <a:solidFill>
                        <a:srgbClr val="D4DEE7"/>
                      </a:solidFill>
                      <a:prstDash val="solid"/>
                    </a:lnL>
                    <a:lnR w="9525">
                      <a:solidFill>
                        <a:srgbClr val="D4DEE7"/>
                      </a:solidFill>
                      <a:prstDash val="solid"/>
                    </a:lnR>
                    <a:lnB w="9525">
                      <a:solidFill>
                        <a:srgbClr val="D4DEE7"/>
                      </a:solidFill>
                      <a:prstDash val="solid"/>
                    </a:lnB>
                    <a:solidFill>
                      <a:srgbClr val="EEF3F8"/>
                    </a:solidFill>
                  </a:tcPr>
                </a:tc>
                <a:tc>
                  <a:txBody>
                    <a:bodyPr wrap="square" lIns="114300" tIns="114300" rIns="114300" bIns="114300">
                      <a:noAutofit/>
                    </a:bodyPr>
                    <a:lstStyle/>
                    <a:p>
                      <a:r>
                        <a:rPr sz="2175" b="0">
                          <a:solidFill>
                            <a:srgbClr val="18354C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カネテック [S18]</a:t>
                      </a:r>
                    </a:p>
                  </a:txBody>
                  <a:tcPr marL="91440" marR="91440" marT="45720" marB="45720" anchor="t">
                    <a:lnR w="9525">
                      <a:solidFill>
                        <a:srgbClr val="D4DEE7"/>
                      </a:solidFill>
                      <a:prstDash val="solid"/>
                    </a:lnR>
                    <a:lnB w="9525">
                      <a:solidFill>
                        <a:srgbClr val="D4DEE7"/>
                      </a:solidFill>
                      <a:prstDash val="solid"/>
                    </a:lnB>
                    <a:solidFill>
                      <a:srgbClr val="EEF3F8"/>
                    </a:solidFill>
                  </a:tcPr>
                </a:tc>
                <a:tc>
                  <a:txBody>
                    <a:bodyPr wrap="square" lIns="114300" tIns="114300" rIns="114300" bIns="114300">
                      <a:noAutofit/>
                    </a:bodyPr>
                    <a:lstStyle/>
                    <a:p>
                      <a:r>
                        <a:rPr sz="2175" b="0">
                          <a:solidFill>
                            <a:srgbClr val="18354C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カメラ、協働ロボット、</a:t>
                      </a:r>
                    </a:p>
                    <a:p>
                      <a:r>
                        <a:rPr sz="2175" b="0">
                          <a:solidFill>
                            <a:srgbClr val="18354C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磁気ピンセット</a:t>
                      </a:r>
                    </a:p>
                  </a:txBody>
                  <a:tcPr marL="91440" marR="91440" marT="45720" marB="45720" anchor="t">
                    <a:lnR w="9525">
                      <a:solidFill>
                        <a:srgbClr val="D4DEE7"/>
                      </a:solidFill>
                      <a:prstDash val="solid"/>
                    </a:lnR>
                    <a:lnB w="9525">
                      <a:solidFill>
                        <a:srgbClr val="D4DEE7"/>
                      </a:solidFill>
                      <a:prstDash val="solid"/>
                    </a:lnB>
                    <a:solidFill>
                      <a:srgbClr val="EEF3F8"/>
                    </a:solidFill>
                  </a:tcPr>
                </a:tc>
                <a:tc>
                  <a:txBody>
                    <a:bodyPr wrap="square" lIns="114300" tIns="114300" rIns="114300" bIns="114300">
                      <a:noAutofit/>
                    </a:bodyPr>
                    <a:lstStyle/>
                    <a:p>
                      <a:r>
                        <a:rPr sz="2175" b="0">
                          <a:solidFill>
                            <a:srgbClr val="18354C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AIを明記。具体的な</a:t>
                      </a:r>
                    </a:p>
                    <a:p>
                      <a:r>
                        <a:rPr sz="2175" b="0">
                          <a:solidFill>
                            <a:srgbClr val="18354C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判断箇所は未公開。</a:t>
                      </a:r>
                    </a:p>
                  </a:txBody>
                  <a:tcPr marL="91440" marR="91440" marT="45720" marB="45720" anchor="t">
                    <a:lnR w="9525">
                      <a:solidFill>
                        <a:srgbClr val="D4DEE7"/>
                      </a:solidFill>
                      <a:prstDash val="solid"/>
                    </a:lnR>
                    <a:lnB w="9525">
                      <a:solidFill>
                        <a:srgbClr val="D4DEE7"/>
                      </a:solidFill>
                      <a:prstDash val="solid"/>
                    </a:lnB>
                    <a:solidFill>
                      <a:srgbClr val="EEF3F8"/>
                    </a:solidFill>
                  </a:tcPr>
                </a:tc>
              </a:tr>
              <a:tr h="1476375">
                <a:tc>
                  <a:txBody>
                    <a:bodyPr wrap="square" lIns="114300" tIns="114300" rIns="114300" bIns="114300">
                      <a:noAutofit/>
                    </a:bodyPr>
                    <a:lstStyle/>
                    <a:p>
                      <a:r>
                        <a:rPr sz="2175" b="1">
                          <a:solidFill>
                            <a:srgbClr val="18354C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ブラシ摩耗に追従</a:t>
                      </a:r>
                    </a:p>
                  </a:txBody>
                  <a:tcPr marL="91440" marR="91440" marT="45720" marB="45720" anchor="t">
                    <a:lnL w="9525">
                      <a:solidFill>
                        <a:srgbClr val="D4DEE7"/>
                      </a:solidFill>
                      <a:prstDash val="solid"/>
                    </a:lnL>
                    <a:lnR w="9525">
                      <a:solidFill>
                        <a:srgbClr val="D4DEE7"/>
                      </a:solidFill>
                      <a:prstDash val="solid"/>
                    </a:lnR>
                    <a:lnB w="9525">
                      <a:solidFill>
                        <a:srgbClr val="D4DE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114300" tIns="114300" rIns="114300" bIns="114300">
                      <a:noAutofit/>
                    </a:bodyPr>
                    <a:lstStyle/>
                    <a:p>
                      <a:r>
                        <a:rPr sz="2175" b="0">
                          <a:solidFill>
                            <a:srgbClr val="18354C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XEBEC CPS [S19]</a:t>
                      </a:r>
                    </a:p>
                  </a:txBody>
                  <a:tcPr marL="91440" marR="91440" marT="45720" marB="45720" anchor="t">
                    <a:lnR w="9525">
                      <a:solidFill>
                        <a:srgbClr val="D4DEE7"/>
                      </a:solidFill>
                      <a:prstDash val="solid"/>
                    </a:lnR>
                    <a:lnB w="9525">
                      <a:solidFill>
                        <a:srgbClr val="D4DE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114300" tIns="114300" rIns="114300" bIns="114300">
                      <a:noAutofit/>
                    </a:bodyPr>
                    <a:lstStyle/>
                    <a:p>
                      <a:r>
                        <a:rPr sz="2175" b="0">
                          <a:solidFill>
                            <a:srgbClr val="18354C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突出し量を自動調整する</a:t>
                      </a:r>
                    </a:p>
                    <a:p>
                      <a:r>
                        <a:rPr sz="2175" b="0">
                          <a:solidFill>
                            <a:srgbClr val="18354C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工具機構とロボット</a:t>
                      </a:r>
                    </a:p>
                  </a:txBody>
                  <a:tcPr marL="91440" marR="91440" marT="45720" marB="45720" anchor="t">
                    <a:lnR w="9525">
                      <a:solidFill>
                        <a:srgbClr val="D4DEE7"/>
                      </a:solidFill>
                      <a:prstDash val="solid"/>
                    </a:lnR>
                    <a:lnB w="9525">
                      <a:solidFill>
                        <a:srgbClr val="D4DE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114300" tIns="114300" rIns="114300" bIns="114300">
                      <a:noAutofit/>
                    </a:bodyPr>
                    <a:lstStyle/>
                    <a:p>
                      <a:r>
                        <a:rPr sz="2175" b="0">
                          <a:solidFill>
                            <a:srgbClr val="18354C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機構による自動化。</a:t>
                      </a:r>
                    </a:p>
                    <a:p>
                      <a:r>
                        <a:rPr sz="2175" b="0">
                          <a:solidFill>
                            <a:srgbClr val="18354C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AI使用は未確認。</a:t>
                      </a:r>
                    </a:p>
                  </a:txBody>
                  <a:tcPr marL="91440" marR="91440" marT="45720" marB="45720" anchor="t">
                    <a:lnR w="9525">
                      <a:solidFill>
                        <a:srgbClr val="D4DEE7"/>
                      </a:solidFill>
                      <a:prstDash val="solid"/>
                    </a:lnR>
                    <a:lnB w="9525">
                      <a:solidFill>
                        <a:srgbClr val="D4DE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limit">
            <a:extLst xmlns:a="http://schemas.openxmlformats.org/drawingml/2006/main">
              <a:ext uri="{FF2B5EF4-FFF2-40B4-BE49-F238E27FC236}">
                <a16:creationId xmlns:a16="http://schemas.microsoft.com/office/drawing/2014/main" id="{AD0D448C-E7EB-4F9C-BDBC-42B24041A5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9591675"/>
            <a:ext cx="1604962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500" b="0">
                <a:solidFill>
                  <a:srgbClr val="64778A"/>
                </a:solidFill>
                <a:latin typeface="Noto Sans JP"/>
                <a:ea typeface="Noto Sans JP"/>
                <a:cs typeface="Noto Sans JP"/>
              </a:defRPr>
            </a:defPPr>
            <a:lvl1pPr>
              <a:defRPr sz="1500" b="0">
                <a:solidFill>
                  <a:srgbClr val="64778A"/>
                </a:solidFill>
                <a:latin typeface="Noto Sans JP"/>
                <a:ea typeface="Noto Sans JP"/>
                <a:cs typeface="Noto Sans JP"/>
              </a:defRPr>
            </a:lvl1pPr>
            <a:lvl2pPr>
              <a:defRPr sz="1500" b="0">
                <a:solidFill>
                  <a:srgbClr val="64778A"/>
                </a:solidFill>
                <a:latin typeface="Noto Sans JP"/>
                <a:ea typeface="Noto Sans JP"/>
                <a:cs typeface="Noto Sans JP"/>
              </a:defRPr>
            </a:lvl2pPr>
            <a:lvl3pPr>
              <a:defRPr sz="1500" b="0">
                <a:solidFill>
                  <a:srgbClr val="64778A"/>
                </a:solidFill>
                <a:latin typeface="Noto Sans JP"/>
                <a:ea typeface="Noto Sans JP"/>
                <a:cs typeface="Noto Sans JP"/>
              </a:defRPr>
            </a:lvl3pPr>
            <a:lvl4pPr>
              <a:defRPr sz="1500" b="0">
                <a:solidFill>
                  <a:srgbClr val="64778A"/>
                </a:solidFill>
                <a:latin typeface="Noto Sans JP"/>
                <a:ea typeface="Noto Sans JP"/>
                <a:cs typeface="Noto Sans JP"/>
              </a:defRPr>
            </a:lvl4pPr>
            <a:lvl5pPr>
              <a:defRPr sz="1500" b="0">
                <a:solidFill>
                  <a:srgbClr val="64778A"/>
                </a:solidFill>
                <a:latin typeface="Noto Sans JP"/>
                <a:ea typeface="Noto Sans JP"/>
                <a:cs typeface="Noto Sans JP"/>
              </a:defRPr>
            </a:lvl5pPr>
            <a:lvl6pPr>
              <a:defRPr sz="1500" b="0">
                <a:solidFill>
                  <a:srgbClr val="64778A"/>
                </a:solidFill>
                <a:latin typeface="Noto Sans JP"/>
                <a:ea typeface="Noto Sans JP"/>
                <a:cs typeface="Noto Sans JP"/>
              </a:defRPr>
            </a:lvl6pPr>
            <a:lvl7pPr>
              <a:defRPr sz="1500" b="0">
                <a:solidFill>
                  <a:srgbClr val="64778A"/>
                </a:solidFill>
                <a:latin typeface="Noto Sans JP"/>
                <a:ea typeface="Noto Sans JP"/>
                <a:cs typeface="Noto Sans JP"/>
              </a:defRPr>
            </a:lvl7pPr>
            <a:lvl8pPr>
              <a:defRPr sz="1500" b="0">
                <a:solidFill>
                  <a:srgbClr val="64778A"/>
                </a:solidFill>
                <a:latin typeface="Noto Sans JP"/>
                <a:ea typeface="Noto Sans JP"/>
                <a:cs typeface="Noto Sans JP"/>
              </a:defRPr>
            </a:lvl8pPr>
            <a:lvl9pPr>
              <a:defRPr sz="1500" b="0">
                <a:solidFill>
                  <a:srgbClr val="64778A"/>
                </a:solidFill>
                <a:latin typeface="Noto Sans JP"/>
                <a:ea typeface="Noto Sans JP"/>
                <a:cs typeface="Noto Sans JP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64778A"/>
                </a:solidFill>
                <a:latin typeface="Noto Sans JP"/>
                <a:ea typeface="Noto Sans JP"/>
                <a:cs typeface="Noto Sans JP"/>
              </a:defRPr>
            </a:pPr>
            <a:r>
              <a:rPr sz="1500" b="0">
                <a:solidFill>
                  <a:srgbClr val="64778A"/>
                </a:solidFill>
                <a:latin typeface="Noto Sans JP"/>
                <a:ea typeface="Noto Sans JP"/>
                <a:cs typeface="Noto Sans JP"/>
              </a:rPr>
              <a:t>爪交換・位置復旧も対照技術。人型機体の遠隔操作・教示を、自律作業の実証とは扱わない。</a:t>
            </a:r>
          </a:p>
        </p:txBody>
      </p:sp>
      <p:sp>
        <p:nvSpPr>
          <p:cNvPr id="5" name="page">
            <a:extLst xmlns:a="http://schemas.openxmlformats.org/drawingml/2006/main">
              <a:ext uri="{FF2B5EF4-FFF2-40B4-BE49-F238E27FC236}">
                <a16:creationId xmlns:a16="http://schemas.microsoft.com/office/drawing/2014/main" id="{46A52B4D-150F-47DC-AA28-C2BDF8B16D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078325" y="9667875"/>
            <a:ext cx="457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500" b="0">
                <a:solidFill>
                  <a:srgbClr val="64778A"/>
                </a:solidFill>
                <a:latin typeface="Noto Sans JP"/>
                <a:ea typeface="Noto Sans JP"/>
                <a:cs typeface="Noto Sans JP"/>
              </a:defRPr>
            </a:defPPr>
            <a:lvl1pPr>
              <a:defRPr sz="1500" b="0">
                <a:solidFill>
                  <a:srgbClr val="64778A"/>
                </a:solidFill>
                <a:latin typeface="Noto Sans JP"/>
                <a:ea typeface="Noto Sans JP"/>
                <a:cs typeface="Noto Sans JP"/>
              </a:defRPr>
            </a:lvl1pPr>
            <a:lvl2pPr>
              <a:defRPr sz="1500" b="0">
                <a:solidFill>
                  <a:srgbClr val="64778A"/>
                </a:solidFill>
                <a:latin typeface="Noto Sans JP"/>
                <a:ea typeface="Noto Sans JP"/>
                <a:cs typeface="Noto Sans JP"/>
              </a:defRPr>
            </a:lvl2pPr>
            <a:lvl3pPr>
              <a:defRPr sz="1500" b="0">
                <a:solidFill>
                  <a:srgbClr val="64778A"/>
                </a:solidFill>
                <a:latin typeface="Noto Sans JP"/>
                <a:ea typeface="Noto Sans JP"/>
                <a:cs typeface="Noto Sans JP"/>
              </a:defRPr>
            </a:lvl3pPr>
            <a:lvl4pPr>
              <a:defRPr sz="1500" b="0">
                <a:solidFill>
                  <a:srgbClr val="64778A"/>
                </a:solidFill>
                <a:latin typeface="Noto Sans JP"/>
                <a:ea typeface="Noto Sans JP"/>
                <a:cs typeface="Noto Sans JP"/>
              </a:defRPr>
            </a:lvl4pPr>
            <a:lvl5pPr>
              <a:defRPr sz="1500" b="0">
                <a:solidFill>
                  <a:srgbClr val="64778A"/>
                </a:solidFill>
                <a:latin typeface="Noto Sans JP"/>
                <a:ea typeface="Noto Sans JP"/>
                <a:cs typeface="Noto Sans JP"/>
              </a:defRPr>
            </a:lvl5pPr>
            <a:lvl6pPr>
              <a:defRPr sz="1500" b="0">
                <a:solidFill>
                  <a:srgbClr val="64778A"/>
                </a:solidFill>
                <a:latin typeface="Noto Sans JP"/>
                <a:ea typeface="Noto Sans JP"/>
                <a:cs typeface="Noto Sans JP"/>
              </a:defRPr>
            </a:lvl6pPr>
            <a:lvl7pPr>
              <a:defRPr sz="1500" b="0">
                <a:solidFill>
                  <a:srgbClr val="64778A"/>
                </a:solidFill>
                <a:latin typeface="Noto Sans JP"/>
                <a:ea typeface="Noto Sans JP"/>
                <a:cs typeface="Noto Sans JP"/>
              </a:defRPr>
            </a:lvl7pPr>
            <a:lvl8pPr>
              <a:defRPr sz="1500" b="0">
                <a:solidFill>
                  <a:srgbClr val="64778A"/>
                </a:solidFill>
                <a:latin typeface="Noto Sans JP"/>
                <a:ea typeface="Noto Sans JP"/>
                <a:cs typeface="Noto Sans JP"/>
              </a:defRPr>
            </a:lvl8pPr>
            <a:lvl9pPr>
              <a:defRPr sz="1500" b="0">
                <a:solidFill>
                  <a:srgbClr val="64778A"/>
                </a:solidFill>
                <a:latin typeface="Noto Sans JP"/>
                <a:ea typeface="Noto Sans JP"/>
                <a:cs typeface="Noto Sans JP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64778A"/>
                </a:solidFill>
                <a:latin typeface="Noto Sans JP"/>
                <a:ea typeface="Noto Sans JP"/>
                <a:cs typeface="Noto Sans JP"/>
              </a:defRPr>
            </a:pPr>
            <a:r>
              <a:rPr sz="1500" b="0">
                <a:solidFill>
                  <a:srgbClr val="64778A"/>
                </a:solidFill>
                <a:latin typeface="Noto Sans JP"/>
                <a:ea typeface="Noto Sans JP"/>
                <a:cs typeface="Noto Sans JP"/>
              </a:rPr>
              <a:t>07</a:t>
            </a:r>
          </a:p>
        </p:txBody>
      </p:sp>
      <p:sp>
        <p:nvSpPr>
          <p:cNvPr id="6" name="source-S16">
            <a:extLst xmlns:a="http://schemas.openxmlformats.org/drawingml/2006/main">
              <a:ext uri="{FF2B5EF4-FFF2-40B4-BE49-F238E27FC236}">
                <a16:creationId xmlns:a16="http://schemas.microsoft.com/office/drawing/2014/main" id="{5BAADE87-0FF8-40F6-A9E2-C422976ED4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9172575"/>
            <a:ext cx="9048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500" b="0">
                <a:solidFill>
                  <a:srgbClr val="225B92"/>
                </a:solidFill>
                <a:latin typeface="Noto Sans JP"/>
                <a:ea typeface="Noto Sans JP"/>
                <a:cs typeface="Noto Sans JP"/>
              </a:defRPr>
            </a:defPPr>
            <a:lvl1pPr>
              <a:defRPr sz="1500" b="0">
                <a:solidFill>
                  <a:srgbClr val="225B92"/>
                </a:solidFill>
                <a:latin typeface="Noto Sans JP"/>
                <a:ea typeface="Noto Sans JP"/>
                <a:cs typeface="Noto Sans JP"/>
              </a:defRPr>
            </a:lvl1pPr>
            <a:lvl2pPr>
              <a:defRPr sz="1500" b="0">
                <a:solidFill>
                  <a:srgbClr val="225B92"/>
                </a:solidFill>
                <a:latin typeface="Noto Sans JP"/>
                <a:ea typeface="Noto Sans JP"/>
                <a:cs typeface="Noto Sans JP"/>
              </a:defRPr>
            </a:lvl2pPr>
            <a:lvl3pPr>
              <a:defRPr sz="1500" b="0">
                <a:solidFill>
                  <a:srgbClr val="225B92"/>
                </a:solidFill>
                <a:latin typeface="Noto Sans JP"/>
                <a:ea typeface="Noto Sans JP"/>
                <a:cs typeface="Noto Sans JP"/>
              </a:defRPr>
            </a:lvl3pPr>
            <a:lvl4pPr>
              <a:defRPr sz="1500" b="0">
                <a:solidFill>
                  <a:srgbClr val="225B92"/>
                </a:solidFill>
                <a:latin typeface="Noto Sans JP"/>
                <a:ea typeface="Noto Sans JP"/>
                <a:cs typeface="Noto Sans JP"/>
              </a:defRPr>
            </a:lvl4pPr>
            <a:lvl5pPr>
              <a:defRPr sz="1500" b="0">
                <a:solidFill>
                  <a:srgbClr val="225B92"/>
                </a:solidFill>
                <a:latin typeface="Noto Sans JP"/>
                <a:ea typeface="Noto Sans JP"/>
                <a:cs typeface="Noto Sans JP"/>
              </a:defRPr>
            </a:lvl5pPr>
            <a:lvl6pPr>
              <a:defRPr sz="1500" b="0">
                <a:solidFill>
                  <a:srgbClr val="225B92"/>
                </a:solidFill>
                <a:latin typeface="Noto Sans JP"/>
                <a:ea typeface="Noto Sans JP"/>
                <a:cs typeface="Noto Sans JP"/>
              </a:defRPr>
            </a:lvl6pPr>
            <a:lvl7pPr>
              <a:defRPr sz="1500" b="0">
                <a:solidFill>
                  <a:srgbClr val="225B92"/>
                </a:solidFill>
                <a:latin typeface="Noto Sans JP"/>
                <a:ea typeface="Noto Sans JP"/>
                <a:cs typeface="Noto Sans JP"/>
              </a:defRPr>
            </a:lvl7pPr>
            <a:lvl8pPr>
              <a:defRPr sz="1500" b="0">
                <a:solidFill>
                  <a:srgbClr val="225B92"/>
                </a:solidFill>
                <a:latin typeface="Noto Sans JP"/>
                <a:ea typeface="Noto Sans JP"/>
                <a:cs typeface="Noto Sans JP"/>
              </a:defRPr>
            </a:lvl8pPr>
            <a:lvl9pPr>
              <a:defRPr sz="1500" b="0">
                <a:solidFill>
                  <a:srgbClr val="225B92"/>
                </a:solidFill>
                <a:latin typeface="Noto Sans JP"/>
                <a:ea typeface="Noto Sans JP"/>
                <a:cs typeface="Noto Sans JP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225B92"/>
                </a:solidFill>
                <a:latin typeface="Noto Sans JP"/>
                <a:ea typeface="Noto Sans JP"/>
                <a:cs typeface="Noto Sans JP"/>
              </a:defRPr>
            </a:pPr>
            <a:r>
              <a:rPr sz="1500" b="0">
                <a:solidFill>
                  <a:srgbClr val="225B92"/>
                </a:solidFill>
                <a:latin typeface="Noto Sans JP"/>
                <a:ea typeface="Noto Sans JP"/>
                <a:cs typeface="Noto Sans JP"/>
                <a:hlinkClick xmlns:r="http://schemas.openxmlformats.org/officeDocument/2006/relationships" r:id="R1a4b5bee54404f1d"/>
              </a:rPr>
              <a:t>S16</a:t>
            </a:r>
          </a:p>
        </p:txBody>
      </p:sp>
      <p:sp>
        <p:nvSpPr>
          <p:cNvPr id="7" name="source-S17">
            <a:extLst xmlns:a="http://schemas.openxmlformats.org/drawingml/2006/main">
              <a:ext uri="{FF2B5EF4-FFF2-40B4-BE49-F238E27FC236}">
                <a16:creationId xmlns:a16="http://schemas.microsoft.com/office/drawing/2014/main" id="{B60FF642-5587-47C5-81EE-1B9F7D92A7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81175" y="9172575"/>
            <a:ext cx="9048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500" b="0">
                <a:solidFill>
                  <a:srgbClr val="225B92"/>
                </a:solidFill>
                <a:latin typeface="Noto Sans JP"/>
                <a:ea typeface="Noto Sans JP"/>
                <a:cs typeface="Noto Sans JP"/>
              </a:defRPr>
            </a:defPPr>
            <a:lvl1pPr>
              <a:defRPr sz="1500" b="0">
                <a:solidFill>
                  <a:srgbClr val="225B92"/>
                </a:solidFill>
                <a:latin typeface="Noto Sans JP"/>
                <a:ea typeface="Noto Sans JP"/>
                <a:cs typeface="Noto Sans JP"/>
              </a:defRPr>
            </a:lvl1pPr>
            <a:lvl2pPr>
              <a:defRPr sz="1500" b="0">
                <a:solidFill>
                  <a:srgbClr val="225B92"/>
                </a:solidFill>
                <a:latin typeface="Noto Sans JP"/>
                <a:ea typeface="Noto Sans JP"/>
                <a:cs typeface="Noto Sans JP"/>
              </a:defRPr>
            </a:lvl2pPr>
            <a:lvl3pPr>
              <a:defRPr sz="1500" b="0">
                <a:solidFill>
                  <a:srgbClr val="225B92"/>
                </a:solidFill>
                <a:latin typeface="Noto Sans JP"/>
                <a:ea typeface="Noto Sans JP"/>
                <a:cs typeface="Noto Sans JP"/>
              </a:defRPr>
            </a:lvl3pPr>
            <a:lvl4pPr>
              <a:defRPr sz="1500" b="0">
                <a:solidFill>
                  <a:srgbClr val="225B92"/>
                </a:solidFill>
                <a:latin typeface="Noto Sans JP"/>
                <a:ea typeface="Noto Sans JP"/>
                <a:cs typeface="Noto Sans JP"/>
              </a:defRPr>
            </a:lvl4pPr>
            <a:lvl5pPr>
              <a:defRPr sz="1500" b="0">
                <a:solidFill>
                  <a:srgbClr val="225B92"/>
                </a:solidFill>
                <a:latin typeface="Noto Sans JP"/>
                <a:ea typeface="Noto Sans JP"/>
                <a:cs typeface="Noto Sans JP"/>
              </a:defRPr>
            </a:lvl5pPr>
            <a:lvl6pPr>
              <a:defRPr sz="1500" b="0">
                <a:solidFill>
                  <a:srgbClr val="225B92"/>
                </a:solidFill>
                <a:latin typeface="Noto Sans JP"/>
                <a:ea typeface="Noto Sans JP"/>
                <a:cs typeface="Noto Sans JP"/>
              </a:defRPr>
            </a:lvl6pPr>
            <a:lvl7pPr>
              <a:defRPr sz="1500" b="0">
                <a:solidFill>
                  <a:srgbClr val="225B92"/>
                </a:solidFill>
                <a:latin typeface="Noto Sans JP"/>
                <a:ea typeface="Noto Sans JP"/>
                <a:cs typeface="Noto Sans JP"/>
              </a:defRPr>
            </a:lvl7pPr>
            <a:lvl8pPr>
              <a:defRPr sz="1500" b="0">
                <a:solidFill>
                  <a:srgbClr val="225B92"/>
                </a:solidFill>
                <a:latin typeface="Noto Sans JP"/>
                <a:ea typeface="Noto Sans JP"/>
                <a:cs typeface="Noto Sans JP"/>
              </a:defRPr>
            </a:lvl8pPr>
            <a:lvl9pPr>
              <a:defRPr sz="1500" b="0">
                <a:solidFill>
                  <a:srgbClr val="225B92"/>
                </a:solidFill>
                <a:latin typeface="Noto Sans JP"/>
                <a:ea typeface="Noto Sans JP"/>
                <a:cs typeface="Noto Sans JP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225B92"/>
                </a:solidFill>
                <a:latin typeface="Noto Sans JP"/>
                <a:ea typeface="Noto Sans JP"/>
                <a:cs typeface="Noto Sans JP"/>
              </a:defRPr>
            </a:pPr>
            <a:r>
              <a:rPr sz="1500" b="0">
                <a:solidFill>
                  <a:srgbClr val="225B92"/>
                </a:solidFill>
                <a:latin typeface="Noto Sans JP"/>
                <a:ea typeface="Noto Sans JP"/>
                <a:cs typeface="Noto Sans JP"/>
                <a:hlinkClick xmlns:r="http://schemas.openxmlformats.org/officeDocument/2006/relationships" r:id="R518aa20c0ee6489d"/>
              </a:rPr>
              <a:t>S17</a:t>
            </a:r>
          </a:p>
        </p:txBody>
      </p:sp>
      <p:sp>
        <p:nvSpPr>
          <p:cNvPr id="8" name="source-S18">
            <a:extLst xmlns:a="http://schemas.openxmlformats.org/drawingml/2006/main">
              <a:ext uri="{FF2B5EF4-FFF2-40B4-BE49-F238E27FC236}">
                <a16:creationId xmlns:a16="http://schemas.microsoft.com/office/drawing/2014/main" id="{B4C15544-C198-4F55-8CFE-1CFF500658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9172575"/>
            <a:ext cx="9048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500" b="0">
                <a:solidFill>
                  <a:srgbClr val="225B92"/>
                </a:solidFill>
                <a:latin typeface="Noto Sans JP"/>
                <a:ea typeface="Noto Sans JP"/>
                <a:cs typeface="Noto Sans JP"/>
              </a:defRPr>
            </a:defPPr>
            <a:lvl1pPr>
              <a:defRPr sz="1500" b="0">
                <a:solidFill>
                  <a:srgbClr val="225B92"/>
                </a:solidFill>
                <a:latin typeface="Noto Sans JP"/>
                <a:ea typeface="Noto Sans JP"/>
                <a:cs typeface="Noto Sans JP"/>
              </a:defRPr>
            </a:lvl1pPr>
            <a:lvl2pPr>
              <a:defRPr sz="1500" b="0">
                <a:solidFill>
                  <a:srgbClr val="225B92"/>
                </a:solidFill>
                <a:latin typeface="Noto Sans JP"/>
                <a:ea typeface="Noto Sans JP"/>
                <a:cs typeface="Noto Sans JP"/>
              </a:defRPr>
            </a:lvl2pPr>
            <a:lvl3pPr>
              <a:defRPr sz="1500" b="0">
                <a:solidFill>
                  <a:srgbClr val="225B92"/>
                </a:solidFill>
                <a:latin typeface="Noto Sans JP"/>
                <a:ea typeface="Noto Sans JP"/>
                <a:cs typeface="Noto Sans JP"/>
              </a:defRPr>
            </a:lvl3pPr>
            <a:lvl4pPr>
              <a:defRPr sz="1500" b="0">
                <a:solidFill>
                  <a:srgbClr val="225B92"/>
                </a:solidFill>
                <a:latin typeface="Noto Sans JP"/>
                <a:ea typeface="Noto Sans JP"/>
                <a:cs typeface="Noto Sans JP"/>
              </a:defRPr>
            </a:lvl4pPr>
            <a:lvl5pPr>
              <a:defRPr sz="1500" b="0">
                <a:solidFill>
                  <a:srgbClr val="225B92"/>
                </a:solidFill>
                <a:latin typeface="Noto Sans JP"/>
                <a:ea typeface="Noto Sans JP"/>
                <a:cs typeface="Noto Sans JP"/>
              </a:defRPr>
            </a:lvl5pPr>
            <a:lvl6pPr>
              <a:defRPr sz="1500" b="0">
                <a:solidFill>
                  <a:srgbClr val="225B92"/>
                </a:solidFill>
                <a:latin typeface="Noto Sans JP"/>
                <a:ea typeface="Noto Sans JP"/>
                <a:cs typeface="Noto Sans JP"/>
              </a:defRPr>
            </a:lvl6pPr>
            <a:lvl7pPr>
              <a:defRPr sz="1500" b="0">
                <a:solidFill>
                  <a:srgbClr val="225B92"/>
                </a:solidFill>
                <a:latin typeface="Noto Sans JP"/>
                <a:ea typeface="Noto Sans JP"/>
                <a:cs typeface="Noto Sans JP"/>
              </a:defRPr>
            </a:lvl7pPr>
            <a:lvl8pPr>
              <a:defRPr sz="1500" b="0">
                <a:solidFill>
                  <a:srgbClr val="225B92"/>
                </a:solidFill>
                <a:latin typeface="Noto Sans JP"/>
                <a:ea typeface="Noto Sans JP"/>
                <a:cs typeface="Noto Sans JP"/>
              </a:defRPr>
            </a:lvl8pPr>
            <a:lvl9pPr>
              <a:defRPr sz="1500" b="0">
                <a:solidFill>
                  <a:srgbClr val="225B92"/>
                </a:solidFill>
                <a:latin typeface="Noto Sans JP"/>
                <a:ea typeface="Noto Sans JP"/>
                <a:cs typeface="Noto Sans JP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225B92"/>
                </a:solidFill>
                <a:latin typeface="Noto Sans JP"/>
                <a:ea typeface="Noto Sans JP"/>
                <a:cs typeface="Noto Sans JP"/>
              </a:defRPr>
            </a:pPr>
            <a:r>
              <a:rPr sz="1500" b="0">
                <a:solidFill>
                  <a:srgbClr val="225B92"/>
                </a:solidFill>
                <a:latin typeface="Noto Sans JP"/>
                <a:ea typeface="Noto Sans JP"/>
                <a:cs typeface="Noto Sans JP"/>
                <a:hlinkClick xmlns:r="http://schemas.openxmlformats.org/officeDocument/2006/relationships" r:id="Rbc4fb72efb344b6a"/>
              </a:rPr>
              <a:t>S18</a:t>
            </a:r>
          </a:p>
        </p:txBody>
      </p:sp>
      <p:sp>
        <p:nvSpPr>
          <p:cNvPr id="9" name="source-S19">
            <a:extLst xmlns:a="http://schemas.openxmlformats.org/drawingml/2006/main">
              <a:ext uri="{FF2B5EF4-FFF2-40B4-BE49-F238E27FC236}">
                <a16:creationId xmlns:a16="http://schemas.microsoft.com/office/drawing/2014/main" id="{290E36BC-01D4-483E-80D6-4855A70151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81425" y="9172575"/>
            <a:ext cx="9048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500" b="0">
                <a:solidFill>
                  <a:srgbClr val="225B92"/>
                </a:solidFill>
                <a:latin typeface="Noto Sans JP"/>
                <a:ea typeface="Noto Sans JP"/>
                <a:cs typeface="Noto Sans JP"/>
              </a:defRPr>
            </a:defPPr>
            <a:lvl1pPr>
              <a:defRPr sz="1500" b="0">
                <a:solidFill>
                  <a:srgbClr val="225B92"/>
                </a:solidFill>
                <a:latin typeface="Noto Sans JP"/>
                <a:ea typeface="Noto Sans JP"/>
                <a:cs typeface="Noto Sans JP"/>
              </a:defRPr>
            </a:lvl1pPr>
            <a:lvl2pPr>
              <a:defRPr sz="1500" b="0">
                <a:solidFill>
                  <a:srgbClr val="225B92"/>
                </a:solidFill>
                <a:latin typeface="Noto Sans JP"/>
                <a:ea typeface="Noto Sans JP"/>
                <a:cs typeface="Noto Sans JP"/>
              </a:defRPr>
            </a:lvl2pPr>
            <a:lvl3pPr>
              <a:defRPr sz="1500" b="0">
                <a:solidFill>
                  <a:srgbClr val="225B92"/>
                </a:solidFill>
                <a:latin typeface="Noto Sans JP"/>
                <a:ea typeface="Noto Sans JP"/>
                <a:cs typeface="Noto Sans JP"/>
              </a:defRPr>
            </a:lvl3pPr>
            <a:lvl4pPr>
              <a:defRPr sz="1500" b="0">
                <a:solidFill>
                  <a:srgbClr val="225B92"/>
                </a:solidFill>
                <a:latin typeface="Noto Sans JP"/>
                <a:ea typeface="Noto Sans JP"/>
                <a:cs typeface="Noto Sans JP"/>
              </a:defRPr>
            </a:lvl4pPr>
            <a:lvl5pPr>
              <a:defRPr sz="1500" b="0">
                <a:solidFill>
                  <a:srgbClr val="225B92"/>
                </a:solidFill>
                <a:latin typeface="Noto Sans JP"/>
                <a:ea typeface="Noto Sans JP"/>
                <a:cs typeface="Noto Sans JP"/>
              </a:defRPr>
            </a:lvl5pPr>
            <a:lvl6pPr>
              <a:defRPr sz="1500" b="0">
                <a:solidFill>
                  <a:srgbClr val="225B92"/>
                </a:solidFill>
                <a:latin typeface="Noto Sans JP"/>
                <a:ea typeface="Noto Sans JP"/>
                <a:cs typeface="Noto Sans JP"/>
              </a:defRPr>
            </a:lvl6pPr>
            <a:lvl7pPr>
              <a:defRPr sz="1500" b="0">
                <a:solidFill>
                  <a:srgbClr val="225B92"/>
                </a:solidFill>
                <a:latin typeface="Noto Sans JP"/>
                <a:ea typeface="Noto Sans JP"/>
                <a:cs typeface="Noto Sans JP"/>
              </a:defRPr>
            </a:lvl7pPr>
            <a:lvl8pPr>
              <a:defRPr sz="1500" b="0">
                <a:solidFill>
                  <a:srgbClr val="225B92"/>
                </a:solidFill>
                <a:latin typeface="Noto Sans JP"/>
                <a:ea typeface="Noto Sans JP"/>
                <a:cs typeface="Noto Sans JP"/>
              </a:defRPr>
            </a:lvl8pPr>
            <a:lvl9pPr>
              <a:defRPr sz="1500" b="0">
                <a:solidFill>
                  <a:srgbClr val="225B92"/>
                </a:solidFill>
                <a:latin typeface="Noto Sans JP"/>
                <a:ea typeface="Noto Sans JP"/>
                <a:cs typeface="Noto Sans JP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225B92"/>
                </a:solidFill>
                <a:latin typeface="Noto Sans JP"/>
                <a:ea typeface="Noto Sans JP"/>
                <a:cs typeface="Noto Sans JP"/>
              </a:defRPr>
            </a:pPr>
            <a:r>
              <a:rPr sz="1500" b="0">
                <a:solidFill>
                  <a:srgbClr val="225B92"/>
                </a:solidFill>
                <a:latin typeface="Noto Sans JP"/>
                <a:ea typeface="Noto Sans JP"/>
                <a:cs typeface="Noto Sans JP"/>
                <a:hlinkClick xmlns:r="http://schemas.openxmlformats.org/officeDocument/2006/relationships" r:id="R2e174e636e4a4ca8"/>
              </a:rPr>
              <a:t>S19</a:t>
            </a:r>
          </a:p>
        </p:txBody>
      </p:sp>
      <p:sp>
        <p:nvSpPr>
          <p:cNvPr id="10" name="source-S20">
            <a:extLst xmlns:a="http://schemas.openxmlformats.org/drawingml/2006/main">
              <a:ext uri="{FF2B5EF4-FFF2-40B4-BE49-F238E27FC236}">
                <a16:creationId xmlns:a16="http://schemas.microsoft.com/office/drawing/2014/main" id="{E9B77777-DB18-442E-A2F9-B3755B55F5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9172575"/>
            <a:ext cx="9048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500" b="0">
                <a:solidFill>
                  <a:srgbClr val="225B92"/>
                </a:solidFill>
                <a:latin typeface="Noto Sans JP"/>
                <a:ea typeface="Noto Sans JP"/>
                <a:cs typeface="Noto Sans JP"/>
              </a:defRPr>
            </a:defPPr>
            <a:lvl1pPr>
              <a:defRPr sz="1500" b="0">
                <a:solidFill>
                  <a:srgbClr val="225B92"/>
                </a:solidFill>
                <a:latin typeface="Noto Sans JP"/>
                <a:ea typeface="Noto Sans JP"/>
                <a:cs typeface="Noto Sans JP"/>
              </a:defRPr>
            </a:lvl1pPr>
            <a:lvl2pPr>
              <a:defRPr sz="1500" b="0">
                <a:solidFill>
                  <a:srgbClr val="225B92"/>
                </a:solidFill>
                <a:latin typeface="Noto Sans JP"/>
                <a:ea typeface="Noto Sans JP"/>
                <a:cs typeface="Noto Sans JP"/>
              </a:defRPr>
            </a:lvl2pPr>
            <a:lvl3pPr>
              <a:defRPr sz="1500" b="0">
                <a:solidFill>
                  <a:srgbClr val="225B92"/>
                </a:solidFill>
                <a:latin typeface="Noto Sans JP"/>
                <a:ea typeface="Noto Sans JP"/>
                <a:cs typeface="Noto Sans JP"/>
              </a:defRPr>
            </a:lvl3pPr>
            <a:lvl4pPr>
              <a:defRPr sz="1500" b="0">
                <a:solidFill>
                  <a:srgbClr val="225B92"/>
                </a:solidFill>
                <a:latin typeface="Noto Sans JP"/>
                <a:ea typeface="Noto Sans JP"/>
                <a:cs typeface="Noto Sans JP"/>
              </a:defRPr>
            </a:lvl4pPr>
            <a:lvl5pPr>
              <a:defRPr sz="1500" b="0">
                <a:solidFill>
                  <a:srgbClr val="225B92"/>
                </a:solidFill>
                <a:latin typeface="Noto Sans JP"/>
                <a:ea typeface="Noto Sans JP"/>
                <a:cs typeface="Noto Sans JP"/>
              </a:defRPr>
            </a:lvl5pPr>
            <a:lvl6pPr>
              <a:defRPr sz="1500" b="0">
                <a:solidFill>
                  <a:srgbClr val="225B92"/>
                </a:solidFill>
                <a:latin typeface="Noto Sans JP"/>
                <a:ea typeface="Noto Sans JP"/>
                <a:cs typeface="Noto Sans JP"/>
              </a:defRPr>
            </a:lvl6pPr>
            <a:lvl7pPr>
              <a:defRPr sz="1500" b="0">
                <a:solidFill>
                  <a:srgbClr val="225B92"/>
                </a:solidFill>
                <a:latin typeface="Noto Sans JP"/>
                <a:ea typeface="Noto Sans JP"/>
                <a:cs typeface="Noto Sans JP"/>
              </a:defRPr>
            </a:lvl7pPr>
            <a:lvl8pPr>
              <a:defRPr sz="1500" b="0">
                <a:solidFill>
                  <a:srgbClr val="225B92"/>
                </a:solidFill>
                <a:latin typeface="Noto Sans JP"/>
                <a:ea typeface="Noto Sans JP"/>
                <a:cs typeface="Noto Sans JP"/>
              </a:defRPr>
            </a:lvl8pPr>
            <a:lvl9pPr>
              <a:defRPr sz="1500" b="0">
                <a:solidFill>
                  <a:srgbClr val="225B92"/>
                </a:solidFill>
                <a:latin typeface="Noto Sans JP"/>
                <a:ea typeface="Noto Sans JP"/>
                <a:cs typeface="Noto Sans JP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225B92"/>
                </a:solidFill>
                <a:latin typeface="Noto Sans JP"/>
                <a:ea typeface="Noto Sans JP"/>
                <a:cs typeface="Noto Sans JP"/>
              </a:defRPr>
            </a:pPr>
            <a:r>
              <a:rPr sz="1500" b="0">
                <a:solidFill>
                  <a:srgbClr val="225B92"/>
                </a:solidFill>
                <a:latin typeface="Noto Sans JP"/>
                <a:ea typeface="Noto Sans JP"/>
                <a:cs typeface="Noto Sans JP"/>
                <a:hlinkClick xmlns:r="http://schemas.openxmlformats.org/officeDocument/2006/relationships" r:id="Rb2c0209c41cb4503"/>
              </a:rPr>
              <a:t>S20</a:t>
            </a:r>
          </a:p>
        </p:txBody>
      </p:sp>
      <p:sp>
        <p:nvSpPr>
          <p:cNvPr id="11" name="source-S21">
            <a:extLst xmlns:a="http://schemas.openxmlformats.org/drawingml/2006/main">
              <a:ext uri="{FF2B5EF4-FFF2-40B4-BE49-F238E27FC236}">
                <a16:creationId xmlns:a16="http://schemas.microsoft.com/office/drawing/2014/main" id="{B8501E64-0FD8-41DF-877E-219F41EDFD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81675" y="9172575"/>
            <a:ext cx="9048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500" b="0">
                <a:solidFill>
                  <a:srgbClr val="225B92"/>
                </a:solidFill>
                <a:latin typeface="Noto Sans JP"/>
                <a:ea typeface="Noto Sans JP"/>
                <a:cs typeface="Noto Sans JP"/>
              </a:defRPr>
            </a:defPPr>
            <a:lvl1pPr>
              <a:defRPr sz="1500" b="0">
                <a:solidFill>
                  <a:srgbClr val="225B92"/>
                </a:solidFill>
                <a:latin typeface="Noto Sans JP"/>
                <a:ea typeface="Noto Sans JP"/>
                <a:cs typeface="Noto Sans JP"/>
              </a:defRPr>
            </a:lvl1pPr>
            <a:lvl2pPr>
              <a:defRPr sz="1500" b="0">
                <a:solidFill>
                  <a:srgbClr val="225B92"/>
                </a:solidFill>
                <a:latin typeface="Noto Sans JP"/>
                <a:ea typeface="Noto Sans JP"/>
                <a:cs typeface="Noto Sans JP"/>
              </a:defRPr>
            </a:lvl2pPr>
            <a:lvl3pPr>
              <a:defRPr sz="1500" b="0">
                <a:solidFill>
                  <a:srgbClr val="225B92"/>
                </a:solidFill>
                <a:latin typeface="Noto Sans JP"/>
                <a:ea typeface="Noto Sans JP"/>
                <a:cs typeface="Noto Sans JP"/>
              </a:defRPr>
            </a:lvl3pPr>
            <a:lvl4pPr>
              <a:defRPr sz="1500" b="0">
                <a:solidFill>
                  <a:srgbClr val="225B92"/>
                </a:solidFill>
                <a:latin typeface="Noto Sans JP"/>
                <a:ea typeface="Noto Sans JP"/>
                <a:cs typeface="Noto Sans JP"/>
              </a:defRPr>
            </a:lvl4pPr>
            <a:lvl5pPr>
              <a:defRPr sz="1500" b="0">
                <a:solidFill>
                  <a:srgbClr val="225B92"/>
                </a:solidFill>
                <a:latin typeface="Noto Sans JP"/>
                <a:ea typeface="Noto Sans JP"/>
                <a:cs typeface="Noto Sans JP"/>
              </a:defRPr>
            </a:lvl5pPr>
            <a:lvl6pPr>
              <a:defRPr sz="1500" b="0">
                <a:solidFill>
                  <a:srgbClr val="225B92"/>
                </a:solidFill>
                <a:latin typeface="Noto Sans JP"/>
                <a:ea typeface="Noto Sans JP"/>
                <a:cs typeface="Noto Sans JP"/>
              </a:defRPr>
            </a:lvl6pPr>
            <a:lvl7pPr>
              <a:defRPr sz="1500" b="0">
                <a:solidFill>
                  <a:srgbClr val="225B92"/>
                </a:solidFill>
                <a:latin typeface="Noto Sans JP"/>
                <a:ea typeface="Noto Sans JP"/>
                <a:cs typeface="Noto Sans JP"/>
              </a:defRPr>
            </a:lvl7pPr>
            <a:lvl8pPr>
              <a:defRPr sz="1500" b="0">
                <a:solidFill>
                  <a:srgbClr val="225B92"/>
                </a:solidFill>
                <a:latin typeface="Noto Sans JP"/>
                <a:ea typeface="Noto Sans JP"/>
                <a:cs typeface="Noto Sans JP"/>
              </a:defRPr>
            </a:lvl8pPr>
            <a:lvl9pPr>
              <a:defRPr sz="1500" b="0">
                <a:solidFill>
                  <a:srgbClr val="225B92"/>
                </a:solidFill>
                <a:latin typeface="Noto Sans JP"/>
                <a:ea typeface="Noto Sans JP"/>
                <a:cs typeface="Noto Sans JP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225B92"/>
                </a:solidFill>
                <a:latin typeface="Noto Sans JP"/>
                <a:ea typeface="Noto Sans JP"/>
                <a:cs typeface="Noto Sans JP"/>
              </a:defRPr>
            </a:pPr>
            <a:r>
              <a:rPr sz="1500" b="0">
                <a:solidFill>
                  <a:srgbClr val="225B92"/>
                </a:solidFill>
                <a:latin typeface="Noto Sans JP"/>
                <a:ea typeface="Noto Sans JP"/>
                <a:cs typeface="Noto Sans JP"/>
                <a:hlinkClick xmlns:r="http://schemas.openxmlformats.org/officeDocument/2006/relationships" r:id="R9c9fb685265446dd"/>
              </a:rPr>
              <a:t>S21</a:t>
            </a:r>
          </a:p>
        </p:txBody>
      </p:sp>
      <p:sp>
        <p:nvSpPr>
          <p:cNvPr id="12" name="source-S29">
            <a:extLst xmlns:a="http://schemas.openxmlformats.org/drawingml/2006/main">
              <a:ext uri="{FF2B5EF4-FFF2-40B4-BE49-F238E27FC236}">
                <a16:creationId xmlns:a16="http://schemas.microsoft.com/office/drawing/2014/main" id="{595CF049-FAAC-4EF0-957C-32C94B5874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9172575"/>
            <a:ext cx="9048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500" b="0">
                <a:solidFill>
                  <a:srgbClr val="225B92"/>
                </a:solidFill>
                <a:latin typeface="Noto Sans JP"/>
                <a:ea typeface="Noto Sans JP"/>
                <a:cs typeface="Noto Sans JP"/>
              </a:defRPr>
            </a:defPPr>
            <a:lvl1pPr>
              <a:defRPr sz="1500" b="0">
                <a:solidFill>
                  <a:srgbClr val="225B92"/>
                </a:solidFill>
                <a:latin typeface="Noto Sans JP"/>
                <a:ea typeface="Noto Sans JP"/>
                <a:cs typeface="Noto Sans JP"/>
              </a:defRPr>
            </a:lvl1pPr>
            <a:lvl2pPr>
              <a:defRPr sz="1500" b="0">
                <a:solidFill>
                  <a:srgbClr val="225B92"/>
                </a:solidFill>
                <a:latin typeface="Noto Sans JP"/>
                <a:ea typeface="Noto Sans JP"/>
                <a:cs typeface="Noto Sans JP"/>
              </a:defRPr>
            </a:lvl2pPr>
            <a:lvl3pPr>
              <a:defRPr sz="1500" b="0">
                <a:solidFill>
                  <a:srgbClr val="225B92"/>
                </a:solidFill>
                <a:latin typeface="Noto Sans JP"/>
                <a:ea typeface="Noto Sans JP"/>
                <a:cs typeface="Noto Sans JP"/>
              </a:defRPr>
            </a:lvl3pPr>
            <a:lvl4pPr>
              <a:defRPr sz="1500" b="0">
                <a:solidFill>
                  <a:srgbClr val="225B92"/>
                </a:solidFill>
                <a:latin typeface="Noto Sans JP"/>
                <a:ea typeface="Noto Sans JP"/>
                <a:cs typeface="Noto Sans JP"/>
              </a:defRPr>
            </a:lvl4pPr>
            <a:lvl5pPr>
              <a:defRPr sz="1500" b="0">
                <a:solidFill>
                  <a:srgbClr val="225B92"/>
                </a:solidFill>
                <a:latin typeface="Noto Sans JP"/>
                <a:ea typeface="Noto Sans JP"/>
                <a:cs typeface="Noto Sans JP"/>
              </a:defRPr>
            </a:lvl5pPr>
            <a:lvl6pPr>
              <a:defRPr sz="1500" b="0">
                <a:solidFill>
                  <a:srgbClr val="225B92"/>
                </a:solidFill>
                <a:latin typeface="Noto Sans JP"/>
                <a:ea typeface="Noto Sans JP"/>
                <a:cs typeface="Noto Sans JP"/>
              </a:defRPr>
            </a:lvl6pPr>
            <a:lvl7pPr>
              <a:defRPr sz="1500" b="0">
                <a:solidFill>
                  <a:srgbClr val="225B92"/>
                </a:solidFill>
                <a:latin typeface="Noto Sans JP"/>
                <a:ea typeface="Noto Sans JP"/>
                <a:cs typeface="Noto Sans JP"/>
              </a:defRPr>
            </a:lvl7pPr>
            <a:lvl8pPr>
              <a:defRPr sz="1500" b="0">
                <a:solidFill>
                  <a:srgbClr val="225B92"/>
                </a:solidFill>
                <a:latin typeface="Noto Sans JP"/>
                <a:ea typeface="Noto Sans JP"/>
                <a:cs typeface="Noto Sans JP"/>
              </a:defRPr>
            </a:lvl8pPr>
            <a:lvl9pPr>
              <a:defRPr sz="1500" b="0">
                <a:solidFill>
                  <a:srgbClr val="225B92"/>
                </a:solidFill>
                <a:latin typeface="Noto Sans JP"/>
                <a:ea typeface="Noto Sans JP"/>
                <a:cs typeface="Noto Sans JP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225B92"/>
                </a:solidFill>
                <a:latin typeface="Noto Sans JP"/>
                <a:ea typeface="Noto Sans JP"/>
                <a:cs typeface="Noto Sans JP"/>
              </a:defRPr>
            </a:pPr>
            <a:r>
              <a:rPr sz="1500" b="0">
                <a:solidFill>
                  <a:srgbClr val="225B92"/>
                </a:solidFill>
                <a:latin typeface="Noto Sans JP"/>
                <a:ea typeface="Noto Sans JP"/>
                <a:cs typeface="Noto Sans JP"/>
                <a:hlinkClick xmlns:r="http://schemas.openxmlformats.org/officeDocument/2006/relationships" r:id="R35ec806f51574d5b"/>
              </a:rPr>
              <a:t>S29</a:t>
            </a:r>
          </a:p>
        </p:txBody>
      </p:sp>
    </p:spTree>
    <p:extLst>
      <p:ext uri="{BB962C8B-B14F-4D97-AF65-F5344CB8AC3E}">
        <p14:creationId xmlns:p14="http://schemas.microsoft.com/office/powerpoint/2010/main" val="463921348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title">
            <a:extLst xmlns:a="http://schemas.openxmlformats.org/drawingml/2006/main">
              <a:ext uri="{FF2B5EF4-FFF2-40B4-BE49-F238E27FC236}">
                <a16:creationId xmlns:a16="http://schemas.microsoft.com/office/drawing/2014/main" id="{CF77955A-9DC2-4471-BF52-60AAF72B51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57200"/>
            <a:ext cx="16764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3375" b="1">
                <a:solidFill>
                  <a:srgbClr val="18354C"/>
                </a:solidFill>
                <a:latin typeface="Noto Sans JP"/>
                <a:ea typeface="Noto Sans JP"/>
                <a:cs typeface="Noto Sans JP"/>
              </a:defRPr>
            </a:defPPr>
            <a:lvl1pPr>
              <a:defRPr sz="3375" b="1">
                <a:solidFill>
                  <a:srgbClr val="18354C"/>
                </a:solidFill>
                <a:latin typeface="Noto Sans JP"/>
                <a:ea typeface="Noto Sans JP"/>
                <a:cs typeface="Noto Sans JP"/>
              </a:defRPr>
            </a:lvl1pPr>
            <a:lvl2pPr>
              <a:defRPr sz="3375" b="1">
                <a:solidFill>
                  <a:srgbClr val="18354C"/>
                </a:solidFill>
                <a:latin typeface="Noto Sans JP"/>
                <a:ea typeface="Noto Sans JP"/>
                <a:cs typeface="Noto Sans JP"/>
              </a:defRPr>
            </a:lvl2pPr>
            <a:lvl3pPr>
              <a:defRPr sz="3375" b="1">
                <a:solidFill>
                  <a:srgbClr val="18354C"/>
                </a:solidFill>
                <a:latin typeface="Noto Sans JP"/>
                <a:ea typeface="Noto Sans JP"/>
                <a:cs typeface="Noto Sans JP"/>
              </a:defRPr>
            </a:lvl3pPr>
            <a:lvl4pPr>
              <a:defRPr sz="3375" b="1">
                <a:solidFill>
                  <a:srgbClr val="18354C"/>
                </a:solidFill>
                <a:latin typeface="Noto Sans JP"/>
                <a:ea typeface="Noto Sans JP"/>
                <a:cs typeface="Noto Sans JP"/>
              </a:defRPr>
            </a:lvl4pPr>
            <a:lvl5pPr>
              <a:defRPr sz="3375" b="1">
                <a:solidFill>
                  <a:srgbClr val="18354C"/>
                </a:solidFill>
                <a:latin typeface="Noto Sans JP"/>
                <a:ea typeface="Noto Sans JP"/>
                <a:cs typeface="Noto Sans JP"/>
              </a:defRPr>
            </a:lvl5pPr>
            <a:lvl6pPr>
              <a:defRPr sz="3375" b="1">
                <a:solidFill>
                  <a:srgbClr val="18354C"/>
                </a:solidFill>
                <a:latin typeface="Noto Sans JP"/>
                <a:ea typeface="Noto Sans JP"/>
                <a:cs typeface="Noto Sans JP"/>
              </a:defRPr>
            </a:lvl6pPr>
            <a:lvl7pPr>
              <a:defRPr sz="3375" b="1">
                <a:solidFill>
                  <a:srgbClr val="18354C"/>
                </a:solidFill>
                <a:latin typeface="Noto Sans JP"/>
                <a:ea typeface="Noto Sans JP"/>
                <a:cs typeface="Noto Sans JP"/>
              </a:defRPr>
            </a:lvl7pPr>
            <a:lvl8pPr>
              <a:defRPr sz="3375" b="1">
                <a:solidFill>
                  <a:srgbClr val="18354C"/>
                </a:solidFill>
                <a:latin typeface="Noto Sans JP"/>
                <a:ea typeface="Noto Sans JP"/>
                <a:cs typeface="Noto Sans JP"/>
              </a:defRPr>
            </a:lvl8pPr>
            <a:lvl9pPr>
              <a:defRPr sz="3375" b="1">
                <a:solidFill>
                  <a:srgbClr val="18354C"/>
                </a:solidFill>
                <a:latin typeface="Noto Sans JP"/>
                <a:ea typeface="Noto Sans JP"/>
                <a:cs typeface="Noto Sans JP"/>
              </a:defRPr>
            </a:lvl9pPr>
          </a:lstStyle>
          <a:p xmlns:a="http://schemas.openxmlformats.org/drawingml/2006/main">
            <a:pPr>
              <a:defRPr sz="3375" b="1">
                <a:solidFill>
                  <a:srgbClr val="18354C"/>
                </a:solidFill>
                <a:latin typeface="Noto Sans JP"/>
                <a:ea typeface="Noto Sans JP"/>
                <a:cs typeface="Noto Sans JP"/>
              </a:defRPr>
            </a:pPr>
            <a:r>
              <a:rPr sz="3375" b="1">
                <a:solidFill>
                  <a:srgbClr val="18354C"/>
                </a:solidFill>
                <a:latin typeface="Noto Sans JP"/>
                <a:ea typeface="Noto Sans JP"/>
                <a:cs typeface="Noto Sans JP"/>
              </a:rPr>
              <a:t>データと仮想環境は 用途に結び付けて評価する</a:t>
            </a:r>
          </a:p>
        </p:txBody>
      </p:sp>
      <p:sp>
        <p:nvSpPr>
          <p:cNvPr id="2" name="context">
            <a:extLst xmlns:a="http://schemas.openxmlformats.org/drawingml/2006/main">
              <a:ext uri="{FF2B5EF4-FFF2-40B4-BE49-F238E27FC236}">
                <a16:creationId xmlns:a16="http://schemas.microsoft.com/office/drawing/2014/main" id="{A722802A-5BC9-4023-AE25-218AF2140B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438275"/>
            <a:ext cx="167259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950" b="0">
                <a:solidFill>
                  <a:srgbClr val="64778A"/>
                </a:solidFill>
                <a:latin typeface="Noto Sans JP"/>
                <a:ea typeface="Noto Sans JP"/>
                <a:cs typeface="Noto Sans JP"/>
              </a:defRPr>
            </a:defPPr>
            <a:lvl1pPr>
              <a:defRPr sz="1950" b="0">
                <a:solidFill>
                  <a:srgbClr val="64778A"/>
                </a:solidFill>
                <a:latin typeface="Noto Sans JP"/>
                <a:ea typeface="Noto Sans JP"/>
                <a:cs typeface="Noto Sans JP"/>
              </a:defRPr>
            </a:lvl1pPr>
            <a:lvl2pPr>
              <a:defRPr sz="1950" b="0">
                <a:solidFill>
                  <a:srgbClr val="64778A"/>
                </a:solidFill>
                <a:latin typeface="Noto Sans JP"/>
                <a:ea typeface="Noto Sans JP"/>
                <a:cs typeface="Noto Sans JP"/>
              </a:defRPr>
            </a:lvl2pPr>
            <a:lvl3pPr>
              <a:defRPr sz="1950" b="0">
                <a:solidFill>
                  <a:srgbClr val="64778A"/>
                </a:solidFill>
                <a:latin typeface="Noto Sans JP"/>
                <a:ea typeface="Noto Sans JP"/>
                <a:cs typeface="Noto Sans JP"/>
              </a:defRPr>
            </a:lvl3pPr>
            <a:lvl4pPr>
              <a:defRPr sz="1950" b="0">
                <a:solidFill>
                  <a:srgbClr val="64778A"/>
                </a:solidFill>
                <a:latin typeface="Noto Sans JP"/>
                <a:ea typeface="Noto Sans JP"/>
                <a:cs typeface="Noto Sans JP"/>
              </a:defRPr>
            </a:lvl4pPr>
            <a:lvl5pPr>
              <a:defRPr sz="1950" b="0">
                <a:solidFill>
                  <a:srgbClr val="64778A"/>
                </a:solidFill>
                <a:latin typeface="Noto Sans JP"/>
                <a:ea typeface="Noto Sans JP"/>
                <a:cs typeface="Noto Sans JP"/>
              </a:defRPr>
            </a:lvl5pPr>
            <a:lvl6pPr>
              <a:defRPr sz="1950" b="0">
                <a:solidFill>
                  <a:srgbClr val="64778A"/>
                </a:solidFill>
                <a:latin typeface="Noto Sans JP"/>
                <a:ea typeface="Noto Sans JP"/>
                <a:cs typeface="Noto Sans JP"/>
              </a:defRPr>
            </a:lvl6pPr>
            <a:lvl7pPr>
              <a:defRPr sz="1950" b="0">
                <a:solidFill>
                  <a:srgbClr val="64778A"/>
                </a:solidFill>
                <a:latin typeface="Noto Sans JP"/>
                <a:ea typeface="Noto Sans JP"/>
                <a:cs typeface="Noto Sans JP"/>
              </a:defRPr>
            </a:lvl7pPr>
            <a:lvl8pPr>
              <a:defRPr sz="1950" b="0">
                <a:solidFill>
                  <a:srgbClr val="64778A"/>
                </a:solidFill>
                <a:latin typeface="Noto Sans JP"/>
                <a:ea typeface="Noto Sans JP"/>
                <a:cs typeface="Noto Sans JP"/>
              </a:defRPr>
            </a:lvl8pPr>
            <a:lvl9pPr>
              <a:defRPr sz="1950" b="0">
                <a:solidFill>
                  <a:srgbClr val="64778A"/>
                </a:solidFill>
                <a:latin typeface="Noto Sans JP"/>
                <a:ea typeface="Noto Sans JP"/>
                <a:cs typeface="Noto Sans JP"/>
              </a:defRPr>
            </a:lvl9pPr>
          </a:lstStyle>
          <a:p xmlns:a="http://schemas.openxmlformats.org/drawingml/2006/main">
            <a:pPr>
              <a:defRPr sz="1950" b="0">
                <a:solidFill>
                  <a:srgbClr val="64778A"/>
                </a:solidFill>
                <a:latin typeface="Noto Sans JP"/>
                <a:ea typeface="Noto Sans JP"/>
                <a:cs typeface="Noto Sans JP"/>
              </a:defRPr>
            </a:pPr>
            <a:r>
              <a:rPr sz="1950" b="0">
                <a:solidFill>
                  <a:srgbClr val="64778A"/>
                </a:solidFill>
                <a:latin typeface="Noto Sans JP"/>
                <a:ea typeface="Noto Sans JP"/>
                <a:cs typeface="Noto Sans JP"/>
              </a:rPr>
              <a:t>つながること、学習モデルを作れること、仮想で試せることと、現場で任せられることは別の条件です。</a:t>
            </a:r>
          </a:p>
        </p:txBody>
      </p:sp>
      <p:graphicFrame>
        <p:nvGraphicFrame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B221D1E-0B1F-4E0F-A9F8-9DECD1EAD0E1}"/>
              </a:ext>
            </a:extLst>
          </p:cNvPr>
          <p:cNvGraphicFramePr/>
          <p:nvPr/>
        </p:nvGraphicFramePr>
        <p:xfrm>
          <a:off xmlns:a="http://schemas.openxmlformats.org/drawingml/2006/main" x="762000" y="2333625"/>
          <a:ext xmlns:a="http://schemas.openxmlformats.org/drawingml/2006/main" cx="16764000" cy="661987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857500"/>
                <a:gridCol w="5095875"/>
                <a:gridCol w="4429125"/>
                <a:gridCol w="4381500"/>
              </a:tblGrid>
              <a:tr h="714375">
                <a:tc>
                  <a:txBody>
                    <a:bodyPr wrap="square" lIns="114300" tIns="114300" rIns="114300" bIns="114300">
                      <a:noAutofit/>
                    </a:bodyPr>
                    <a:lstStyle/>
                    <a:p>
                      <a:r>
                        <a:rPr sz="2175" b="1">
                          <a:solidFill>
                            <a:srgbClr val="FFFFFF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基盤</a:t>
                      </a:r>
                    </a:p>
                  </a:txBody>
                  <a:tcPr marL="91440" marR="91440" marT="45720" marB="45720" anchor="t">
                    <a:lnL w="9525">
                      <a:solidFill>
                        <a:srgbClr val="D4DEE7"/>
                      </a:solidFill>
                      <a:prstDash val="solid"/>
                    </a:lnL>
                    <a:lnR w="9525">
                      <a:solidFill>
                        <a:srgbClr val="D4DEE7"/>
                      </a:solidFill>
                      <a:prstDash val="solid"/>
                    </a:lnR>
                    <a:lnT w="9525">
                      <a:solidFill>
                        <a:srgbClr val="D4DEE7"/>
                      </a:solidFill>
                      <a:prstDash val="solid"/>
                    </a:lnT>
                    <a:lnB w="9525">
                      <a:solidFill>
                        <a:srgbClr val="D4DEE7"/>
                      </a:solidFill>
                      <a:prstDash val="solid"/>
                    </a:lnB>
                    <a:solidFill>
                      <a:srgbClr val="244B63"/>
                    </a:solidFill>
                  </a:tcPr>
                </a:tc>
                <a:tc>
                  <a:txBody>
                    <a:bodyPr wrap="square" lIns="114300" tIns="114300" rIns="114300" bIns="114300">
                      <a:noAutofit/>
                    </a:bodyPr>
                    <a:lstStyle/>
                    <a:p>
                      <a:r>
                        <a:rPr sz="2175" b="1">
                          <a:solidFill>
                            <a:srgbClr val="FFFFFF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具体例</a:t>
                      </a:r>
                    </a:p>
                  </a:txBody>
                  <a:tcPr marL="91440" marR="91440" marT="45720" marB="45720" anchor="t">
                    <a:lnR w="9525">
                      <a:solidFill>
                        <a:srgbClr val="D4DEE7"/>
                      </a:solidFill>
                      <a:prstDash val="solid"/>
                    </a:lnR>
                    <a:lnT w="9525">
                      <a:solidFill>
                        <a:srgbClr val="D4DEE7"/>
                      </a:solidFill>
                      <a:prstDash val="solid"/>
                    </a:lnT>
                    <a:lnB w="9525">
                      <a:solidFill>
                        <a:srgbClr val="D4DEE7"/>
                      </a:solidFill>
                      <a:prstDash val="solid"/>
                    </a:lnB>
                    <a:solidFill>
                      <a:srgbClr val="244B63"/>
                    </a:solidFill>
                  </a:tcPr>
                </a:tc>
                <a:tc>
                  <a:txBody>
                    <a:bodyPr wrap="square" lIns="114300" tIns="114300" rIns="114300" bIns="114300">
                      <a:noAutofit/>
                    </a:bodyPr>
                    <a:lstStyle/>
                    <a:p>
                      <a:r>
                        <a:rPr sz="2175" b="1">
                          <a:solidFill>
                            <a:srgbClr val="FFFFFF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何の準備を減らすか</a:t>
                      </a:r>
                    </a:p>
                  </a:txBody>
                  <a:tcPr marL="91440" marR="91440" marT="45720" marB="45720" anchor="t">
                    <a:lnR w="9525">
                      <a:solidFill>
                        <a:srgbClr val="D4DEE7"/>
                      </a:solidFill>
                      <a:prstDash val="solid"/>
                    </a:lnR>
                    <a:lnT w="9525">
                      <a:solidFill>
                        <a:srgbClr val="D4DEE7"/>
                      </a:solidFill>
                      <a:prstDash val="solid"/>
                    </a:lnT>
                    <a:lnB w="9525">
                      <a:solidFill>
                        <a:srgbClr val="D4DEE7"/>
                      </a:solidFill>
                      <a:prstDash val="solid"/>
                    </a:lnB>
                    <a:solidFill>
                      <a:srgbClr val="244B63"/>
                    </a:solidFill>
                  </a:tcPr>
                </a:tc>
                <a:tc>
                  <a:txBody>
                    <a:bodyPr wrap="square" lIns="114300" tIns="114300" rIns="114300" bIns="114300">
                      <a:noAutofit/>
                    </a:bodyPr>
                    <a:lstStyle/>
                    <a:p>
                      <a:r>
                        <a:rPr sz="2175" b="1">
                          <a:solidFill>
                            <a:srgbClr val="FFFFFF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確認する限界</a:t>
                      </a:r>
                    </a:p>
                  </a:txBody>
                  <a:tcPr marL="91440" marR="91440" marT="45720" marB="45720" anchor="t">
                    <a:lnR w="9525">
                      <a:solidFill>
                        <a:srgbClr val="D4DEE7"/>
                      </a:solidFill>
                      <a:prstDash val="solid"/>
                    </a:lnR>
                    <a:lnT w="9525">
                      <a:solidFill>
                        <a:srgbClr val="D4DEE7"/>
                      </a:solidFill>
                      <a:prstDash val="solid"/>
                    </a:lnT>
                    <a:lnB w="9525">
                      <a:solidFill>
                        <a:srgbClr val="D4DEE7"/>
                      </a:solidFill>
                      <a:prstDash val="solid"/>
                    </a:lnB>
                    <a:solidFill>
                      <a:srgbClr val="244B63"/>
                    </a:solidFill>
                  </a:tcPr>
                </a:tc>
              </a:tr>
              <a:tr h="1476375">
                <a:tc>
                  <a:txBody>
                    <a:bodyPr wrap="square" lIns="114300" tIns="114300" rIns="114300" bIns="114300">
                      <a:noAutofit/>
                    </a:bodyPr>
                    <a:lstStyle/>
                    <a:p>
                      <a:r>
                        <a:rPr sz="2100" b="1">
                          <a:solidFill>
                            <a:srgbClr val="18354C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機器情報の意味づけ</a:t>
                      </a:r>
                    </a:p>
                  </a:txBody>
                  <a:tcPr marL="91440" marR="91440" marT="45720" marB="45720" anchor="t">
                    <a:lnL w="9525">
                      <a:solidFill>
                        <a:srgbClr val="D4DEE7"/>
                      </a:solidFill>
                      <a:prstDash val="solid"/>
                    </a:lnL>
                    <a:lnR w="9525">
                      <a:solidFill>
                        <a:srgbClr val="D4DEE7"/>
                      </a:solidFill>
                      <a:prstDash val="solid"/>
                    </a:lnR>
                    <a:lnB w="9525">
                      <a:solidFill>
                        <a:srgbClr val="D4DEE7"/>
                      </a:solidFill>
                      <a:prstDash val="solid"/>
                    </a:lnB>
                    <a:solidFill>
                      <a:srgbClr val="EEF3F8"/>
                    </a:solidFill>
                  </a:tcPr>
                </a:tc>
                <a:tc>
                  <a:txBody>
                    <a:bodyPr wrap="square" lIns="114300" tIns="114300" rIns="114300" bIns="114300">
                      <a:noAutofit/>
                    </a:bodyPr>
                    <a:lstStyle/>
                    <a:p>
                      <a:r>
                        <a:rPr sz="2100" b="0">
                          <a:solidFill>
                            <a:srgbClr val="18354C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たけびし OPC UA連携 [S23]</a:t>
                      </a:r>
                    </a:p>
                  </a:txBody>
                  <a:tcPr marL="91440" marR="91440" marT="45720" marB="45720" anchor="t">
                    <a:lnR w="9525">
                      <a:solidFill>
                        <a:srgbClr val="D4DEE7"/>
                      </a:solidFill>
                      <a:prstDash val="solid"/>
                    </a:lnR>
                    <a:lnB w="9525">
                      <a:solidFill>
                        <a:srgbClr val="D4DEE7"/>
                      </a:solidFill>
                      <a:prstDash val="solid"/>
                    </a:lnB>
                    <a:solidFill>
                      <a:srgbClr val="EEF3F8"/>
                    </a:solidFill>
                  </a:tcPr>
                </a:tc>
                <a:tc>
                  <a:txBody>
                    <a:bodyPr wrap="square" lIns="114300" tIns="114300" rIns="114300" bIns="114300">
                      <a:noAutofit/>
                    </a:bodyPr>
                    <a:lstStyle/>
                    <a:p>
                      <a:r>
                        <a:rPr sz="2100" b="0">
                          <a:solidFill>
                            <a:srgbClr val="18354C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設備データをエージェントへ渡す</a:t>
                      </a:r>
                    </a:p>
                  </a:txBody>
                  <a:tcPr marL="91440" marR="91440" marT="45720" marB="45720" anchor="t">
                    <a:lnR w="9525">
                      <a:solidFill>
                        <a:srgbClr val="D4DEE7"/>
                      </a:solidFill>
                      <a:prstDash val="solid"/>
                    </a:lnR>
                    <a:lnB w="9525">
                      <a:solidFill>
                        <a:srgbClr val="D4DEE7"/>
                      </a:solidFill>
                      <a:prstDash val="solid"/>
                    </a:lnB>
                    <a:solidFill>
                      <a:srgbClr val="EEF3F8"/>
                    </a:solidFill>
                  </a:tcPr>
                </a:tc>
                <a:tc>
                  <a:txBody>
                    <a:bodyPr wrap="square" lIns="114300" tIns="114300" rIns="114300" bIns="114300">
                      <a:noAutofit/>
                    </a:bodyPr>
                    <a:lstStyle/>
                    <a:p>
                      <a:r>
                        <a:rPr sz="2100" b="0">
                          <a:solidFill>
                            <a:srgbClr val="18354C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公開データとメソッド、</a:t>
                      </a:r>
                    </a:p>
                    <a:p>
                      <a:r>
                        <a:rPr sz="2100" b="0">
                          <a:solidFill>
                            <a:srgbClr val="18354C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書込権限は未確認。</a:t>
                      </a:r>
                    </a:p>
                  </a:txBody>
                  <a:tcPr marL="91440" marR="91440" marT="45720" marB="45720" anchor="t">
                    <a:lnR w="9525">
                      <a:solidFill>
                        <a:srgbClr val="D4DEE7"/>
                      </a:solidFill>
                      <a:prstDash val="solid"/>
                    </a:lnR>
                    <a:lnB w="9525">
                      <a:solidFill>
                        <a:srgbClr val="D4DEE7"/>
                      </a:solidFill>
                      <a:prstDash val="solid"/>
                    </a:lnB>
                    <a:solidFill>
                      <a:srgbClr val="EEF3F8"/>
                    </a:solidFill>
                  </a:tcPr>
                </a:tc>
              </a:tr>
              <a:tr h="1476375">
                <a:tc>
                  <a:txBody>
                    <a:bodyPr wrap="square" lIns="114300" tIns="114300" rIns="114300" bIns="114300">
                      <a:noAutofit/>
                    </a:bodyPr>
                    <a:lstStyle/>
                    <a:p>
                      <a:r>
                        <a:rPr sz="2100" b="1">
                          <a:solidFill>
                            <a:srgbClr val="18354C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学習モデルの作成</a:t>
                      </a:r>
                    </a:p>
                  </a:txBody>
                  <a:tcPr marL="91440" marR="91440" marT="45720" marB="45720" anchor="t">
                    <a:lnL w="9525">
                      <a:solidFill>
                        <a:srgbClr val="D4DEE7"/>
                      </a:solidFill>
                      <a:prstDash val="solid"/>
                    </a:lnL>
                    <a:lnR w="9525">
                      <a:solidFill>
                        <a:srgbClr val="D4DEE7"/>
                      </a:solidFill>
                      <a:prstDash val="solid"/>
                    </a:lnR>
                    <a:lnB w="9525">
                      <a:solidFill>
                        <a:srgbClr val="D4DE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114300" tIns="114300" rIns="114300" bIns="114300">
                      <a:noAutofit/>
                    </a:bodyPr>
                    <a:lstStyle/>
                    <a:p>
                      <a:r>
                        <a:rPr sz="2100" b="0">
                          <a:solidFill>
                            <a:srgbClr val="18354C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TwinCAT ML Creator [S22]</a:t>
                      </a:r>
                    </a:p>
                  </a:txBody>
                  <a:tcPr marL="91440" marR="91440" marT="45720" marB="45720" anchor="t">
                    <a:lnR w="9525">
                      <a:solidFill>
                        <a:srgbClr val="D4DEE7"/>
                      </a:solidFill>
                      <a:prstDash val="solid"/>
                    </a:lnR>
                    <a:lnB w="9525">
                      <a:solidFill>
                        <a:srgbClr val="D4DE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114300" tIns="114300" rIns="114300" bIns="114300">
                      <a:noAutofit/>
                    </a:bodyPr>
                    <a:lstStyle/>
                    <a:p>
                      <a:r>
                        <a:rPr sz="2100" b="0">
                          <a:solidFill>
                            <a:srgbClr val="18354C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学習・モデル選択・ONNX出力</a:t>
                      </a:r>
                    </a:p>
                  </a:txBody>
                  <a:tcPr marL="91440" marR="91440" marT="45720" marB="45720" anchor="t">
                    <a:lnR w="9525">
                      <a:solidFill>
                        <a:srgbClr val="D4DEE7"/>
                      </a:solidFill>
                      <a:prstDash val="solid"/>
                    </a:lnR>
                    <a:lnB w="9525">
                      <a:solidFill>
                        <a:srgbClr val="D4DE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114300" tIns="114300" rIns="114300" bIns="114300">
                      <a:noAutofit/>
                    </a:bodyPr>
                    <a:lstStyle/>
                    <a:p>
                      <a:r>
                        <a:rPr sz="2100" b="0">
                          <a:solidFill>
                            <a:srgbClr val="18354C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人が目的・データ・注釈を準備。</a:t>
                      </a:r>
                    </a:p>
                    <a:p>
                      <a:r>
                        <a:rPr sz="2100" b="0">
                          <a:solidFill>
                            <a:srgbClr val="18354C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実機採用基準を確認。</a:t>
                      </a:r>
                    </a:p>
                  </a:txBody>
                  <a:tcPr marL="91440" marR="91440" marT="45720" marB="45720" anchor="t">
                    <a:lnR w="9525">
                      <a:solidFill>
                        <a:srgbClr val="D4DEE7"/>
                      </a:solidFill>
                      <a:prstDash val="solid"/>
                    </a:lnR>
                    <a:lnB w="9525">
                      <a:solidFill>
                        <a:srgbClr val="D4DE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1476375">
                <a:tc>
                  <a:txBody>
                    <a:bodyPr wrap="square" lIns="114300" tIns="114300" rIns="114300" bIns="114300">
                      <a:noAutofit/>
                    </a:bodyPr>
                    <a:lstStyle/>
                    <a:p>
                      <a:r>
                        <a:rPr sz="2100" b="1">
                          <a:solidFill>
                            <a:srgbClr val="18354C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加工の仮想検証</a:t>
                      </a:r>
                    </a:p>
                  </a:txBody>
                  <a:tcPr marL="91440" marR="91440" marT="45720" marB="45720" anchor="t">
                    <a:lnL w="9525">
                      <a:solidFill>
                        <a:srgbClr val="D4DEE7"/>
                      </a:solidFill>
                      <a:prstDash val="solid"/>
                    </a:lnL>
                    <a:lnR w="9525">
                      <a:solidFill>
                        <a:srgbClr val="D4DEE7"/>
                      </a:solidFill>
                      <a:prstDash val="solid"/>
                    </a:lnR>
                    <a:lnB w="9525">
                      <a:solidFill>
                        <a:srgbClr val="D4DEE7"/>
                      </a:solidFill>
                      <a:prstDash val="solid"/>
                    </a:lnB>
                    <a:solidFill>
                      <a:srgbClr val="EEF3F8"/>
                    </a:solidFill>
                  </a:tcPr>
                </a:tc>
                <a:tc>
                  <a:txBody>
                    <a:bodyPr wrap="square" lIns="114300" tIns="114300" rIns="114300" bIns="114300">
                      <a:noAutofit/>
                    </a:bodyPr>
                    <a:lstStyle/>
                    <a:p>
                      <a:r>
                        <a:rPr sz="2100" b="0">
                          <a:solidFill>
                            <a:srgbClr val="18354C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FANUC Smart Digital Twin [S24]</a:t>
                      </a:r>
                    </a:p>
                    <a:p>
                      <a:r>
                        <a:rPr sz="2100" b="0">
                          <a:solidFill>
                            <a:srgbClr val="18354C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シーメンス工作機械ツイン [S25]</a:t>
                      </a:r>
                    </a:p>
                  </a:txBody>
                  <a:tcPr marL="91440" marR="91440" marT="45720" marB="45720" anchor="t">
                    <a:lnR w="9525">
                      <a:solidFill>
                        <a:srgbClr val="D4DEE7"/>
                      </a:solidFill>
                      <a:prstDash val="solid"/>
                    </a:lnR>
                    <a:lnB w="9525">
                      <a:solidFill>
                        <a:srgbClr val="D4DEE7"/>
                      </a:solidFill>
                      <a:prstDash val="solid"/>
                    </a:lnB>
                    <a:solidFill>
                      <a:srgbClr val="EEF3F8"/>
                    </a:solidFill>
                  </a:tcPr>
                </a:tc>
                <a:tc>
                  <a:txBody>
                    <a:bodyPr wrap="square" lIns="114300" tIns="114300" rIns="114300" bIns="114300">
                      <a:noAutofit/>
                    </a:bodyPr>
                    <a:lstStyle/>
                    <a:p>
                      <a:r>
                        <a:rPr sz="2100" b="0">
                          <a:solidFill>
                            <a:srgbClr val="18354C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加工前の挙動・工程を確認する</a:t>
                      </a:r>
                    </a:p>
                  </a:txBody>
                  <a:tcPr marL="91440" marR="91440" marT="45720" marB="45720" anchor="t">
                    <a:lnR w="9525">
                      <a:solidFill>
                        <a:srgbClr val="D4DEE7"/>
                      </a:solidFill>
                      <a:prstDash val="solid"/>
                    </a:lnR>
                    <a:lnB w="9525">
                      <a:solidFill>
                        <a:srgbClr val="D4DEE7"/>
                      </a:solidFill>
                      <a:prstDash val="solid"/>
                    </a:lnB>
                    <a:solidFill>
                      <a:srgbClr val="EEF3F8"/>
                    </a:solidFill>
                  </a:tcPr>
                </a:tc>
                <a:tc>
                  <a:txBody>
                    <a:bodyPr wrap="square" lIns="114300" tIns="114300" rIns="114300" bIns="114300">
                      <a:noAutofit/>
                    </a:bodyPr>
                    <a:lstStyle/>
                    <a:p>
                      <a:r>
                        <a:rPr sz="2100" b="0">
                          <a:solidFill>
                            <a:srgbClr val="18354C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モデルと実機の一致、</a:t>
                      </a:r>
                    </a:p>
                    <a:p>
                      <a:r>
                        <a:rPr sz="2100" b="0">
                          <a:solidFill>
                            <a:srgbClr val="18354C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検証対象外の事象を確認。</a:t>
                      </a:r>
                    </a:p>
                  </a:txBody>
                  <a:tcPr marL="91440" marR="91440" marT="45720" marB="45720" anchor="t">
                    <a:lnR w="9525">
                      <a:solidFill>
                        <a:srgbClr val="D4DEE7"/>
                      </a:solidFill>
                      <a:prstDash val="solid"/>
                    </a:lnR>
                    <a:lnB w="9525">
                      <a:solidFill>
                        <a:srgbClr val="D4DEE7"/>
                      </a:solidFill>
                      <a:prstDash val="solid"/>
                    </a:lnB>
                    <a:solidFill>
                      <a:srgbClr val="EEF3F8"/>
                    </a:solidFill>
                  </a:tcPr>
                </a:tc>
              </a:tr>
              <a:tr h="1476375">
                <a:tc>
                  <a:txBody>
                    <a:bodyPr wrap="square" lIns="114300" tIns="114300" rIns="114300" bIns="114300">
                      <a:noAutofit/>
                    </a:bodyPr>
                    <a:lstStyle/>
                    <a:p>
                      <a:r>
                        <a:rPr sz="2100" b="1">
                          <a:solidFill>
                            <a:srgbClr val="18354C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物理学習用のデータ</a:t>
                      </a:r>
                    </a:p>
                  </a:txBody>
                  <a:tcPr marL="91440" marR="91440" marT="45720" marB="45720" anchor="t">
                    <a:lnL w="9525">
                      <a:solidFill>
                        <a:srgbClr val="D4DEE7"/>
                      </a:solidFill>
                      <a:prstDash val="solid"/>
                    </a:lnL>
                    <a:lnR w="9525">
                      <a:solidFill>
                        <a:srgbClr val="D4DEE7"/>
                      </a:solidFill>
                      <a:prstDash val="solid"/>
                    </a:lnR>
                    <a:lnB w="9525">
                      <a:solidFill>
                        <a:srgbClr val="D4DE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114300" tIns="114300" rIns="114300" bIns="114300">
                      <a:noAutofit/>
                    </a:bodyPr>
                    <a:lstStyle/>
                    <a:p>
                      <a:r>
                        <a:rPr sz="2100" b="0">
                          <a:solidFill>
                            <a:srgbClr val="18354C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NdotLight TRINIX [S26]</a:t>
                      </a:r>
                    </a:p>
                  </a:txBody>
                  <a:tcPr marL="91440" marR="91440" marT="45720" marB="45720" anchor="t">
                    <a:lnR w="9525">
                      <a:solidFill>
                        <a:srgbClr val="D4DEE7"/>
                      </a:solidFill>
                      <a:prstDash val="solid"/>
                    </a:lnR>
                    <a:lnB w="9525">
                      <a:solidFill>
                        <a:srgbClr val="D4DE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114300" tIns="114300" rIns="114300" bIns="114300">
                      <a:noAutofit/>
                    </a:bodyPr>
                    <a:lstStyle/>
                    <a:p>
                      <a:r>
                        <a:rPr sz="2100" b="0">
                          <a:solidFill>
                            <a:srgbClr val="18354C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CADから形状・物理属性等を生成</a:t>
                      </a:r>
                    </a:p>
                  </a:txBody>
                  <a:tcPr marL="91440" marR="91440" marT="45720" marB="45720" anchor="t">
                    <a:lnR w="9525">
                      <a:solidFill>
                        <a:srgbClr val="D4DEE7"/>
                      </a:solidFill>
                      <a:prstDash val="solid"/>
                    </a:lnR>
                    <a:lnB w="9525">
                      <a:solidFill>
                        <a:srgbClr val="D4DE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114300" tIns="114300" rIns="114300" bIns="114300">
                      <a:noAutofit/>
                    </a:bodyPr>
                    <a:lstStyle/>
                    <a:p>
                      <a:r>
                        <a:rPr sz="2100" b="0">
                          <a:solidFill>
                            <a:srgbClr val="18354C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属性の正しさや自己修正の収束、</a:t>
                      </a:r>
                    </a:p>
                    <a:p>
                      <a:r>
                        <a:rPr sz="2100" b="0">
                          <a:solidFill>
                            <a:srgbClr val="18354C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実機との誤差は未確認。</a:t>
                      </a:r>
                    </a:p>
                  </a:txBody>
                  <a:tcPr marL="91440" marR="91440" marT="45720" marB="45720" anchor="t">
                    <a:lnR w="9525">
                      <a:solidFill>
                        <a:srgbClr val="D4DEE7"/>
                      </a:solidFill>
                      <a:prstDash val="solid"/>
                    </a:lnR>
                    <a:lnB w="9525">
                      <a:solidFill>
                        <a:srgbClr val="D4DE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limit">
            <a:extLst xmlns:a="http://schemas.openxmlformats.org/drawingml/2006/main">
              <a:ext uri="{FF2B5EF4-FFF2-40B4-BE49-F238E27FC236}">
                <a16:creationId xmlns:a16="http://schemas.microsoft.com/office/drawing/2014/main" id="{DA998FF8-077C-4A67-9358-20A44559CB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9591675"/>
            <a:ext cx="1604962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500" b="0">
                <a:solidFill>
                  <a:srgbClr val="64778A"/>
                </a:solidFill>
                <a:latin typeface="Noto Sans JP"/>
                <a:ea typeface="Noto Sans JP"/>
                <a:cs typeface="Noto Sans JP"/>
              </a:defRPr>
            </a:defPPr>
            <a:lvl1pPr>
              <a:defRPr sz="1500" b="0">
                <a:solidFill>
                  <a:srgbClr val="64778A"/>
                </a:solidFill>
                <a:latin typeface="Noto Sans JP"/>
                <a:ea typeface="Noto Sans JP"/>
                <a:cs typeface="Noto Sans JP"/>
              </a:defRPr>
            </a:lvl1pPr>
            <a:lvl2pPr>
              <a:defRPr sz="1500" b="0">
                <a:solidFill>
                  <a:srgbClr val="64778A"/>
                </a:solidFill>
                <a:latin typeface="Noto Sans JP"/>
                <a:ea typeface="Noto Sans JP"/>
                <a:cs typeface="Noto Sans JP"/>
              </a:defRPr>
            </a:lvl2pPr>
            <a:lvl3pPr>
              <a:defRPr sz="1500" b="0">
                <a:solidFill>
                  <a:srgbClr val="64778A"/>
                </a:solidFill>
                <a:latin typeface="Noto Sans JP"/>
                <a:ea typeface="Noto Sans JP"/>
                <a:cs typeface="Noto Sans JP"/>
              </a:defRPr>
            </a:lvl3pPr>
            <a:lvl4pPr>
              <a:defRPr sz="1500" b="0">
                <a:solidFill>
                  <a:srgbClr val="64778A"/>
                </a:solidFill>
                <a:latin typeface="Noto Sans JP"/>
                <a:ea typeface="Noto Sans JP"/>
                <a:cs typeface="Noto Sans JP"/>
              </a:defRPr>
            </a:lvl4pPr>
            <a:lvl5pPr>
              <a:defRPr sz="1500" b="0">
                <a:solidFill>
                  <a:srgbClr val="64778A"/>
                </a:solidFill>
                <a:latin typeface="Noto Sans JP"/>
                <a:ea typeface="Noto Sans JP"/>
                <a:cs typeface="Noto Sans JP"/>
              </a:defRPr>
            </a:lvl5pPr>
            <a:lvl6pPr>
              <a:defRPr sz="1500" b="0">
                <a:solidFill>
                  <a:srgbClr val="64778A"/>
                </a:solidFill>
                <a:latin typeface="Noto Sans JP"/>
                <a:ea typeface="Noto Sans JP"/>
                <a:cs typeface="Noto Sans JP"/>
              </a:defRPr>
            </a:lvl6pPr>
            <a:lvl7pPr>
              <a:defRPr sz="1500" b="0">
                <a:solidFill>
                  <a:srgbClr val="64778A"/>
                </a:solidFill>
                <a:latin typeface="Noto Sans JP"/>
                <a:ea typeface="Noto Sans JP"/>
                <a:cs typeface="Noto Sans JP"/>
              </a:defRPr>
            </a:lvl7pPr>
            <a:lvl8pPr>
              <a:defRPr sz="1500" b="0">
                <a:solidFill>
                  <a:srgbClr val="64778A"/>
                </a:solidFill>
                <a:latin typeface="Noto Sans JP"/>
                <a:ea typeface="Noto Sans JP"/>
                <a:cs typeface="Noto Sans JP"/>
              </a:defRPr>
            </a:lvl8pPr>
            <a:lvl9pPr>
              <a:defRPr sz="1500" b="0">
                <a:solidFill>
                  <a:srgbClr val="64778A"/>
                </a:solidFill>
                <a:latin typeface="Noto Sans JP"/>
                <a:ea typeface="Noto Sans JP"/>
                <a:cs typeface="Noto Sans JP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64778A"/>
                </a:solidFill>
                <a:latin typeface="Noto Sans JP"/>
                <a:ea typeface="Noto Sans JP"/>
                <a:cs typeface="Noto Sans JP"/>
              </a:defRPr>
            </a:pPr>
            <a:r>
              <a:rPr sz="1500" b="0">
                <a:solidFill>
                  <a:srgbClr val="64778A"/>
                </a:solidFill>
                <a:latin typeface="Noto Sans JP"/>
                <a:ea typeface="Noto Sans JP"/>
                <a:cs typeface="Noto Sans JP"/>
              </a:rPr>
              <a:t>基盤単体で自律化を示すものではない。海外の人型実証とJIMTOFの展示は同一システムと確認していない。</a:t>
            </a:r>
          </a:p>
        </p:txBody>
      </p:sp>
      <p:sp>
        <p:nvSpPr>
          <p:cNvPr id="5" name="page">
            <a:extLst xmlns:a="http://schemas.openxmlformats.org/drawingml/2006/main">
              <a:ext uri="{FF2B5EF4-FFF2-40B4-BE49-F238E27FC236}">
                <a16:creationId xmlns:a16="http://schemas.microsoft.com/office/drawing/2014/main" id="{A261D84D-F84D-4F4C-B43D-9A90E1768C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078325" y="9667875"/>
            <a:ext cx="457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500" b="0">
                <a:solidFill>
                  <a:srgbClr val="64778A"/>
                </a:solidFill>
                <a:latin typeface="Noto Sans JP"/>
                <a:ea typeface="Noto Sans JP"/>
                <a:cs typeface="Noto Sans JP"/>
              </a:defRPr>
            </a:defPPr>
            <a:lvl1pPr>
              <a:defRPr sz="1500" b="0">
                <a:solidFill>
                  <a:srgbClr val="64778A"/>
                </a:solidFill>
                <a:latin typeface="Noto Sans JP"/>
                <a:ea typeface="Noto Sans JP"/>
                <a:cs typeface="Noto Sans JP"/>
              </a:defRPr>
            </a:lvl1pPr>
            <a:lvl2pPr>
              <a:defRPr sz="1500" b="0">
                <a:solidFill>
                  <a:srgbClr val="64778A"/>
                </a:solidFill>
                <a:latin typeface="Noto Sans JP"/>
                <a:ea typeface="Noto Sans JP"/>
                <a:cs typeface="Noto Sans JP"/>
              </a:defRPr>
            </a:lvl2pPr>
            <a:lvl3pPr>
              <a:defRPr sz="1500" b="0">
                <a:solidFill>
                  <a:srgbClr val="64778A"/>
                </a:solidFill>
                <a:latin typeface="Noto Sans JP"/>
                <a:ea typeface="Noto Sans JP"/>
                <a:cs typeface="Noto Sans JP"/>
              </a:defRPr>
            </a:lvl3pPr>
            <a:lvl4pPr>
              <a:defRPr sz="1500" b="0">
                <a:solidFill>
                  <a:srgbClr val="64778A"/>
                </a:solidFill>
                <a:latin typeface="Noto Sans JP"/>
                <a:ea typeface="Noto Sans JP"/>
                <a:cs typeface="Noto Sans JP"/>
              </a:defRPr>
            </a:lvl4pPr>
            <a:lvl5pPr>
              <a:defRPr sz="1500" b="0">
                <a:solidFill>
                  <a:srgbClr val="64778A"/>
                </a:solidFill>
                <a:latin typeface="Noto Sans JP"/>
                <a:ea typeface="Noto Sans JP"/>
                <a:cs typeface="Noto Sans JP"/>
              </a:defRPr>
            </a:lvl5pPr>
            <a:lvl6pPr>
              <a:defRPr sz="1500" b="0">
                <a:solidFill>
                  <a:srgbClr val="64778A"/>
                </a:solidFill>
                <a:latin typeface="Noto Sans JP"/>
                <a:ea typeface="Noto Sans JP"/>
                <a:cs typeface="Noto Sans JP"/>
              </a:defRPr>
            </a:lvl6pPr>
            <a:lvl7pPr>
              <a:defRPr sz="1500" b="0">
                <a:solidFill>
                  <a:srgbClr val="64778A"/>
                </a:solidFill>
                <a:latin typeface="Noto Sans JP"/>
                <a:ea typeface="Noto Sans JP"/>
                <a:cs typeface="Noto Sans JP"/>
              </a:defRPr>
            </a:lvl7pPr>
            <a:lvl8pPr>
              <a:defRPr sz="1500" b="0">
                <a:solidFill>
                  <a:srgbClr val="64778A"/>
                </a:solidFill>
                <a:latin typeface="Noto Sans JP"/>
                <a:ea typeface="Noto Sans JP"/>
                <a:cs typeface="Noto Sans JP"/>
              </a:defRPr>
            </a:lvl8pPr>
            <a:lvl9pPr>
              <a:defRPr sz="1500" b="0">
                <a:solidFill>
                  <a:srgbClr val="64778A"/>
                </a:solidFill>
                <a:latin typeface="Noto Sans JP"/>
                <a:ea typeface="Noto Sans JP"/>
                <a:cs typeface="Noto Sans JP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64778A"/>
                </a:solidFill>
                <a:latin typeface="Noto Sans JP"/>
                <a:ea typeface="Noto Sans JP"/>
                <a:cs typeface="Noto Sans JP"/>
              </a:defRPr>
            </a:pPr>
            <a:r>
              <a:rPr sz="1500" b="0">
                <a:solidFill>
                  <a:srgbClr val="64778A"/>
                </a:solidFill>
                <a:latin typeface="Noto Sans JP"/>
                <a:ea typeface="Noto Sans JP"/>
                <a:cs typeface="Noto Sans JP"/>
              </a:rPr>
              <a:t>08</a:t>
            </a:r>
          </a:p>
        </p:txBody>
      </p:sp>
      <p:sp>
        <p:nvSpPr>
          <p:cNvPr id="6" name="source-S22">
            <a:extLst xmlns:a="http://schemas.openxmlformats.org/drawingml/2006/main">
              <a:ext uri="{FF2B5EF4-FFF2-40B4-BE49-F238E27FC236}">
                <a16:creationId xmlns:a16="http://schemas.microsoft.com/office/drawing/2014/main" id="{CC28E012-1485-43E0-A509-D9095B14FF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9172575"/>
            <a:ext cx="9048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500" b="0">
                <a:solidFill>
                  <a:srgbClr val="225B92"/>
                </a:solidFill>
                <a:latin typeface="Noto Sans JP"/>
                <a:ea typeface="Noto Sans JP"/>
                <a:cs typeface="Noto Sans JP"/>
              </a:defRPr>
            </a:defPPr>
            <a:lvl1pPr>
              <a:defRPr sz="1500" b="0">
                <a:solidFill>
                  <a:srgbClr val="225B92"/>
                </a:solidFill>
                <a:latin typeface="Noto Sans JP"/>
                <a:ea typeface="Noto Sans JP"/>
                <a:cs typeface="Noto Sans JP"/>
              </a:defRPr>
            </a:lvl1pPr>
            <a:lvl2pPr>
              <a:defRPr sz="1500" b="0">
                <a:solidFill>
                  <a:srgbClr val="225B92"/>
                </a:solidFill>
                <a:latin typeface="Noto Sans JP"/>
                <a:ea typeface="Noto Sans JP"/>
                <a:cs typeface="Noto Sans JP"/>
              </a:defRPr>
            </a:lvl2pPr>
            <a:lvl3pPr>
              <a:defRPr sz="1500" b="0">
                <a:solidFill>
                  <a:srgbClr val="225B92"/>
                </a:solidFill>
                <a:latin typeface="Noto Sans JP"/>
                <a:ea typeface="Noto Sans JP"/>
                <a:cs typeface="Noto Sans JP"/>
              </a:defRPr>
            </a:lvl3pPr>
            <a:lvl4pPr>
              <a:defRPr sz="1500" b="0">
                <a:solidFill>
                  <a:srgbClr val="225B92"/>
                </a:solidFill>
                <a:latin typeface="Noto Sans JP"/>
                <a:ea typeface="Noto Sans JP"/>
                <a:cs typeface="Noto Sans JP"/>
              </a:defRPr>
            </a:lvl4pPr>
            <a:lvl5pPr>
              <a:defRPr sz="1500" b="0">
                <a:solidFill>
                  <a:srgbClr val="225B92"/>
                </a:solidFill>
                <a:latin typeface="Noto Sans JP"/>
                <a:ea typeface="Noto Sans JP"/>
                <a:cs typeface="Noto Sans JP"/>
              </a:defRPr>
            </a:lvl5pPr>
            <a:lvl6pPr>
              <a:defRPr sz="1500" b="0">
                <a:solidFill>
                  <a:srgbClr val="225B92"/>
                </a:solidFill>
                <a:latin typeface="Noto Sans JP"/>
                <a:ea typeface="Noto Sans JP"/>
                <a:cs typeface="Noto Sans JP"/>
              </a:defRPr>
            </a:lvl6pPr>
            <a:lvl7pPr>
              <a:defRPr sz="1500" b="0">
                <a:solidFill>
                  <a:srgbClr val="225B92"/>
                </a:solidFill>
                <a:latin typeface="Noto Sans JP"/>
                <a:ea typeface="Noto Sans JP"/>
                <a:cs typeface="Noto Sans JP"/>
              </a:defRPr>
            </a:lvl7pPr>
            <a:lvl8pPr>
              <a:defRPr sz="1500" b="0">
                <a:solidFill>
                  <a:srgbClr val="225B92"/>
                </a:solidFill>
                <a:latin typeface="Noto Sans JP"/>
                <a:ea typeface="Noto Sans JP"/>
                <a:cs typeface="Noto Sans JP"/>
              </a:defRPr>
            </a:lvl8pPr>
            <a:lvl9pPr>
              <a:defRPr sz="1500" b="0">
                <a:solidFill>
                  <a:srgbClr val="225B92"/>
                </a:solidFill>
                <a:latin typeface="Noto Sans JP"/>
                <a:ea typeface="Noto Sans JP"/>
                <a:cs typeface="Noto Sans JP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225B92"/>
                </a:solidFill>
                <a:latin typeface="Noto Sans JP"/>
                <a:ea typeface="Noto Sans JP"/>
                <a:cs typeface="Noto Sans JP"/>
              </a:defRPr>
            </a:pPr>
            <a:r>
              <a:rPr sz="1500" b="0">
                <a:solidFill>
                  <a:srgbClr val="225B92"/>
                </a:solidFill>
                <a:latin typeface="Noto Sans JP"/>
                <a:ea typeface="Noto Sans JP"/>
                <a:cs typeface="Noto Sans JP"/>
                <a:hlinkClick xmlns:r="http://schemas.openxmlformats.org/officeDocument/2006/relationships" r:id="R53b0183bf5cb436b"/>
              </a:rPr>
              <a:t>S22</a:t>
            </a:r>
          </a:p>
        </p:txBody>
      </p:sp>
      <p:sp>
        <p:nvSpPr>
          <p:cNvPr id="7" name="source-S23">
            <a:extLst xmlns:a="http://schemas.openxmlformats.org/drawingml/2006/main">
              <a:ext uri="{FF2B5EF4-FFF2-40B4-BE49-F238E27FC236}">
                <a16:creationId xmlns:a16="http://schemas.microsoft.com/office/drawing/2014/main" id="{8C348AC7-72A9-4CF6-9C2D-7D3D561E56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81175" y="9172575"/>
            <a:ext cx="9048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500" b="0">
                <a:solidFill>
                  <a:srgbClr val="225B92"/>
                </a:solidFill>
                <a:latin typeface="Noto Sans JP"/>
                <a:ea typeface="Noto Sans JP"/>
                <a:cs typeface="Noto Sans JP"/>
              </a:defRPr>
            </a:defPPr>
            <a:lvl1pPr>
              <a:defRPr sz="1500" b="0">
                <a:solidFill>
                  <a:srgbClr val="225B92"/>
                </a:solidFill>
                <a:latin typeface="Noto Sans JP"/>
                <a:ea typeface="Noto Sans JP"/>
                <a:cs typeface="Noto Sans JP"/>
              </a:defRPr>
            </a:lvl1pPr>
            <a:lvl2pPr>
              <a:defRPr sz="1500" b="0">
                <a:solidFill>
                  <a:srgbClr val="225B92"/>
                </a:solidFill>
                <a:latin typeface="Noto Sans JP"/>
                <a:ea typeface="Noto Sans JP"/>
                <a:cs typeface="Noto Sans JP"/>
              </a:defRPr>
            </a:lvl2pPr>
            <a:lvl3pPr>
              <a:defRPr sz="1500" b="0">
                <a:solidFill>
                  <a:srgbClr val="225B92"/>
                </a:solidFill>
                <a:latin typeface="Noto Sans JP"/>
                <a:ea typeface="Noto Sans JP"/>
                <a:cs typeface="Noto Sans JP"/>
              </a:defRPr>
            </a:lvl3pPr>
            <a:lvl4pPr>
              <a:defRPr sz="1500" b="0">
                <a:solidFill>
                  <a:srgbClr val="225B92"/>
                </a:solidFill>
                <a:latin typeface="Noto Sans JP"/>
                <a:ea typeface="Noto Sans JP"/>
                <a:cs typeface="Noto Sans JP"/>
              </a:defRPr>
            </a:lvl4pPr>
            <a:lvl5pPr>
              <a:defRPr sz="1500" b="0">
                <a:solidFill>
                  <a:srgbClr val="225B92"/>
                </a:solidFill>
                <a:latin typeface="Noto Sans JP"/>
                <a:ea typeface="Noto Sans JP"/>
                <a:cs typeface="Noto Sans JP"/>
              </a:defRPr>
            </a:lvl5pPr>
            <a:lvl6pPr>
              <a:defRPr sz="1500" b="0">
                <a:solidFill>
                  <a:srgbClr val="225B92"/>
                </a:solidFill>
                <a:latin typeface="Noto Sans JP"/>
                <a:ea typeface="Noto Sans JP"/>
                <a:cs typeface="Noto Sans JP"/>
              </a:defRPr>
            </a:lvl6pPr>
            <a:lvl7pPr>
              <a:defRPr sz="1500" b="0">
                <a:solidFill>
                  <a:srgbClr val="225B92"/>
                </a:solidFill>
                <a:latin typeface="Noto Sans JP"/>
                <a:ea typeface="Noto Sans JP"/>
                <a:cs typeface="Noto Sans JP"/>
              </a:defRPr>
            </a:lvl7pPr>
            <a:lvl8pPr>
              <a:defRPr sz="1500" b="0">
                <a:solidFill>
                  <a:srgbClr val="225B92"/>
                </a:solidFill>
                <a:latin typeface="Noto Sans JP"/>
                <a:ea typeface="Noto Sans JP"/>
                <a:cs typeface="Noto Sans JP"/>
              </a:defRPr>
            </a:lvl8pPr>
            <a:lvl9pPr>
              <a:defRPr sz="1500" b="0">
                <a:solidFill>
                  <a:srgbClr val="225B92"/>
                </a:solidFill>
                <a:latin typeface="Noto Sans JP"/>
                <a:ea typeface="Noto Sans JP"/>
                <a:cs typeface="Noto Sans JP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225B92"/>
                </a:solidFill>
                <a:latin typeface="Noto Sans JP"/>
                <a:ea typeface="Noto Sans JP"/>
                <a:cs typeface="Noto Sans JP"/>
              </a:defRPr>
            </a:pPr>
            <a:r>
              <a:rPr sz="1500" b="0">
                <a:solidFill>
                  <a:srgbClr val="225B92"/>
                </a:solidFill>
                <a:latin typeface="Noto Sans JP"/>
                <a:ea typeface="Noto Sans JP"/>
                <a:cs typeface="Noto Sans JP"/>
                <a:hlinkClick xmlns:r="http://schemas.openxmlformats.org/officeDocument/2006/relationships" r:id="R9f0c9023ae444034"/>
              </a:rPr>
              <a:t>S23</a:t>
            </a:r>
          </a:p>
        </p:txBody>
      </p:sp>
      <p:sp>
        <p:nvSpPr>
          <p:cNvPr id="8" name="source-S24">
            <a:extLst xmlns:a="http://schemas.openxmlformats.org/drawingml/2006/main">
              <a:ext uri="{FF2B5EF4-FFF2-40B4-BE49-F238E27FC236}">
                <a16:creationId xmlns:a16="http://schemas.microsoft.com/office/drawing/2014/main" id="{9549CB87-A302-4475-9F02-9FB19FBD62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9172575"/>
            <a:ext cx="9048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500" b="0">
                <a:solidFill>
                  <a:srgbClr val="225B92"/>
                </a:solidFill>
                <a:latin typeface="Noto Sans JP"/>
                <a:ea typeface="Noto Sans JP"/>
                <a:cs typeface="Noto Sans JP"/>
              </a:defRPr>
            </a:defPPr>
            <a:lvl1pPr>
              <a:defRPr sz="1500" b="0">
                <a:solidFill>
                  <a:srgbClr val="225B92"/>
                </a:solidFill>
                <a:latin typeface="Noto Sans JP"/>
                <a:ea typeface="Noto Sans JP"/>
                <a:cs typeface="Noto Sans JP"/>
              </a:defRPr>
            </a:lvl1pPr>
            <a:lvl2pPr>
              <a:defRPr sz="1500" b="0">
                <a:solidFill>
                  <a:srgbClr val="225B92"/>
                </a:solidFill>
                <a:latin typeface="Noto Sans JP"/>
                <a:ea typeface="Noto Sans JP"/>
                <a:cs typeface="Noto Sans JP"/>
              </a:defRPr>
            </a:lvl2pPr>
            <a:lvl3pPr>
              <a:defRPr sz="1500" b="0">
                <a:solidFill>
                  <a:srgbClr val="225B92"/>
                </a:solidFill>
                <a:latin typeface="Noto Sans JP"/>
                <a:ea typeface="Noto Sans JP"/>
                <a:cs typeface="Noto Sans JP"/>
              </a:defRPr>
            </a:lvl3pPr>
            <a:lvl4pPr>
              <a:defRPr sz="1500" b="0">
                <a:solidFill>
                  <a:srgbClr val="225B92"/>
                </a:solidFill>
                <a:latin typeface="Noto Sans JP"/>
                <a:ea typeface="Noto Sans JP"/>
                <a:cs typeface="Noto Sans JP"/>
              </a:defRPr>
            </a:lvl4pPr>
            <a:lvl5pPr>
              <a:defRPr sz="1500" b="0">
                <a:solidFill>
                  <a:srgbClr val="225B92"/>
                </a:solidFill>
                <a:latin typeface="Noto Sans JP"/>
                <a:ea typeface="Noto Sans JP"/>
                <a:cs typeface="Noto Sans JP"/>
              </a:defRPr>
            </a:lvl5pPr>
            <a:lvl6pPr>
              <a:defRPr sz="1500" b="0">
                <a:solidFill>
                  <a:srgbClr val="225B92"/>
                </a:solidFill>
                <a:latin typeface="Noto Sans JP"/>
                <a:ea typeface="Noto Sans JP"/>
                <a:cs typeface="Noto Sans JP"/>
              </a:defRPr>
            </a:lvl6pPr>
            <a:lvl7pPr>
              <a:defRPr sz="1500" b="0">
                <a:solidFill>
                  <a:srgbClr val="225B92"/>
                </a:solidFill>
                <a:latin typeface="Noto Sans JP"/>
                <a:ea typeface="Noto Sans JP"/>
                <a:cs typeface="Noto Sans JP"/>
              </a:defRPr>
            </a:lvl7pPr>
            <a:lvl8pPr>
              <a:defRPr sz="1500" b="0">
                <a:solidFill>
                  <a:srgbClr val="225B92"/>
                </a:solidFill>
                <a:latin typeface="Noto Sans JP"/>
                <a:ea typeface="Noto Sans JP"/>
                <a:cs typeface="Noto Sans JP"/>
              </a:defRPr>
            </a:lvl8pPr>
            <a:lvl9pPr>
              <a:defRPr sz="1500" b="0">
                <a:solidFill>
                  <a:srgbClr val="225B92"/>
                </a:solidFill>
                <a:latin typeface="Noto Sans JP"/>
                <a:ea typeface="Noto Sans JP"/>
                <a:cs typeface="Noto Sans JP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225B92"/>
                </a:solidFill>
                <a:latin typeface="Noto Sans JP"/>
                <a:ea typeface="Noto Sans JP"/>
                <a:cs typeface="Noto Sans JP"/>
              </a:defRPr>
            </a:pPr>
            <a:r>
              <a:rPr sz="1500" b="0">
                <a:solidFill>
                  <a:srgbClr val="225B92"/>
                </a:solidFill>
                <a:latin typeface="Noto Sans JP"/>
                <a:ea typeface="Noto Sans JP"/>
                <a:cs typeface="Noto Sans JP"/>
                <a:hlinkClick xmlns:r="http://schemas.openxmlformats.org/officeDocument/2006/relationships" r:id="R92be418d1eb24072"/>
              </a:rPr>
              <a:t>S24</a:t>
            </a:r>
          </a:p>
        </p:txBody>
      </p:sp>
      <p:sp>
        <p:nvSpPr>
          <p:cNvPr id="9" name="source-S25">
            <a:extLst xmlns:a="http://schemas.openxmlformats.org/drawingml/2006/main">
              <a:ext uri="{FF2B5EF4-FFF2-40B4-BE49-F238E27FC236}">
                <a16:creationId xmlns:a16="http://schemas.microsoft.com/office/drawing/2014/main" id="{AB07AB54-7640-4E9F-87EA-FFAAA86193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81425" y="9172575"/>
            <a:ext cx="9048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500" b="0">
                <a:solidFill>
                  <a:srgbClr val="225B92"/>
                </a:solidFill>
                <a:latin typeface="Noto Sans JP"/>
                <a:ea typeface="Noto Sans JP"/>
                <a:cs typeface="Noto Sans JP"/>
              </a:defRPr>
            </a:defPPr>
            <a:lvl1pPr>
              <a:defRPr sz="1500" b="0">
                <a:solidFill>
                  <a:srgbClr val="225B92"/>
                </a:solidFill>
                <a:latin typeface="Noto Sans JP"/>
                <a:ea typeface="Noto Sans JP"/>
                <a:cs typeface="Noto Sans JP"/>
              </a:defRPr>
            </a:lvl1pPr>
            <a:lvl2pPr>
              <a:defRPr sz="1500" b="0">
                <a:solidFill>
                  <a:srgbClr val="225B92"/>
                </a:solidFill>
                <a:latin typeface="Noto Sans JP"/>
                <a:ea typeface="Noto Sans JP"/>
                <a:cs typeface="Noto Sans JP"/>
              </a:defRPr>
            </a:lvl2pPr>
            <a:lvl3pPr>
              <a:defRPr sz="1500" b="0">
                <a:solidFill>
                  <a:srgbClr val="225B92"/>
                </a:solidFill>
                <a:latin typeface="Noto Sans JP"/>
                <a:ea typeface="Noto Sans JP"/>
                <a:cs typeface="Noto Sans JP"/>
              </a:defRPr>
            </a:lvl3pPr>
            <a:lvl4pPr>
              <a:defRPr sz="1500" b="0">
                <a:solidFill>
                  <a:srgbClr val="225B92"/>
                </a:solidFill>
                <a:latin typeface="Noto Sans JP"/>
                <a:ea typeface="Noto Sans JP"/>
                <a:cs typeface="Noto Sans JP"/>
              </a:defRPr>
            </a:lvl4pPr>
            <a:lvl5pPr>
              <a:defRPr sz="1500" b="0">
                <a:solidFill>
                  <a:srgbClr val="225B92"/>
                </a:solidFill>
                <a:latin typeface="Noto Sans JP"/>
                <a:ea typeface="Noto Sans JP"/>
                <a:cs typeface="Noto Sans JP"/>
              </a:defRPr>
            </a:lvl5pPr>
            <a:lvl6pPr>
              <a:defRPr sz="1500" b="0">
                <a:solidFill>
                  <a:srgbClr val="225B92"/>
                </a:solidFill>
                <a:latin typeface="Noto Sans JP"/>
                <a:ea typeface="Noto Sans JP"/>
                <a:cs typeface="Noto Sans JP"/>
              </a:defRPr>
            </a:lvl6pPr>
            <a:lvl7pPr>
              <a:defRPr sz="1500" b="0">
                <a:solidFill>
                  <a:srgbClr val="225B92"/>
                </a:solidFill>
                <a:latin typeface="Noto Sans JP"/>
                <a:ea typeface="Noto Sans JP"/>
                <a:cs typeface="Noto Sans JP"/>
              </a:defRPr>
            </a:lvl7pPr>
            <a:lvl8pPr>
              <a:defRPr sz="1500" b="0">
                <a:solidFill>
                  <a:srgbClr val="225B92"/>
                </a:solidFill>
                <a:latin typeface="Noto Sans JP"/>
                <a:ea typeface="Noto Sans JP"/>
                <a:cs typeface="Noto Sans JP"/>
              </a:defRPr>
            </a:lvl8pPr>
            <a:lvl9pPr>
              <a:defRPr sz="1500" b="0">
                <a:solidFill>
                  <a:srgbClr val="225B92"/>
                </a:solidFill>
                <a:latin typeface="Noto Sans JP"/>
                <a:ea typeface="Noto Sans JP"/>
                <a:cs typeface="Noto Sans JP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225B92"/>
                </a:solidFill>
                <a:latin typeface="Noto Sans JP"/>
                <a:ea typeface="Noto Sans JP"/>
                <a:cs typeface="Noto Sans JP"/>
              </a:defRPr>
            </a:pPr>
            <a:r>
              <a:rPr sz="1500" b="0">
                <a:solidFill>
                  <a:srgbClr val="225B92"/>
                </a:solidFill>
                <a:latin typeface="Noto Sans JP"/>
                <a:ea typeface="Noto Sans JP"/>
                <a:cs typeface="Noto Sans JP"/>
                <a:hlinkClick xmlns:r="http://schemas.openxmlformats.org/officeDocument/2006/relationships" r:id="Rc9cb6f4423674fa6"/>
              </a:rPr>
              <a:t>S25</a:t>
            </a:r>
          </a:p>
        </p:txBody>
      </p:sp>
      <p:sp>
        <p:nvSpPr>
          <p:cNvPr id="10" name="source-S26">
            <a:extLst xmlns:a="http://schemas.openxmlformats.org/drawingml/2006/main">
              <a:ext uri="{FF2B5EF4-FFF2-40B4-BE49-F238E27FC236}">
                <a16:creationId xmlns:a16="http://schemas.microsoft.com/office/drawing/2014/main" id="{6C5B6F7A-1BAF-4D06-9CD9-422105CECE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9172575"/>
            <a:ext cx="9048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500" b="0">
                <a:solidFill>
                  <a:srgbClr val="225B92"/>
                </a:solidFill>
                <a:latin typeface="Noto Sans JP"/>
                <a:ea typeface="Noto Sans JP"/>
                <a:cs typeface="Noto Sans JP"/>
              </a:defRPr>
            </a:defPPr>
            <a:lvl1pPr>
              <a:defRPr sz="1500" b="0">
                <a:solidFill>
                  <a:srgbClr val="225B92"/>
                </a:solidFill>
                <a:latin typeface="Noto Sans JP"/>
                <a:ea typeface="Noto Sans JP"/>
                <a:cs typeface="Noto Sans JP"/>
              </a:defRPr>
            </a:lvl1pPr>
            <a:lvl2pPr>
              <a:defRPr sz="1500" b="0">
                <a:solidFill>
                  <a:srgbClr val="225B92"/>
                </a:solidFill>
                <a:latin typeface="Noto Sans JP"/>
                <a:ea typeface="Noto Sans JP"/>
                <a:cs typeface="Noto Sans JP"/>
              </a:defRPr>
            </a:lvl2pPr>
            <a:lvl3pPr>
              <a:defRPr sz="1500" b="0">
                <a:solidFill>
                  <a:srgbClr val="225B92"/>
                </a:solidFill>
                <a:latin typeface="Noto Sans JP"/>
                <a:ea typeface="Noto Sans JP"/>
                <a:cs typeface="Noto Sans JP"/>
              </a:defRPr>
            </a:lvl3pPr>
            <a:lvl4pPr>
              <a:defRPr sz="1500" b="0">
                <a:solidFill>
                  <a:srgbClr val="225B92"/>
                </a:solidFill>
                <a:latin typeface="Noto Sans JP"/>
                <a:ea typeface="Noto Sans JP"/>
                <a:cs typeface="Noto Sans JP"/>
              </a:defRPr>
            </a:lvl4pPr>
            <a:lvl5pPr>
              <a:defRPr sz="1500" b="0">
                <a:solidFill>
                  <a:srgbClr val="225B92"/>
                </a:solidFill>
                <a:latin typeface="Noto Sans JP"/>
                <a:ea typeface="Noto Sans JP"/>
                <a:cs typeface="Noto Sans JP"/>
              </a:defRPr>
            </a:lvl5pPr>
            <a:lvl6pPr>
              <a:defRPr sz="1500" b="0">
                <a:solidFill>
                  <a:srgbClr val="225B92"/>
                </a:solidFill>
                <a:latin typeface="Noto Sans JP"/>
                <a:ea typeface="Noto Sans JP"/>
                <a:cs typeface="Noto Sans JP"/>
              </a:defRPr>
            </a:lvl6pPr>
            <a:lvl7pPr>
              <a:defRPr sz="1500" b="0">
                <a:solidFill>
                  <a:srgbClr val="225B92"/>
                </a:solidFill>
                <a:latin typeface="Noto Sans JP"/>
                <a:ea typeface="Noto Sans JP"/>
                <a:cs typeface="Noto Sans JP"/>
              </a:defRPr>
            </a:lvl7pPr>
            <a:lvl8pPr>
              <a:defRPr sz="1500" b="0">
                <a:solidFill>
                  <a:srgbClr val="225B92"/>
                </a:solidFill>
                <a:latin typeface="Noto Sans JP"/>
                <a:ea typeface="Noto Sans JP"/>
                <a:cs typeface="Noto Sans JP"/>
              </a:defRPr>
            </a:lvl8pPr>
            <a:lvl9pPr>
              <a:defRPr sz="1500" b="0">
                <a:solidFill>
                  <a:srgbClr val="225B92"/>
                </a:solidFill>
                <a:latin typeface="Noto Sans JP"/>
                <a:ea typeface="Noto Sans JP"/>
                <a:cs typeface="Noto Sans JP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225B92"/>
                </a:solidFill>
                <a:latin typeface="Noto Sans JP"/>
                <a:ea typeface="Noto Sans JP"/>
                <a:cs typeface="Noto Sans JP"/>
              </a:defRPr>
            </a:pPr>
            <a:r>
              <a:rPr sz="1500" b="0">
                <a:solidFill>
                  <a:srgbClr val="225B92"/>
                </a:solidFill>
                <a:latin typeface="Noto Sans JP"/>
                <a:ea typeface="Noto Sans JP"/>
                <a:cs typeface="Noto Sans JP"/>
                <a:hlinkClick xmlns:r="http://schemas.openxmlformats.org/officeDocument/2006/relationships" r:id="Rd6a5eb71f7624e5b"/>
              </a:rPr>
              <a:t>S26</a:t>
            </a:r>
          </a:p>
        </p:txBody>
      </p:sp>
    </p:spTree>
    <p:extLst>
      <p:ext uri="{BB962C8B-B14F-4D97-AF65-F5344CB8AC3E}">
        <p14:creationId xmlns:p14="http://schemas.microsoft.com/office/powerpoint/2010/main" val="1059901619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title">
            <a:extLst xmlns:a="http://schemas.openxmlformats.org/drawingml/2006/main">
              <a:ext uri="{FF2B5EF4-FFF2-40B4-BE49-F238E27FC236}">
                <a16:creationId xmlns:a16="http://schemas.microsoft.com/office/drawing/2014/main" id="{EBCC5CE5-47EA-4AD6-AA9A-A299491954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57200"/>
            <a:ext cx="16764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3375" b="1">
                <a:solidFill>
                  <a:srgbClr val="18354C"/>
                </a:solidFill>
                <a:latin typeface="Noto Sans JP"/>
                <a:ea typeface="Noto Sans JP"/>
                <a:cs typeface="Noto Sans JP"/>
              </a:defRPr>
            </a:defPPr>
            <a:lvl1pPr>
              <a:defRPr sz="3375" b="1">
                <a:solidFill>
                  <a:srgbClr val="18354C"/>
                </a:solidFill>
                <a:latin typeface="Noto Sans JP"/>
                <a:ea typeface="Noto Sans JP"/>
                <a:cs typeface="Noto Sans JP"/>
              </a:defRPr>
            </a:lvl1pPr>
            <a:lvl2pPr>
              <a:defRPr sz="3375" b="1">
                <a:solidFill>
                  <a:srgbClr val="18354C"/>
                </a:solidFill>
                <a:latin typeface="Noto Sans JP"/>
                <a:ea typeface="Noto Sans JP"/>
                <a:cs typeface="Noto Sans JP"/>
              </a:defRPr>
            </a:lvl2pPr>
            <a:lvl3pPr>
              <a:defRPr sz="3375" b="1">
                <a:solidFill>
                  <a:srgbClr val="18354C"/>
                </a:solidFill>
                <a:latin typeface="Noto Sans JP"/>
                <a:ea typeface="Noto Sans JP"/>
                <a:cs typeface="Noto Sans JP"/>
              </a:defRPr>
            </a:lvl3pPr>
            <a:lvl4pPr>
              <a:defRPr sz="3375" b="1">
                <a:solidFill>
                  <a:srgbClr val="18354C"/>
                </a:solidFill>
                <a:latin typeface="Noto Sans JP"/>
                <a:ea typeface="Noto Sans JP"/>
                <a:cs typeface="Noto Sans JP"/>
              </a:defRPr>
            </a:lvl4pPr>
            <a:lvl5pPr>
              <a:defRPr sz="3375" b="1">
                <a:solidFill>
                  <a:srgbClr val="18354C"/>
                </a:solidFill>
                <a:latin typeface="Noto Sans JP"/>
                <a:ea typeface="Noto Sans JP"/>
                <a:cs typeface="Noto Sans JP"/>
              </a:defRPr>
            </a:lvl5pPr>
            <a:lvl6pPr>
              <a:defRPr sz="3375" b="1">
                <a:solidFill>
                  <a:srgbClr val="18354C"/>
                </a:solidFill>
                <a:latin typeface="Noto Sans JP"/>
                <a:ea typeface="Noto Sans JP"/>
                <a:cs typeface="Noto Sans JP"/>
              </a:defRPr>
            </a:lvl6pPr>
            <a:lvl7pPr>
              <a:defRPr sz="3375" b="1">
                <a:solidFill>
                  <a:srgbClr val="18354C"/>
                </a:solidFill>
                <a:latin typeface="Noto Sans JP"/>
                <a:ea typeface="Noto Sans JP"/>
                <a:cs typeface="Noto Sans JP"/>
              </a:defRPr>
            </a:lvl7pPr>
            <a:lvl8pPr>
              <a:defRPr sz="3375" b="1">
                <a:solidFill>
                  <a:srgbClr val="18354C"/>
                </a:solidFill>
                <a:latin typeface="Noto Sans JP"/>
                <a:ea typeface="Noto Sans JP"/>
                <a:cs typeface="Noto Sans JP"/>
              </a:defRPr>
            </a:lvl8pPr>
            <a:lvl9pPr>
              <a:defRPr sz="3375" b="1">
                <a:solidFill>
                  <a:srgbClr val="18354C"/>
                </a:solidFill>
                <a:latin typeface="Noto Sans JP"/>
                <a:ea typeface="Noto Sans JP"/>
                <a:cs typeface="Noto Sans JP"/>
              </a:defRPr>
            </a:lvl9pPr>
          </a:lstStyle>
          <a:p xmlns:a="http://schemas.openxmlformats.org/drawingml/2006/main">
            <a:pPr>
              <a:defRPr sz="3375" b="1">
                <a:solidFill>
                  <a:srgbClr val="18354C"/>
                </a:solidFill>
                <a:latin typeface="Noto Sans JP"/>
                <a:ea typeface="Noto Sans JP"/>
                <a:cs typeface="Noto Sans JP"/>
              </a:defRPr>
            </a:pPr>
            <a:r>
              <a:rPr sz="3375" b="1">
                <a:solidFill>
                  <a:srgbClr val="18354C"/>
                </a:solidFill>
                <a:latin typeface="Noto Sans JP"/>
                <a:ea typeface="Noto Sans JP"/>
                <a:cs typeface="Noto Sans JP"/>
              </a:rPr>
              <a:t>技術方式の違いと 人に残る仕事</a:t>
            </a:r>
          </a:p>
        </p:txBody>
      </p:sp>
      <p:sp>
        <p:nvSpPr>
          <p:cNvPr id="2" name="context">
            <a:extLst xmlns:a="http://schemas.openxmlformats.org/drawingml/2006/main">
              <a:ext uri="{FF2B5EF4-FFF2-40B4-BE49-F238E27FC236}">
                <a16:creationId xmlns:a16="http://schemas.microsoft.com/office/drawing/2014/main" id="{6D30B3C2-53A7-4716-80F9-F834951CCA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438275"/>
            <a:ext cx="167259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950" b="0">
                <a:solidFill>
                  <a:srgbClr val="64778A"/>
                </a:solidFill>
                <a:latin typeface="Noto Sans JP"/>
                <a:ea typeface="Noto Sans JP"/>
                <a:cs typeface="Noto Sans JP"/>
              </a:defRPr>
            </a:defPPr>
            <a:lvl1pPr>
              <a:defRPr sz="1950" b="0">
                <a:solidFill>
                  <a:srgbClr val="64778A"/>
                </a:solidFill>
                <a:latin typeface="Noto Sans JP"/>
                <a:ea typeface="Noto Sans JP"/>
                <a:cs typeface="Noto Sans JP"/>
              </a:defRPr>
            </a:lvl1pPr>
            <a:lvl2pPr>
              <a:defRPr sz="1950" b="0">
                <a:solidFill>
                  <a:srgbClr val="64778A"/>
                </a:solidFill>
                <a:latin typeface="Noto Sans JP"/>
                <a:ea typeface="Noto Sans JP"/>
                <a:cs typeface="Noto Sans JP"/>
              </a:defRPr>
            </a:lvl2pPr>
            <a:lvl3pPr>
              <a:defRPr sz="1950" b="0">
                <a:solidFill>
                  <a:srgbClr val="64778A"/>
                </a:solidFill>
                <a:latin typeface="Noto Sans JP"/>
                <a:ea typeface="Noto Sans JP"/>
                <a:cs typeface="Noto Sans JP"/>
              </a:defRPr>
            </a:lvl3pPr>
            <a:lvl4pPr>
              <a:defRPr sz="1950" b="0">
                <a:solidFill>
                  <a:srgbClr val="64778A"/>
                </a:solidFill>
                <a:latin typeface="Noto Sans JP"/>
                <a:ea typeface="Noto Sans JP"/>
                <a:cs typeface="Noto Sans JP"/>
              </a:defRPr>
            </a:lvl4pPr>
            <a:lvl5pPr>
              <a:defRPr sz="1950" b="0">
                <a:solidFill>
                  <a:srgbClr val="64778A"/>
                </a:solidFill>
                <a:latin typeface="Noto Sans JP"/>
                <a:ea typeface="Noto Sans JP"/>
                <a:cs typeface="Noto Sans JP"/>
              </a:defRPr>
            </a:lvl5pPr>
            <a:lvl6pPr>
              <a:defRPr sz="1950" b="0">
                <a:solidFill>
                  <a:srgbClr val="64778A"/>
                </a:solidFill>
                <a:latin typeface="Noto Sans JP"/>
                <a:ea typeface="Noto Sans JP"/>
                <a:cs typeface="Noto Sans JP"/>
              </a:defRPr>
            </a:lvl6pPr>
            <a:lvl7pPr>
              <a:defRPr sz="1950" b="0">
                <a:solidFill>
                  <a:srgbClr val="64778A"/>
                </a:solidFill>
                <a:latin typeface="Noto Sans JP"/>
                <a:ea typeface="Noto Sans JP"/>
                <a:cs typeface="Noto Sans JP"/>
              </a:defRPr>
            </a:lvl7pPr>
            <a:lvl8pPr>
              <a:defRPr sz="1950" b="0">
                <a:solidFill>
                  <a:srgbClr val="64778A"/>
                </a:solidFill>
                <a:latin typeface="Noto Sans JP"/>
                <a:ea typeface="Noto Sans JP"/>
                <a:cs typeface="Noto Sans JP"/>
              </a:defRPr>
            </a:lvl8pPr>
            <a:lvl9pPr>
              <a:defRPr sz="1950" b="0">
                <a:solidFill>
                  <a:srgbClr val="64778A"/>
                </a:solidFill>
                <a:latin typeface="Noto Sans JP"/>
                <a:ea typeface="Noto Sans JP"/>
                <a:cs typeface="Noto Sans JP"/>
              </a:defRPr>
            </a:lvl9pPr>
          </a:lstStyle>
          <a:p xmlns:a="http://schemas.openxmlformats.org/drawingml/2006/main">
            <a:pPr>
              <a:defRPr sz="1950" b="0">
                <a:solidFill>
                  <a:srgbClr val="64778A"/>
                </a:solidFill>
                <a:latin typeface="Noto Sans JP"/>
                <a:ea typeface="Noto Sans JP"/>
                <a:cs typeface="Noto Sans JP"/>
              </a:defRPr>
            </a:pPr>
            <a:r>
              <a:rPr sz="1950" b="0">
                <a:solidFill>
                  <a:srgbClr val="64778A"/>
                </a:solidFill>
                <a:latin typeface="Noto Sans JP"/>
                <a:ea typeface="Noto Sans JP"/>
                <a:cs typeface="Noto Sans JP"/>
              </a:rPr>
              <a:t>方式ごとの比較。AIという呼称より、方式が使う入力と出力、設定・承認・例外対応を確認します。</a:t>
            </a:r>
          </a:p>
        </p:txBody>
      </p:sp>
      <p:graphicFrame>
        <p:nvGraphicFrame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DAA2017-D547-4809-AA40-B85CC214D5F2}"/>
              </a:ext>
            </a:extLst>
          </p:cNvPr>
          <p:cNvGraphicFramePr/>
          <p:nvPr/>
        </p:nvGraphicFramePr>
        <p:xfrm>
          <a:off xmlns:a="http://schemas.openxmlformats.org/drawingml/2006/main" x="762000" y="2381250"/>
          <a:ext xmlns:a="http://schemas.openxmlformats.org/drawingml/2006/main" cx="16764000" cy="661987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143250"/>
                <a:gridCol w="4762500"/>
                <a:gridCol w="4524375"/>
                <a:gridCol w="4333875"/>
              </a:tblGrid>
              <a:tr h="666750">
                <a:tc>
                  <a:txBody>
                    <a:bodyPr wrap="square" lIns="114300" tIns="114300" rIns="114300" bIns="114300">
                      <a:noAutofit/>
                    </a:bodyPr>
                    <a:lstStyle/>
                    <a:p>
                      <a:r>
                        <a:rPr sz="2100" b="1">
                          <a:solidFill>
                            <a:srgbClr val="FFFFFF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方式</a:t>
                      </a:r>
                    </a:p>
                  </a:txBody>
                  <a:tcPr marL="91440" marR="91440" marT="45720" marB="45720" anchor="t">
                    <a:lnL w="9525">
                      <a:solidFill>
                        <a:srgbClr val="D4DEE7"/>
                      </a:solidFill>
                      <a:prstDash val="solid"/>
                    </a:lnL>
                    <a:lnR w="9525">
                      <a:solidFill>
                        <a:srgbClr val="D4DEE7"/>
                      </a:solidFill>
                      <a:prstDash val="solid"/>
                    </a:lnR>
                    <a:lnT w="9525">
                      <a:solidFill>
                        <a:srgbClr val="D4DEE7"/>
                      </a:solidFill>
                      <a:prstDash val="solid"/>
                    </a:lnT>
                    <a:lnB w="9525">
                      <a:solidFill>
                        <a:srgbClr val="D4DEE7"/>
                      </a:solidFill>
                      <a:prstDash val="solid"/>
                    </a:lnB>
                    <a:solidFill>
                      <a:srgbClr val="244B63"/>
                    </a:solidFill>
                  </a:tcPr>
                </a:tc>
                <a:tc>
                  <a:txBody>
                    <a:bodyPr wrap="square" lIns="114300" tIns="114300" rIns="114300" bIns="114300">
                      <a:noAutofit/>
                    </a:bodyPr>
                    <a:lstStyle/>
                    <a:p>
                      <a:r>
                        <a:rPr sz="2100" b="1">
                          <a:solidFill>
                            <a:srgbClr val="FFFFFF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得意とする支援</a:t>
                      </a:r>
                    </a:p>
                  </a:txBody>
                  <a:tcPr marL="91440" marR="91440" marT="45720" marB="45720" anchor="t">
                    <a:lnR w="9525">
                      <a:solidFill>
                        <a:srgbClr val="D4DEE7"/>
                      </a:solidFill>
                      <a:prstDash val="solid"/>
                    </a:lnR>
                    <a:lnT w="9525">
                      <a:solidFill>
                        <a:srgbClr val="D4DEE7"/>
                      </a:solidFill>
                      <a:prstDash val="solid"/>
                    </a:lnT>
                    <a:lnB w="9525">
                      <a:solidFill>
                        <a:srgbClr val="D4DEE7"/>
                      </a:solidFill>
                      <a:prstDash val="solid"/>
                    </a:lnB>
                    <a:solidFill>
                      <a:srgbClr val="244B63"/>
                    </a:solidFill>
                  </a:tcPr>
                </a:tc>
                <a:tc>
                  <a:txBody>
                    <a:bodyPr wrap="square" lIns="114300" tIns="114300" rIns="114300" bIns="114300">
                      <a:noAutofit/>
                    </a:bodyPr>
                    <a:lstStyle/>
                    <a:p>
                      <a:r>
                        <a:rPr sz="2100" b="1">
                          <a:solidFill>
                            <a:srgbClr val="FFFFFF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代表例</a:t>
                      </a:r>
                    </a:p>
                  </a:txBody>
                  <a:tcPr marL="91440" marR="91440" marT="45720" marB="45720" anchor="t">
                    <a:lnR w="9525">
                      <a:solidFill>
                        <a:srgbClr val="D4DEE7"/>
                      </a:solidFill>
                      <a:prstDash val="solid"/>
                    </a:lnR>
                    <a:lnT w="9525">
                      <a:solidFill>
                        <a:srgbClr val="D4DEE7"/>
                      </a:solidFill>
                      <a:prstDash val="solid"/>
                    </a:lnT>
                    <a:lnB w="9525">
                      <a:solidFill>
                        <a:srgbClr val="D4DEE7"/>
                      </a:solidFill>
                      <a:prstDash val="solid"/>
                    </a:lnB>
                    <a:solidFill>
                      <a:srgbClr val="244B63"/>
                    </a:solidFill>
                  </a:tcPr>
                </a:tc>
                <a:tc>
                  <a:txBody>
                    <a:bodyPr wrap="square" lIns="114300" tIns="114300" rIns="114300" bIns="114300">
                      <a:noAutofit/>
                    </a:bodyPr>
                    <a:lstStyle/>
                    <a:p>
                      <a:r>
                        <a:rPr sz="2100" b="1">
                          <a:solidFill>
                            <a:srgbClr val="FFFFFF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人に残る仕事</a:t>
                      </a:r>
                    </a:p>
                  </a:txBody>
                  <a:tcPr marL="91440" marR="91440" marT="45720" marB="45720" anchor="t">
                    <a:lnR w="9525">
                      <a:solidFill>
                        <a:srgbClr val="D4DEE7"/>
                      </a:solidFill>
                      <a:prstDash val="solid"/>
                    </a:lnR>
                    <a:lnT w="9525">
                      <a:solidFill>
                        <a:srgbClr val="D4DEE7"/>
                      </a:solidFill>
                      <a:prstDash val="solid"/>
                    </a:lnT>
                    <a:lnB w="9525">
                      <a:solidFill>
                        <a:srgbClr val="D4DEE7"/>
                      </a:solidFill>
                      <a:prstDash val="solid"/>
                    </a:lnB>
                    <a:solidFill>
                      <a:srgbClr val="244B63"/>
                    </a:solidFill>
                  </a:tcPr>
                </a:tc>
              </a:tr>
              <a:tr h="1190625">
                <a:tc>
                  <a:txBody>
                    <a:bodyPr wrap="square" lIns="114300" tIns="114300" rIns="114300" bIns="114300">
                      <a:noAutofit/>
                    </a:bodyPr>
                    <a:lstStyle/>
                    <a:p>
                      <a:r>
                        <a:rPr sz="2025" b="1">
                          <a:solidFill>
                            <a:srgbClr val="18354C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生成AI・エージェント</a:t>
                      </a:r>
                    </a:p>
                  </a:txBody>
                  <a:tcPr marL="91440" marR="91440" marT="45720" marB="45720" anchor="t">
                    <a:lnL w="9525">
                      <a:solidFill>
                        <a:srgbClr val="D4DEE7"/>
                      </a:solidFill>
                      <a:prstDash val="solid"/>
                    </a:lnL>
                    <a:lnR w="9525">
                      <a:solidFill>
                        <a:srgbClr val="D4DEE7"/>
                      </a:solidFill>
                      <a:prstDash val="solid"/>
                    </a:lnR>
                    <a:lnB w="9525">
                      <a:solidFill>
                        <a:srgbClr val="D4DEE7"/>
                      </a:solidFill>
                      <a:prstDash val="solid"/>
                    </a:lnB>
                    <a:solidFill>
                      <a:srgbClr val="EEF3F8"/>
                    </a:solidFill>
                  </a:tcPr>
                </a:tc>
                <a:tc>
                  <a:txBody>
                    <a:bodyPr wrap="square" lIns="114300" tIns="114300" rIns="114300" bIns="114300"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18354C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文脈を使う回答・コード・</a:t>
                      </a:r>
                    </a:p>
                    <a:p>
                      <a:r>
                        <a:rPr sz="2025" b="0">
                          <a:solidFill>
                            <a:srgbClr val="18354C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対処案の生成</a:t>
                      </a:r>
                    </a:p>
                  </a:txBody>
                  <a:tcPr marL="91440" marR="91440" marT="45720" marB="45720" anchor="t">
                    <a:lnR w="9525">
                      <a:solidFill>
                        <a:srgbClr val="D4DEE7"/>
                      </a:solidFill>
                      <a:prstDash val="solid"/>
                    </a:lnR>
                    <a:lnB w="9525">
                      <a:solidFill>
                        <a:srgbClr val="D4DEE7"/>
                      </a:solidFill>
                      <a:prstDash val="solid"/>
                    </a:lnB>
                    <a:solidFill>
                      <a:srgbClr val="EEF3F8"/>
                    </a:solidFill>
                  </a:tcPr>
                </a:tc>
                <a:tc>
                  <a:txBody>
                    <a:bodyPr wrap="square" lIns="114300" tIns="114300" rIns="114300" bIns="114300"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18354C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CoAgent、Eplan Copilot</a:t>
                      </a:r>
                    </a:p>
                    <a:p>
                      <a:r>
                        <a:rPr sz="2025" b="0">
                          <a:solidFill>
                            <a:srgbClr val="18354C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匠フォース [S01,S04–S06]</a:t>
                      </a:r>
                    </a:p>
                  </a:txBody>
                  <a:tcPr marL="91440" marR="91440" marT="45720" marB="45720" anchor="t">
                    <a:lnR w="9525">
                      <a:solidFill>
                        <a:srgbClr val="D4DEE7"/>
                      </a:solidFill>
                      <a:prstDash val="solid"/>
                    </a:lnR>
                    <a:lnB w="9525">
                      <a:solidFill>
                        <a:srgbClr val="D4DEE7"/>
                      </a:solidFill>
                      <a:prstDash val="solid"/>
                    </a:lnB>
                    <a:solidFill>
                      <a:srgbClr val="EEF3F8"/>
                    </a:solidFill>
                  </a:tcPr>
                </a:tc>
                <a:tc>
                  <a:txBody>
                    <a:bodyPr wrap="square" lIns="114300" tIns="114300" rIns="114300" bIns="114300"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18354C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前提の指定、案の確認・修正、</a:t>
                      </a:r>
                    </a:p>
                    <a:p>
                      <a:r>
                        <a:rPr sz="2025" b="0">
                          <a:solidFill>
                            <a:srgbClr val="18354C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実行や設計変更の承認</a:t>
                      </a:r>
                    </a:p>
                  </a:txBody>
                  <a:tcPr marL="91440" marR="91440" marT="45720" marB="45720" anchor="t">
                    <a:lnR w="9525">
                      <a:solidFill>
                        <a:srgbClr val="D4DEE7"/>
                      </a:solidFill>
                      <a:prstDash val="solid"/>
                    </a:lnR>
                    <a:lnB w="9525">
                      <a:solidFill>
                        <a:srgbClr val="D4DEE7"/>
                      </a:solidFill>
                      <a:prstDash val="solid"/>
                    </a:lnB>
                    <a:solidFill>
                      <a:srgbClr val="EEF3F8"/>
                    </a:solidFill>
                  </a:tcPr>
                </a:tc>
              </a:tr>
              <a:tr h="1190625">
                <a:tc>
                  <a:txBody>
                    <a:bodyPr wrap="square" lIns="114300" tIns="114300" rIns="114300" bIns="114300">
                      <a:noAutofit/>
                    </a:bodyPr>
                    <a:lstStyle/>
                    <a:p>
                      <a:r>
                        <a:rPr sz="2025" b="1">
                          <a:solidFill>
                            <a:srgbClr val="18354C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画像・3D認識</a:t>
                      </a:r>
                    </a:p>
                  </a:txBody>
                  <a:tcPr marL="91440" marR="91440" marT="45720" marB="45720" anchor="t">
                    <a:lnL w="9525">
                      <a:solidFill>
                        <a:srgbClr val="D4DEE7"/>
                      </a:solidFill>
                      <a:prstDash val="solid"/>
                    </a:lnL>
                    <a:lnR w="9525">
                      <a:solidFill>
                        <a:srgbClr val="D4DEE7"/>
                      </a:solidFill>
                      <a:prstDash val="solid"/>
                    </a:lnR>
                    <a:lnB w="9525">
                      <a:solidFill>
                        <a:srgbClr val="D4DE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114300" tIns="114300" rIns="114300" bIns="114300"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18354C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外観・摩耗の検出、</a:t>
                      </a:r>
                    </a:p>
                    <a:p>
                      <a:r>
                        <a:rPr sz="2025" b="0">
                          <a:solidFill>
                            <a:srgbClr val="18354C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形状からの作業位置・軌道</a:t>
                      </a:r>
                    </a:p>
                  </a:txBody>
                  <a:tcPr marL="91440" marR="91440" marT="45720" marB="45720" anchor="t">
                    <a:lnR w="9525">
                      <a:solidFill>
                        <a:srgbClr val="D4DEE7"/>
                      </a:solidFill>
                      <a:prstDash val="solid"/>
                    </a:lnR>
                    <a:lnB w="9525">
                      <a:solidFill>
                        <a:srgbClr val="D4DE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114300" tIns="114300" rIns="114300" bIns="114300"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18354C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HACARUS、モリマシナリー</a:t>
                      </a:r>
                    </a:p>
                    <a:p>
                      <a:r>
                        <a:rPr sz="2025" b="0">
                          <a:solidFill>
                            <a:srgbClr val="18354C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東京ED [S11,S12,S17]</a:t>
                      </a:r>
                    </a:p>
                  </a:txBody>
                  <a:tcPr marL="91440" marR="91440" marT="45720" marB="45720" anchor="t">
                    <a:lnR w="9525">
                      <a:solidFill>
                        <a:srgbClr val="D4DEE7"/>
                      </a:solidFill>
                      <a:prstDash val="solid"/>
                    </a:lnR>
                    <a:lnB w="9525">
                      <a:solidFill>
                        <a:srgbClr val="D4DE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114300" tIns="114300" rIns="114300" bIns="114300"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18354C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撮像・注釈、条件設定、</a:t>
                      </a:r>
                    </a:p>
                    <a:p>
                      <a:r>
                        <a:rPr sz="2025" b="0">
                          <a:solidFill>
                            <a:srgbClr val="18354C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誤判定や加工品質の確認</a:t>
                      </a:r>
                    </a:p>
                  </a:txBody>
                  <a:tcPr marL="91440" marR="91440" marT="45720" marB="45720" anchor="t">
                    <a:lnR w="9525">
                      <a:solidFill>
                        <a:srgbClr val="D4DEE7"/>
                      </a:solidFill>
                      <a:prstDash val="solid"/>
                    </a:lnR>
                    <a:lnB w="9525">
                      <a:solidFill>
                        <a:srgbClr val="D4DE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1190625">
                <a:tc>
                  <a:txBody>
                    <a:bodyPr wrap="square" lIns="114300" tIns="114300" rIns="114300" bIns="114300">
                      <a:noAutofit/>
                    </a:bodyPr>
                    <a:lstStyle/>
                    <a:p>
                      <a:r>
                        <a:rPr sz="2025" b="1">
                          <a:solidFill>
                            <a:srgbClr val="18354C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学習による予測・診断</a:t>
                      </a:r>
                    </a:p>
                  </a:txBody>
                  <a:tcPr marL="91440" marR="91440" marT="45720" marB="45720" anchor="t">
                    <a:lnL w="9525">
                      <a:solidFill>
                        <a:srgbClr val="D4DEE7"/>
                      </a:solidFill>
                      <a:prstDash val="solid"/>
                    </a:lnL>
                    <a:lnR w="9525">
                      <a:solidFill>
                        <a:srgbClr val="D4DEE7"/>
                      </a:solidFill>
                      <a:prstDash val="solid"/>
                    </a:lnR>
                    <a:lnB w="9525">
                      <a:solidFill>
                        <a:srgbClr val="D4DEE7"/>
                      </a:solidFill>
                      <a:prstDash val="solid"/>
                    </a:lnB>
                    <a:solidFill>
                      <a:srgbClr val="EEF3F8"/>
                    </a:solidFill>
                  </a:tcPr>
                </a:tc>
                <a:tc>
                  <a:txBody>
                    <a:bodyPr wrap="square" lIns="114300" tIns="114300" rIns="114300" bIns="114300"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18354C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過去の状態・履歴から</a:t>
                      </a:r>
                    </a:p>
                    <a:p>
                      <a:r>
                        <a:rPr sz="2025" b="0">
                          <a:solidFill>
                            <a:srgbClr val="18354C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工程や寿命・劣化を推定</a:t>
                      </a:r>
                    </a:p>
                  </a:txBody>
                  <a:tcPr marL="91440" marR="91440" marT="45720" marB="45720" anchor="t">
                    <a:lnR w="9525">
                      <a:solidFill>
                        <a:srgbClr val="D4DEE7"/>
                      </a:solidFill>
                      <a:prstDash val="solid"/>
                    </a:lnR>
                    <a:lnB w="9525">
                      <a:solidFill>
                        <a:srgbClr val="D4DEE7"/>
                      </a:solidFill>
                      <a:prstDash val="solid"/>
                    </a:lnB>
                    <a:solidFill>
                      <a:srgbClr val="EEF3F8"/>
                    </a:solidFill>
                  </a:tcPr>
                </a:tc>
                <a:tc>
                  <a:txBody>
                    <a:bodyPr wrap="square" lIns="114300" tIns="114300" rIns="114300" bIns="114300"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18354C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ProPlanAI、寿命推定</a:t>
                      </a:r>
                    </a:p>
                    <a:p>
                      <a:r>
                        <a:rPr sz="2025" b="0">
                          <a:solidFill>
                            <a:srgbClr val="18354C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ムラテックCCS [S02,S12,S14]</a:t>
                      </a:r>
                    </a:p>
                  </a:txBody>
                  <a:tcPr marL="91440" marR="91440" marT="45720" marB="45720" anchor="t">
                    <a:lnR w="9525">
                      <a:solidFill>
                        <a:srgbClr val="D4DEE7"/>
                      </a:solidFill>
                      <a:prstDash val="solid"/>
                    </a:lnR>
                    <a:lnB w="9525">
                      <a:solidFill>
                        <a:srgbClr val="D4DEE7"/>
                      </a:solidFill>
                      <a:prstDash val="solid"/>
                    </a:lnB>
                    <a:solidFill>
                      <a:srgbClr val="EEF3F8"/>
                    </a:solidFill>
                  </a:tcPr>
                </a:tc>
                <a:tc>
                  <a:txBody>
                    <a:bodyPr wrap="square" lIns="114300" tIns="114300" rIns="114300" bIns="114300"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18354C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データ準備、適用範囲の確認、</a:t>
                      </a:r>
                    </a:p>
                    <a:p>
                      <a:r>
                        <a:rPr sz="2025" b="0">
                          <a:solidFill>
                            <a:srgbClr val="18354C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継続使用・保全の決定</a:t>
                      </a:r>
                    </a:p>
                  </a:txBody>
                  <a:tcPr marL="91440" marR="91440" marT="45720" marB="45720" anchor="t">
                    <a:lnR w="9525">
                      <a:solidFill>
                        <a:srgbClr val="D4DEE7"/>
                      </a:solidFill>
                      <a:prstDash val="solid"/>
                    </a:lnR>
                    <a:lnB w="9525">
                      <a:solidFill>
                        <a:srgbClr val="D4DEE7"/>
                      </a:solidFill>
                      <a:prstDash val="solid"/>
                    </a:lnB>
                    <a:solidFill>
                      <a:srgbClr val="EEF3F8"/>
                    </a:solidFill>
                  </a:tcPr>
                </a:tc>
              </a:tr>
              <a:tr h="1190625">
                <a:tc>
                  <a:txBody>
                    <a:bodyPr wrap="square" lIns="114300" tIns="114300" rIns="114300" bIns="114300">
                      <a:noAutofit/>
                    </a:bodyPr>
                    <a:lstStyle/>
                    <a:p>
                      <a:r>
                        <a:rPr sz="2025" b="1">
                          <a:solidFill>
                            <a:srgbClr val="18354C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シミュレーション・物理最適化</a:t>
                      </a:r>
                    </a:p>
                  </a:txBody>
                  <a:tcPr marL="91440" marR="91440" marT="45720" marB="45720" anchor="t">
                    <a:lnL w="9525">
                      <a:solidFill>
                        <a:srgbClr val="D4DEE7"/>
                      </a:solidFill>
                      <a:prstDash val="solid"/>
                    </a:lnL>
                    <a:lnR w="9525">
                      <a:solidFill>
                        <a:srgbClr val="D4DEE7"/>
                      </a:solidFill>
                      <a:prstDash val="solid"/>
                    </a:lnR>
                    <a:lnB w="9525">
                      <a:solidFill>
                        <a:srgbClr val="D4DE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114300" tIns="114300" rIns="114300" bIns="114300"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18354C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事前検証、切削負荷等の</a:t>
                      </a:r>
                    </a:p>
                    <a:p>
                      <a:r>
                        <a:rPr sz="2025" b="0">
                          <a:solidFill>
                            <a:srgbClr val="18354C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予測とNC最適化</a:t>
                      </a:r>
                    </a:p>
                  </a:txBody>
                  <a:tcPr marL="91440" marR="91440" marT="45720" marB="45720" anchor="t">
                    <a:lnR w="9525">
                      <a:solidFill>
                        <a:srgbClr val="D4DEE7"/>
                      </a:solidFill>
                      <a:prstDash val="solid"/>
                    </a:lnR>
                    <a:lnB w="9525">
                      <a:solidFill>
                        <a:srgbClr val="D4DE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114300" tIns="114300" rIns="114300" bIns="114300"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18354C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Vericut、Force</a:t>
                      </a:r>
                    </a:p>
                    <a:p>
                      <a:r>
                        <a:rPr sz="2025" b="0">
                          <a:solidFill>
                            <a:srgbClr val="18354C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工作機械ツイン [S07,S24]</a:t>
                      </a:r>
                    </a:p>
                  </a:txBody>
                  <a:tcPr marL="91440" marR="91440" marT="45720" marB="45720" anchor="t">
                    <a:lnR w="9525">
                      <a:solidFill>
                        <a:srgbClr val="D4DEE7"/>
                      </a:solidFill>
                      <a:prstDash val="solid"/>
                    </a:lnR>
                    <a:lnB w="9525">
                      <a:solidFill>
                        <a:srgbClr val="D4DE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114300" tIns="114300" rIns="114300" bIns="114300"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18354C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モデルと制約の設定、</a:t>
                      </a:r>
                    </a:p>
                    <a:p>
                      <a:r>
                        <a:rPr sz="2025" b="0">
                          <a:solidFill>
                            <a:srgbClr val="18354C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実機との差の評価</a:t>
                      </a:r>
                    </a:p>
                  </a:txBody>
                  <a:tcPr marL="91440" marR="91440" marT="45720" marB="45720" anchor="t">
                    <a:lnR w="9525">
                      <a:solidFill>
                        <a:srgbClr val="D4DEE7"/>
                      </a:solidFill>
                      <a:prstDash val="solid"/>
                    </a:lnR>
                    <a:lnB w="9525">
                      <a:solidFill>
                        <a:srgbClr val="D4DE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1190625">
                <a:tc>
                  <a:txBody>
                    <a:bodyPr wrap="square" lIns="114300" tIns="114300" rIns="114300" bIns="114300">
                      <a:noAutofit/>
                    </a:bodyPr>
                    <a:lstStyle/>
                    <a:p>
                      <a:r>
                        <a:rPr sz="2025" b="1">
                          <a:solidFill>
                            <a:srgbClr val="18354C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機構・規則による自動化</a:t>
                      </a:r>
                    </a:p>
                  </a:txBody>
                  <a:tcPr marL="91440" marR="91440" marT="45720" marB="45720" anchor="t">
                    <a:lnL w="9525">
                      <a:solidFill>
                        <a:srgbClr val="D4DEE7"/>
                      </a:solidFill>
                      <a:prstDash val="solid"/>
                    </a:lnL>
                    <a:lnR w="9525">
                      <a:solidFill>
                        <a:srgbClr val="D4DEE7"/>
                      </a:solidFill>
                      <a:prstDash val="solid"/>
                    </a:lnR>
                    <a:lnB w="9525">
                      <a:solidFill>
                        <a:srgbClr val="D4DEE7"/>
                      </a:solidFill>
                      <a:prstDash val="solid"/>
                    </a:lnB>
                    <a:solidFill>
                      <a:srgbClr val="EEF3F8"/>
                    </a:solidFill>
                  </a:tcPr>
                </a:tc>
                <a:tc>
                  <a:txBody>
                    <a:bodyPr wrap="square" lIns="114300" tIns="114300" rIns="114300" bIns="114300"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18354C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送り調整、補正、交換、</a:t>
                      </a:r>
                    </a:p>
                    <a:p>
                      <a:r>
                        <a:rPr sz="2025" b="0">
                          <a:solidFill>
                            <a:srgbClr val="18354C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在庫・購買処理</a:t>
                      </a:r>
                    </a:p>
                  </a:txBody>
                  <a:tcPr marL="91440" marR="91440" marT="45720" marB="45720" anchor="t">
                    <a:lnR w="9525">
                      <a:solidFill>
                        <a:srgbClr val="D4DEE7"/>
                      </a:solidFill>
                      <a:prstDash val="solid"/>
                    </a:lnR>
                    <a:lnB w="9525">
                      <a:solidFill>
                        <a:srgbClr val="D4DEE7"/>
                      </a:solidFill>
                      <a:prstDash val="solid"/>
                    </a:lnB>
                    <a:solidFill>
                      <a:srgbClr val="EEF3F8"/>
                    </a:solidFill>
                  </a:tcPr>
                </a:tc>
                <a:tc>
                  <a:txBody>
                    <a:bodyPr wrap="square" lIns="114300" tIns="114300" rIns="114300" bIns="114300"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18354C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ACM、IPC、MMK、WinTool</a:t>
                      </a:r>
                    </a:p>
                    <a:p>
                      <a:r>
                        <a:rPr sz="2025" b="0">
                          <a:solidFill>
                            <a:srgbClr val="18354C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[S08,S09,S20,S27]</a:t>
                      </a:r>
                    </a:p>
                  </a:txBody>
                  <a:tcPr marL="91440" marR="91440" marT="45720" marB="45720" anchor="t">
                    <a:lnR w="9525">
                      <a:solidFill>
                        <a:srgbClr val="D4DEE7"/>
                      </a:solidFill>
                      <a:prstDash val="solid"/>
                    </a:lnR>
                    <a:lnB w="9525">
                      <a:solidFill>
                        <a:srgbClr val="D4DEE7"/>
                      </a:solidFill>
                      <a:prstDash val="solid"/>
                    </a:lnB>
                    <a:solidFill>
                      <a:srgbClr val="EEF3F8"/>
                    </a:solidFill>
                  </a:tcPr>
                </a:tc>
                <a:tc>
                  <a:txBody>
                    <a:bodyPr wrap="square" lIns="114300" tIns="114300" rIns="114300" bIns="114300"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18354C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閾値・設定、承認、</a:t>
                      </a:r>
                    </a:p>
                    <a:p>
                      <a:r>
                        <a:rPr sz="2025" b="0">
                          <a:solidFill>
                            <a:srgbClr val="18354C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対象変更と異常時の対処</a:t>
                      </a:r>
                    </a:p>
                  </a:txBody>
                  <a:tcPr marL="91440" marR="91440" marT="45720" marB="45720" anchor="t">
                    <a:lnR w="9525">
                      <a:solidFill>
                        <a:srgbClr val="D4DEE7"/>
                      </a:solidFill>
                      <a:prstDash val="solid"/>
                    </a:lnR>
                    <a:lnB w="9525">
                      <a:solidFill>
                        <a:srgbClr val="D4DEE7"/>
                      </a:solidFill>
                      <a:prstDash val="solid"/>
                    </a:lnB>
                    <a:solidFill>
                      <a:srgbClr val="EEF3F8"/>
                    </a:solidFill>
                  </a:tcPr>
                </a:tc>
              </a:tr>
            </a:tbl>
          </a:graphicData>
        </a:graphic>
      </p:graphicFrame>
      <p:sp>
        <p:nvSpPr>
          <p:cNvPr id="4" name="limit">
            <a:extLst xmlns:a="http://schemas.openxmlformats.org/drawingml/2006/main">
              <a:ext uri="{FF2B5EF4-FFF2-40B4-BE49-F238E27FC236}">
                <a16:creationId xmlns:a16="http://schemas.microsoft.com/office/drawing/2014/main" id="{13AC51D8-D843-483C-A29C-8AA8D4FEFA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9591675"/>
            <a:ext cx="1604962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500" b="0">
                <a:solidFill>
                  <a:srgbClr val="64778A"/>
                </a:solidFill>
                <a:latin typeface="Noto Sans JP"/>
                <a:ea typeface="Noto Sans JP"/>
                <a:cs typeface="Noto Sans JP"/>
              </a:defRPr>
            </a:defPPr>
            <a:lvl1pPr>
              <a:defRPr sz="1500" b="0">
                <a:solidFill>
                  <a:srgbClr val="64778A"/>
                </a:solidFill>
                <a:latin typeface="Noto Sans JP"/>
                <a:ea typeface="Noto Sans JP"/>
                <a:cs typeface="Noto Sans JP"/>
              </a:defRPr>
            </a:lvl1pPr>
            <a:lvl2pPr>
              <a:defRPr sz="1500" b="0">
                <a:solidFill>
                  <a:srgbClr val="64778A"/>
                </a:solidFill>
                <a:latin typeface="Noto Sans JP"/>
                <a:ea typeface="Noto Sans JP"/>
                <a:cs typeface="Noto Sans JP"/>
              </a:defRPr>
            </a:lvl2pPr>
            <a:lvl3pPr>
              <a:defRPr sz="1500" b="0">
                <a:solidFill>
                  <a:srgbClr val="64778A"/>
                </a:solidFill>
                <a:latin typeface="Noto Sans JP"/>
                <a:ea typeface="Noto Sans JP"/>
                <a:cs typeface="Noto Sans JP"/>
              </a:defRPr>
            </a:lvl3pPr>
            <a:lvl4pPr>
              <a:defRPr sz="1500" b="0">
                <a:solidFill>
                  <a:srgbClr val="64778A"/>
                </a:solidFill>
                <a:latin typeface="Noto Sans JP"/>
                <a:ea typeface="Noto Sans JP"/>
                <a:cs typeface="Noto Sans JP"/>
              </a:defRPr>
            </a:lvl4pPr>
            <a:lvl5pPr>
              <a:defRPr sz="1500" b="0">
                <a:solidFill>
                  <a:srgbClr val="64778A"/>
                </a:solidFill>
                <a:latin typeface="Noto Sans JP"/>
                <a:ea typeface="Noto Sans JP"/>
                <a:cs typeface="Noto Sans JP"/>
              </a:defRPr>
            </a:lvl5pPr>
            <a:lvl6pPr>
              <a:defRPr sz="1500" b="0">
                <a:solidFill>
                  <a:srgbClr val="64778A"/>
                </a:solidFill>
                <a:latin typeface="Noto Sans JP"/>
                <a:ea typeface="Noto Sans JP"/>
                <a:cs typeface="Noto Sans JP"/>
              </a:defRPr>
            </a:lvl6pPr>
            <a:lvl7pPr>
              <a:defRPr sz="1500" b="0">
                <a:solidFill>
                  <a:srgbClr val="64778A"/>
                </a:solidFill>
                <a:latin typeface="Noto Sans JP"/>
                <a:ea typeface="Noto Sans JP"/>
                <a:cs typeface="Noto Sans JP"/>
              </a:defRPr>
            </a:lvl7pPr>
            <a:lvl8pPr>
              <a:defRPr sz="1500" b="0">
                <a:solidFill>
                  <a:srgbClr val="64778A"/>
                </a:solidFill>
                <a:latin typeface="Noto Sans JP"/>
                <a:ea typeface="Noto Sans JP"/>
                <a:cs typeface="Noto Sans JP"/>
              </a:defRPr>
            </a:lvl8pPr>
            <a:lvl9pPr>
              <a:defRPr sz="1500" b="0">
                <a:solidFill>
                  <a:srgbClr val="64778A"/>
                </a:solidFill>
                <a:latin typeface="Noto Sans JP"/>
                <a:ea typeface="Noto Sans JP"/>
                <a:cs typeface="Noto Sans JP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64778A"/>
                </a:solidFill>
                <a:latin typeface="Noto Sans JP"/>
                <a:ea typeface="Noto Sans JP"/>
                <a:cs typeface="Noto Sans JP"/>
              </a:defRPr>
            </a:pPr>
            <a:r>
              <a:rPr sz="1500" b="0">
                <a:solidFill>
                  <a:srgbClr val="64778A"/>
                </a:solidFill>
                <a:latin typeface="Noto Sans JP"/>
                <a:ea typeface="Noto Sans JP"/>
                <a:cs typeface="Noto Sans JP"/>
              </a:rPr>
              <a:t>方式分類は分析。全製品の内部アルゴリズムを確認したものではない。複数方式の併用もある。</a:t>
            </a:r>
          </a:p>
        </p:txBody>
      </p:sp>
      <p:sp>
        <p:nvSpPr>
          <p:cNvPr id="5" name="page">
            <a:extLst xmlns:a="http://schemas.openxmlformats.org/drawingml/2006/main">
              <a:ext uri="{FF2B5EF4-FFF2-40B4-BE49-F238E27FC236}">
                <a16:creationId xmlns:a16="http://schemas.microsoft.com/office/drawing/2014/main" id="{932AC567-B283-439C-8270-502398A5B9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078325" y="9667875"/>
            <a:ext cx="457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500" b="0">
                <a:solidFill>
                  <a:srgbClr val="64778A"/>
                </a:solidFill>
                <a:latin typeface="Noto Sans JP"/>
                <a:ea typeface="Noto Sans JP"/>
                <a:cs typeface="Noto Sans JP"/>
              </a:defRPr>
            </a:defPPr>
            <a:lvl1pPr>
              <a:defRPr sz="1500" b="0">
                <a:solidFill>
                  <a:srgbClr val="64778A"/>
                </a:solidFill>
                <a:latin typeface="Noto Sans JP"/>
                <a:ea typeface="Noto Sans JP"/>
                <a:cs typeface="Noto Sans JP"/>
              </a:defRPr>
            </a:lvl1pPr>
            <a:lvl2pPr>
              <a:defRPr sz="1500" b="0">
                <a:solidFill>
                  <a:srgbClr val="64778A"/>
                </a:solidFill>
                <a:latin typeface="Noto Sans JP"/>
                <a:ea typeface="Noto Sans JP"/>
                <a:cs typeface="Noto Sans JP"/>
              </a:defRPr>
            </a:lvl2pPr>
            <a:lvl3pPr>
              <a:defRPr sz="1500" b="0">
                <a:solidFill>
                  <a:srgbClr val="64778A"/>
                </a:solidFill>
                <a:latin typeface="Noto Sans JP"/>
                <a:ea typeface="Noto Sans JP"/>
                <a:cs typeface="Noto Sans JP"/>
              </a:defRPr>
            </a:lvl3pPr>
            <a:lvl4pPr>
              <a:defRPr sz="1500" b="0">
                <a:solidFill>
                  <a:srgbClr val="64778A"/>
                </a:solidFill>
                <a:latin typeface="Noto Sans JP"/>
                <a:ea typeface="Noto Sans JP"/>
                <a:cs typeface="Noto Sans JP"/>
              </a:defRPr>
            </a:lvl4pPr>
            <a:lvl5pPr>
              <a:defRPr sz="1500" b="0">
                <a:solidFill>
                  <a:srgbClr val="64778A"/>
                </a:solidFill>
                <a:latin typeface="Noto Sans JP"/>
                <a:ea typeface="Noto Sans JP"/>
                <a:cs typeface="Noto Sans JP"/>
              </a:defRPr>
            </a:lvl5pPr>
            <a:lvl6pPr>
              <a:defRPr sz="1500" b="0">
                <a:solidFill>
                  <a:srgbClr val="64778A"/>
                </a:solidFill>
                <a:latin typeface="Noto Sans JP"/>
                <a:ea typeface="Noto Sans JP"/>
                <a:cs typeface="Noto Sans JP"/>
              </a:defRPr>
            </a:lvl6pPr>
            <a:lvl7pPr>
              <a:defRPr sz="1500" b="0">
                <a:solidFill>
                  <a:srgbClr val="64778A"/>
                </a:solidFill>
                <a:latin typeface="Noto Sans JP"/>
                <a:ea typeface="Noto Sans JP"/>
                <a:cs typeface="Noto Sans JP"/>
              </a:defRPr>
            </a:lvl7pPr>
            <a:lvl8pPr>
              <a:defRPr sz="1500" b="0">
                <a:solidFill>
                  <a:srgbClr val="64778A"/>
                </a:solidFill>
                <a:latin typeface="Noto Sans JP"/>
                <a:ea typeface="Noto Sans JP"/>
                <a:cs typeface="Noto Sans JP"/>
              </a:defRPr>
            </a:lvl8pPr>
            <a:lvl9pPr>
              <a:defRPr sz="1500" b="0">
                <a:solidFill>
                  <a:srgbClr val="64778A"/>
                </a:solidFill>
                <a:latin typeface="Noto Sans JP"/>
                <a:ea typeface="Noto Sans JP"/>
                <a:cs typeface="Noto Sans JP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64778A"/>
                </a:solidFill>
                <a:latin typeface="Noto Sans JP"/>
                <a:ea typeface="Noto Sans JP"/>
                <a:cs typeface="Noto Sans JP"/>
              </a:defRPr>
            </a:pPr>
            <a:r>
              <a:rPr sz="1500" b="0">
                <a:solidFill>
                  <a:srgbClr val="64778A"/>
                </a:solidFill>
                <a:latin typeface="Noto Sans JP"/>
                <a:ea typeface="Noto Sans JP"/>
                <a:cs typeface="Noto Sans JP"/>
              </a:rPr>
              <a:t>09</a:t>
            </a:r>
          </a:p>
        </p:txBody>
      </p:sp>
      <p:sp>
        <p:nvSpPr>
          <p:cNvPr id="6" name="source-S01">
            <a:extLst xmlns:a="http://schemas.openxmlformats.org/drawingml/2006/main">
              <a:ext uri="{FF2B5EF4-FFF2-40B4-BE49-F238E27FC236}">
                <a16:creationId xmlns:a16="http://schemas.microsoft.com/office/drawing/2014/main" id="{0075653D-7283-43C6-BC64-EA75CE703D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9172575"/>
            <a:ext cx="9048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500" b="0">
                <a:solidFill>
                  <a:srgbClr val="225B92"/>
                </a:solidFill>
                <a:latin typeface="Noto Sans JP"/>
                <a:ea typeface="Noto Sans JP"/>
                <a:cs typeface="Noto Sans JP"/>
              </a:defRPr>
            </a:defPPr>
            <a:lvl1pPr>
              <a:defRPr sz="1500" b="0">
                <a:solidFill>
                  <a:srgbClr val="225B92"/>
                </a:solidFill>
                <a:latin typeface="Noto Sans JP"/>
                <a:ea typeface="Noto Sans JP"/>
                <a:cs typeface="Noto Sans JP"/>
              </a:defRPr>
            </a:lvl1pPr>
            <a:lvl2pPr>
              <a:defRPr sz="1500" b="0">
                <a:solidFill>
                  <a:srgbClr val="225B92"/>
                </a:solidFill>
                <a:latin typeface="Noto Sans JP"/>
                <a:ea typeface="Noto Sans JP"/>
                <a:cs typeface="Noto Sans JP"/>
              </a:defRPr>
            </a:lvl2pPr>
            <a:lvl3pPr>
              <a:defRPr sz="1500" b="0">
                <a:solidFill>
                  <a:srgbClr val="225B92"/>
                </a:solidFill>
                <a:latin typeface="Noto Sans JP"/>
                <a:ea typeface="Noto Sans JP"/>
                <a:cs typeface="Noto Sans JP"/>
              </a:defRPr>
            </a:lvl3pPr>
            <a:lvl4pPr>
              <a:defRPr sz="1500" b="0">
                <a:solidFill>
                  <a:srgbClr val="225B92"/>
                </a:solidFill>
                <a:latin typeface="Noto Sans JP"/>
                <a:ea typeface="Noto Sans JP"/>
                <a:cs typeface="Noto Sans JP"/>
              </a:defRPr>
            </a:lvl4pPr>
            <a:lvl5pPr>
              <a:defRPr sz="1500" b="0">
                <a:solidFill>
                  <a:srgbClr val="225B92"/>
                </a:solidFill>
                <a:latin typeface="Noto Sans JP"/>
                <a:ea typeface="Noto Sans JP"/>
                <a:cs typeface="Noto Sans JP"/>
              </a:defRPr>
            </a:lvl5pPr>
            <a:lvl6pPr>
              <a:defRPr sz="1500" b="0">
                <a:solidFill>
                  <a:srgbClr val="225B92"/>
                </a:solidFill>
                <a:latin typeface="Noto Sans JP"/>
                <a:ea typeface="Noto Sans JP"/>
                <a:cs typeface="Noto Sans JP"/>
              </a:defRPr>
            </a:lvl6pPr>
            <a:lvl7pPr>
              <a:defRPr sz="1500" b="0">
                <a:solidFill>
                  <a:srgbClr val="225B92"/>
                </a:solidFill>
                <a:latin typeface="Noto Sans JP"/>
                <a:ea typeface="Noto Sans JP"/>
                <a:cs typeface="Noto Sans JP"/>
              </a:defRPr>
            </a:lvl7pPr>
            <a:lvl8pPr>
              <a:defRPr sz="1500" b="0">
                <a:solidFill>
                  <a:srgbClr val="225B92"/>
                </a:solidFill>
                <a:latin typeface="Noto Sans JP"/>
                <a:ea typeface="Noto Sans JP"/>
                <a:cs typeface="Noto Sans JP"/>
              </a:defRPr>
            </a:lvl8pPr>
            <a:lvl9pPr>
              <a:defRPr sz="1500" b="0">
                <a:solidFill>
                  <a:srgbClr val="225B92"/>
                </a:solidFill>
                <a:latin typeface="Noto Sans JP"/>
                <a:ea typeface="Noto Sans JP"/>
                <a:cs typeface="Noto Sans JP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225B92"/>
                </a:solidFill>
                <a:latin typeface="Noto Sans JP"/>
                <a:ea typeface="Noto Sans JP"/>
                <a:cs typeface="Noto Sans JP"/>
              </a:defRPr>
            </a:pPr>
            <a:r>
              <a:rPr sz="1500" b="0">
                <a:solidFill>
                  <a:srgbClr val="225B92"/>
                </a:solidFill>
                <a:latin typeface="Noto Sans JP"/>
                <a:ea typeface="Noto Sans JP"/>
                <a:cs typeface="Noto Sans JP"/>
                <a:hlinkClick xmlns:r="http://schemas.openxmlformats.org/officeDocument/2006/relationships" r:id="Rd96948a568fe4564"/>
              </a:rPr>
              <a:t>S01</a:t>
            </a:r>
          </a:p>
        </p:txBody>
      </p:sp>
      <p:sp>
        <p:nvSpPr>
          <p:cNvPr id="7" name="source-S04">
            <a:extLst xmlns:a="http://schemas.openxmlformats.org/drawingml/2006/main">
              <a:ext uri="{FF2B5EF4-FFF2-40B4-BE49-F238E27FC236}">
                <a16:creationId xmlns:a16="http://schemas.microsoft.com/office/drawing/2014/main" id="{8BB2CD5A-7E67-4CB5-821D-FEC520D495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81175" y="9172575"/>
            <a:ext cx="9048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500" b="0">
                <a:solidFill>
                  <a:srgbClr val="225B92"/>
                </a:solidFill>
                <a:latin typeface="Noto Sans JP"/>
                <a:ea typeface="Noto Sans JP"/>
                <a:cs typeface="Noto Sans JP"/>
              </a:defRPr>
            </a:defPPr>
            <a:lvl1pPr>
              <a:defRPr sz="1500" b="0">
                <a:solidFill>
                  <a:srgbClr val="225B92"/>
                </a:solidFill>
                <a:latin typeface="Noto Sans JP"/>
                <a:ea typeface="Noto Sans JP"/>
                <a:cs typeface="Noto Sans JP"/>
              </a:defRPr>
            </a:lvl1pPr>
            <a:lvl2pPr>
              <a:defRPr sz="1500" b="0">
                <a:solidFill>
                  <a:srgbClr val="225B92"/>
                </a:solidFill>
                <a:latin typeface="Noto Sans JP"/>
                <a:ea typeface="Noto Sans JP"/>
                <a:cs typeface="Noto Sans JP"/>
              </a:defRPr>
            </a:lvl2pPr>
            <a:lvl3pPr>
              <a:defRPr sz="1500" b="0">
                <a:solidFill>
                  <a:srgbClr val="225B92"/>
                </a:solidFill>
                <a:latin typeface="Noto Sans JP"/>
                <a:ea typeface="Noto Sans JP"/>
                <a:cs typeface="Noto Sans JP"/>
              </a:defRPr>
            </a:lvl3pPr>
            <a:lvl4pPr>
              <a:defRPr sz="1500" b="0">
                <a:solidFill>
                  <a:srgbClr val="225B92"/>
                </a:solidFill>
                <a:latin typeface="Noto Sans JP"/>
                <a:ea typeface="Noto Sans JP"/>
                <a:cs typeface="Noto Sans JP"/>
              </a:defRPr>
            </a:lvl4pPr>
            <a:lvl5pPr>
              <a:defRPr sz="1500" b="0">
                <a:solidFill>
                  <a:srgbClr val="225B92"/>
                </a:solidFill>
                <a:latin typeface="Noto Sans JP"/>
                <a:ea typeface="Noto Sans JP"/>
                <a:cs typeface="Noto Sans JP"/>
              </a:defRPr>
            </a:lvl5pPr>
            <a:lvl6pPr>
              <a:defRPr sz="1500" b="0">
                <a:solidFill>
                  <a:srgbClr val="225B92"/>
                </a:solidFill>
                <a:latin typeface="Noto Sans JP"/>
                <a:ea typeface="Noto Sans JP"/>
                <a:cs typeface="Noto Sans JP"/>
              </a:defRPr>
            </a:lvl6pPr>
            <a:lvl7pPr>
              <a:defRPr sz="1500" b="0">
                <a:solidFill>
                  <a:srgbClr val="225B92"/>
                </a:solidFill>
                <a:latin typeface="Noto Sans JP"/>
                <a:ea typeface="Noto Sans JP"/>
                <a:cs typeface="Noto Sans JP"/>
              </a:defRPr>
            </a:lvl7pPr>
            <a:lvl8pPr>
              <a:defRPr sz="1500" b="0">
                <a:solidFill>
                  <a:srgbClr val="225B92"/>
                </a:solidFill>
                <a:latin typeface="Noto Sans JP"/>
                <a:ea typeface="Noto Sans JP"/>
                <a:cs typeface="Noto Sans JP"/>
              </a:defRPr>
            </a:lvl8pPr>
            <a:lvl9pPr>
              <a:defRPr sz="1500" b="0">
                <a:solidFill>
                  <a:srgbClr val="225B92"/>
                </a:solidFill>
                <a:latin typeface="Noto Sans JP"/>
                <a:ea typeface="Noto Sans JP"/>
                <a:cs typeface="Noto Sans JP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225B92"/>
                </a:solidFill>
                <a:latin typeface="Noto Sans JP"/>
                <a:ea typeface="Noto Sans JP"/>
                <a:cs typeface="Noto Sans JP"/>
              </a:defRPr>
            </a:pPr>
            <a:r>
              <a:rPr sz="1500" b="0">
                <a:solidFill>
                  <a:srgbClr val="225B92"/>
                </a:solidFill>
                <a:latin typeface="Noto Sans JP"/>
                <a:ea typeface="Noto Sans JP"/>
                <a:cs typeface="Noto Sans JP"/>
                <a:hlinkClick xmlns:r="http://schemas.openxmlformats.org/officeDocument/2006/relationships" r:id="R9ef9ef4cd23d4b92"/>
              </a:rPr>
              <a:t>S04</a:t>
            </a:r>
          </a:p>
        </p:txBody>
      </p:sp>
      <p:sp>
        <p:nvSpPr>
          <p:cNvPr id="8" name="source-S07">
            <a:extLst xmlns:a="http://schemas.openxmlformats.org/drawingml/2006/main">
              <a:ext uri="{FF2B5EF4-FFF2-40B4-BE49-F238E27FC236}">
                <a16:creationId xmlns:a16="http://schemas.microsoft.com/office/drawing/2014/main" id="{656752C6-08AA-4244-B3A3-8239D9DC2D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9172575"/>
            <a:ext cx="9048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500" b="0">
                <a:solidFill>
                  <a:srgbClr val="225B92"/>
                </a:solidFill>
                <a:latin typeface="Noto Sans JP"/>
                <a:ea typeface="Noto Sans JP"/>
                <a:cs typeface="Noto Sans JP"/>
              </a:defRPr>
            </a:defPPr>
            <a:lvl1pPr>
              <a:defRPr sz="1500" b="0">
                <a:solidFill>
                  <a:srgbClr val="225B92"/>
                </a:solidFill>
                <a:latin typeface="Noto Sans JP"/>
                <a:ea typeface="Noto Sans JP"/>
                <a:cs typeface="Noto Sans JP"/>
              </a:defRPr>
            </a:lvl1pPr>
            <a:lvl2pPr>
              <a:defRPr sz="1500" b="0">
                <a:solidFill>
                  <a:srgbClr val="225B92"/>
                </a:solidFill>
                <a:latin typeface="Noto Sans JP"/>
                <a:ea typeface="Noto Sans JP"/>
                <a:cs typeface="Noto Sans JP"/>
              </a:defRPr>
            </a:lvl2pPr>
            <a:lvl3pPr>
              <a:defRPr sz="1500" b="0">
                <a:solidFill>
                  <a:srgbClr val="225B92"/>
                </a:solidFill>
                <a:latin typeface="Noto Sans JP"/>
                <a:ea typeface="Noto Sans JP"/>
                <a:cs typeface="Noto Sans JP"/>
              </a:defRPr>
            </a:lvl3pPr>
            <a:lvl4pPr>
              <a:defRPr sz="1500" b="0">
                <a:solidFill>
                  <a:srgbClr val="225B92"/>
                </a:solidFill>
                <a:latin typeface="Noto Sans JP"/>
                <a:ea typeface="Noto Sans JP"/>
                <a:cs typeface="Noto Sans JP"/>
              </a:defRPr>
            </a:lvl4pPr>
            <a:lvl5pPr>
              <a:defRPr sz="1500" b="0">
                <a:solidFill>
                  <a:srgbClr val="225B92"/>
                </a:solidFill>
                <a:latin typeface="Noto Sans JP"/>
                <a:ea typeface="Noto Sans JP"/>
                <a:cs typeface="Noto Sans JP"/>
              </a:defRPr>
            </a:lvl5pPr>
            <a:lvl6pPr>
              <a:defRPr sz="1500" b="0">
                <a:solidFill>
                  <a:srgbClr val="225B92"/>
                </a:solidFill>
                <a:latin typeface="Noto Sans JP"/>
                <a:ea typeface="Noto Sans JP"/>
                <a:cs typeface="Noto Sans JP"/>
              </a:defRPr>
            </a:lvl6pPr>
            <a:lvl7pPr>
              <a:defRPr sz="1500" b="0">
                <a:solidFill>
                  <a:srgbClr val="225B92"/>
                </a:solidFill>
                <a:latin typeface="Noto Sans JP"/>
                <a:ea typeface="Noto Sans JP"/>
                <a:cs typeface="Noto Sans JP"/>
              </a:defRPr>
            </a:lvl7pPr>
            <a:lvl8pPr>
              <a:defRPr sz="1500" b="0">
                <a:solidFill>
                  <a:srgbClr val="225B92"/>
                </a:solidFill>
                <a:latin typeface="Noto Sans JP"/>
                <a:ea typeface="Noto Sans JP"/>
                <a:cs typeface="Noto Sans JP"/>
              </a:defRPr>
            </a:lvl8pPr>
            <a:lvl9pPr>
              <a:defRPr sz="1500" b="0">
                <a:solidFill>
                  <a:srgbClr val="225B92"/>
                </a:solidFill>
                <a:latin typeface="Noto Sans JP"/>
                <a:ea typeface="Noto Sans JP"/>
                <a:cs typeface="Noto Sans JP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225B92"/>
                </a:solidFill>
                <a:latin typeface="Noto Sans JP"/>
                <a:ea typeface="Noto Sans JP"/>
                <a:cs typeface="Noto Sans JP"/>
              </a:defRPr>
            </a:pPr>
            <a:r>
              <a:rPr sz="1500" b="0">
                <a:solidFill>
                  <a:srgbClr val="225B92"/>
                </a:solidFill>
                <a:latin typeface="Noto Sans JP"/>
                <a:ea typeface="Noto Sans JP"/>
                <a:cs typeface="Noto Sans JP"/>
                <a:hlinkClick xmlns:r="http://schemas.openxmlformats.org/officeDocument/2006/relationships" r:id="R4b722a26c1b14d88"/>
              </a:rPr>
              <a:t>S07</a:t>
            </a:r>
          </a:p>
        </p:txBody>
      </p:sp>
      <p:sp>
        <p:nvSpPr>
          <p:cNvPr id="9" name="source-S12">
            <a:extLst xmlns:a="http://schemas.openxmlformats.org/drawingml/2006/main">
              <a:ext uri="{FF2B5EF4-FFF2-40B4-BE49-F238E27FC236}">
                <a16:creationId xmlns:a16="http://schemas.microsoft.com/office/drawing/2014/main" id="{20F4359B-D407-4DE3-BBFC-D022AAB0DA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81425" y="9172575"/>
            <a:ext cx="9048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500" b="0">
                <a:solidFill>
                  <a:srgbClr val="225B92"/>
                </a:solidFill>
                <a:latin typeface="Noto Sans JP"/>
                <a:ea typeface="Noto Sans JP"/>
                <a:cs typeface="Noto Sans JP"/>
              </a:defRPr>
            </a:defPPr>
            <a:lvl1pPr>
              <a:defRPr sz="1500" b="0">
                <a:solidFill>
                  <a:srgbClr val="225B92"/>
                </a:solidFill>
                <a:latin typeface="Noto Sans JP"/>
                <a:ea typeface="Noto Sans JP"/>
                <a:cs typeface="Noto Sans JP"/>
              </a:defRPr>
            </a:lvl1pPr>
            <a:lvl2pPr>
              <a:defRPr sz="1500" b="0">
                <a:solidFill>
                  <a:srgbClr val="225B92"/>
                </a:solidFill>
                <a:latin typeface="Noto Sans JP"/>
                <a:ea typeface="Noto Sans JP"/>
                <a:cs typeface="Noto Sans JP"/>
              </a:defRPr>
            </a:lvl2pPr>
            <a:lvl3pPr>
              <a:defRPr sz="1500" b="0">
                <a:solidFill>
                  <a:srgbClr val="225B92"/>
                </a:solidFill>
                <a:latin typeface="Noto Sans JP"/>
                <a:ea typeface="Noto Sans JP"/>
                <a:cs typeface="Noto Sans JP"/>
              </a:defRPr>
            </a:lvl3pPr>
            <a:lvl4pPr>
              <a:defRPr sz="1500" b="0">
                <a:solidFill>
                  <a:srgbClr val="225B92"/>
                </a:solidFill>
                <a:latin typeface="Noto Sans JP"/>
                <a:ea typeface="Noto Sans JP"/>
                <a:cs typeface="Noto Sans JP"/>
              </a:defRPr>
            </a:lvl4pPr>
            <a:lvl5pPr>
              <a:defRPr sz="1500" b="0">
                <a:solidFill>
                  <a:srgbClr val="225B92"/>
                </a:solidFill>
                <a:latin typeface="Noto Sans JP"/>
                <a:ea typeface="Noto Sans JP"/>
                <a:cs typeface="Noto Sans JP"/>
              </a:defRPr>
            </a:lvl5pPr>
            <a:lvl6pPr>
              <a:defRPr sz="1500" b="0">
                <a:solidFill>
                  <a:srgbClr val="225B92"/>
                </a:solidFill>
                <a:latin typeface="Noto Sans JP"/>
                <a:ea typeface="Noto Sans JP"/>
                <a:cs typeface="Noto Sans JP"/>
              </a:defRPr>
            </a:lvl6pPr>
            <a:lvl7pPr>
              <a:defRPr sz="1500" b="0">
                <a:solidFill>
                  <a:srgbClr val="225B92"/>
                </a:solidFill>
                <a:latin typeface="Noto Sans JP"/>
                <a:ea typeface="Noto Sans JP"/>
                <a:cs typeface="Noto Sans JP"/>
              </a:defRPr>
            </a:lvl7pPr>
            <a:lvl8pPr>
              <a:defRPr sz="1500" b="0">
                <a:solidFill>
                  <a:srgbClr val="225B92"/>
                </a:solidFill>
                <a:latin typeface="Noto Sans JP"/>
                <a:ea typeface="Noto Sans JP"/>
                <a:cs typeface="Noto Sans JP"/>
              </a:defRPr>
            </a:lvl8pPr>
            <a:lvl9pPr>
              <a:defRPr sz="1500" b="0">
                <a:solidFill>
                  <a:srgbClr val="225B92"/>
                </a:solidFill>
                <a:latin typeface="Noto Sans JP"/>
                <a:ea typeface="Noto Sans JP"/>
                <a:cs typeface="Noto Sans JP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225B92"/>
                </a:solidFill>
                <a:latin typeface="Noto Sans JP"/>
                <a:ea typeface="Noto Sans JP"/>
                <a:cs typeface="Noto Sans JP"/>
              </a:defRPr>
            </a:pPr>
            <a:r>
              <a:rPr sz="1500" b="0">
                <a:solidFill>
                  <a:srgbClr val="225B92"/>
                </a:solidFill>
                <a:latin typeface="Noto Sans JP"/>
                <a:ea typeface="Noto Sans JP"/>
                <a:cs typeface="Noto Sans JP"/>
                <a:hlinkClick xmlns:r="http://schemas.openxmlformats.org/officeDocument/2006/relationships" r:id="R1843f63390b94e0c"/>
              </a:rPr>
              <a:t>S12</a:t>
            </a:r>
          </a:p>
        </p:txBody>
      </p:sp>
      <p:sp>
        <p:nvSpPr>
          <p:cNvPr id="10" name="source-S17">
            <a:extLst xmlns:a="http://schemas.openxmlformats.org/drawingml/2006/main">
              <a:ext uri="{FF2B5EF4-FFF2-40B4-BE49-F238E27FC236}">
                <a16:creationId xmlns:a16="http://schemas.microsoft.com/office/drawing/2014/main" id="{BA177849-17FD-4F37-93EE-BFCC209B53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9172575"/>
            <a:ext cx="9048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500" b="0">
                <a:solidFill>
                  <a:srgbClr val="225B92"/>
                </a:solidFill>
                <a:latin typeface="Noto Sans JP"/>
                <a:ea typeface="Noto Sans JP"/>
                <a:cs typeface="Noto Sans JP"/>
              </a:defRPr>
            </a:defPPr>
            <a:lvl1pPr>
              <a:defRPr sz="1500" b="0">
                <a:solidFill>
                  <a:srgbClr val="225B92"/>
                </a:solidFill>
                <a:latin typeface="Noto Sans JP"/>
                <a:ea typeface="Noto Sans JP"/>
                <a:cs typeface="Noto Sans JP"/>
              </a:defRPr>
            </a:lvl1pPr>
            <a:lvl2pPr>
              <a:defRPr sz="1500" b="0">
                <a:solidFill>
                  <a:srgbClr val="225B92"/>
                </a:solidFill>
                <a:latin typeface="Noto Sans JP"/>
                <a:ea typeface="Noto Sans JP"/>
                <a:cs typeface="Noto Sans JP"/>
              </a:defRPr>
            </a:lvl2pPr>
            <a:lvl3pPr>
              <a:defRPr sz="1500" b="0">
                <a:solidFill>
                  <a:srgbClr val="225B92"/>
                </a:solidFill>
                <a:latin typeface="Noto Sans JP"/>
                <a:ea typeface="Noto Sans JP"/>
                <a:cs typeface="Noto Sans JP"/>
              </a:defRPr>
            </a:lvl3pPr>
            <a:lvl4pPr>
              <a:defRPr sz="1500" b="0">
                <a:solidFill>
                  <a:srgbClr val="225B92"/>
                </a:solidFill>
                <a:latin typeface="Noto Sans JP"/>
                <a:ea typeface="Noto Sans JP"/>
                <a:cs typeface="Noto Sans JP"/>
              </a:defRPr>
            </a:lvl4pPr>
            <a:lvl5pPr>
              <a:defRPr sz="1500" b="0">
                <a:solidFill>
                  <a:srgbClr val="225B92"/>
                </a:solidFill>
                <a:latin typeface="Noto Sans JP"/>
                <a:ea typeface="Noto Sans JP"/>
                <a:cs typeface="Noto Sans JP"/>
              </a:defRPr>
            </a:lvl5pPr>
            <a:lvl6pPr>
              <a:defRPr sz="1500" b="0">
                <a:solidFill>
                  <a:srgbClr val="225B92"/>
                </a:solidFill>
                <a:latin typeface="Noto Sans JP"/>
                <a:ea typeface="Noto Sans JP"/>
                <a:cs typeface="Noto Sans JP"/>
              </a:defRPr>
            </a:lvl6pPr>
            <a:lvl7pPr>
              <a:defRPr sz="1500" b="0">
                <a:solidFill>
                  <a:srgbClr val="225B92"/>
                </a:solidFill>
                <a:latin typeface="Noto Sans JP"/>
                <a:ea typeface="Noto Sans JP"/>
                <a:cs typeface="Noto Sans JP"/>
              </a:defRPr>
            </a:lvl7pPr>
            <a:lvl8pPr>
              <a:defRPr sz="1500" b="0">
                <a:solidFill>
                  <a:srgbClr val="225B92"/>
                </a:solidFill>
                <a:latin typeface="Noto Sans JP"/>
                <a:ea typeface="Noto Sans JP"/>
                <a:cs typeface="Noto Sans JP"/>
              </a:defRPr>
            </a:lvl8pPr>
            <a:lvl9pPr>
              <a:defRPr sz="1500" b="0">
                <a:solidFill>
                  <a:srgbClr val="225B92"/>
                </a:solidFill>
                <a:latin typeface="Noto Sans JP"/>
                <a:ea typeface="Noto Sans JP"/>
                <a:cs typeface="Noto Sans JP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225B92"/>
                </a:solidFill>
                <a:latin typeface="Noto Sans JP"/>
                <a:ea typeface="Noto Sans JP"/>
                <a:cs typeface="Noto Sans JP"/>
              </a:defRPr>
            </a:pPr>
            <a:r>
              <a:rPr sz="1500" b="0">
                <a:solidFill>
                  <a:srgbClr val="225B92"/>
                </a:solidFill>
                <a:latin typeface="Noto Sans JP"/>
                <a:ea typeface="Noto Sans JP"/>
                <a:cs typeface="Noto Sans JP"/>
                <a:hlinkClick xmlns:r="http://schemas.openxmlformats.org/officeDocument/2006/relationships" r:id="R8997f6de7187406e"/>
              </a:rPr>
              <a:t>S17</a:t>
            </a:r>
          </a:p>
        </p:txBody>
      </p:sp>
      <p:sp>
        <p:nvSpPr>
          <p:cNvPr id="11" name="source-S27">
            <a:extLst xmlns:a="http://schemas.openxmlformats.org/drawingml/2006/main">
              <a:ext uri="{FF2B5EF4-FFF2-40B4-BE49-F238E27FC236}">
                <a16:creationId xmlns:a16="http://schemas.microsoft.com/office/drawing/2014/main" id="{5FD3C4AB-BCE6-4456-B11A-547284067E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81675" y="9172575"/>
            <a:ext cx="9048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500" b="0">
                <a:solidFill>
                  <a:srgbClr val="225B92"/>
                </a:solidFill>
                <a:latin typeface="Noto Sans JP"/>
                <a:ea typeface="Noto Sans JP"/>
                <a:cs typeface="Noto Sans JP"/>
              </a:defRPr>
            </a:defPPr>
            <a:lvl1pPr>
              <a:defRPr sz="1500" b="0">
                <a:solidFill>
                  <a:srgbClr val="225B92"/>
                </a:solidFill>
                <a:latin typeface="Noto Sans JP"/>
                <a:ea typeface="Noto Sans JP"/>
                <a:cs typeface="Noto Sans JP"/>
              </a:defRPr>
            </a:lvl1pPr>
            <a:lvl2pPr>
              <a:defRPr sz="1500" b="0">
                <a:solidFill>
                  <a:srgbClr val="225B92"/>
                </a:solidFill>
                <a:latin typeface="Noto Sans JP"/>
                <a:ea typeface="Noto Sans JP"/>
                <a:cs typeface="Noto Sans JP"/>
              </a:defRPr>
            </a:lvl2pPr>
            <a:lvl3pPr>
              <a:defRPr sz="1500" b="0">
                <a:solidFill>
                  <a:srgbClr val="225B92"/>
                </a:solidFill>
                <a:latin typeface="Noto Sans JP"/>
                <a:ea typeface="Noto Sans JP"/>
                <a:cs typeface="Noto Sans JP"/>
              </a:defRPr>
            </a:lvl3pPr>
            <a:lvl4pPr>
              <a:defRPr sz="1500" b="0">
                <a:solidFill>
                  <a:srgbClr val="225B92"/>
                </a:solidFill>
                <a:latin typeface="Noto Sans JP"/>
                <a:ea typeface="Noto Sans JP"/>
                <a:cs typeface="Noto Sans JP"/>
              </a:defRPr>
            </a:lvl4pPr>
            <a:lvl5pPr>
              <a:defRPr sz="1500" b="0">
                <a:solidFill>
                  <a:srgbClr val="225B92"/>
                </a:solidFill>
                <a:latin typeface="Noto Sans JP"/>
                <a:ea typeface="Noto Sans JP"/>
                <a:cs typeface="Noto Sans JP"/>
              </a:defRPr>
            </a:lvl5pPr>
            <a:lvl6pPr>
              <a:defRPr sz="1500" b="0">
                <a:solidFill>
                  <a:srgbClr val="225B92"/>
                </a:solidFill>
                <a:latin typeface="Noto Sans JP"/>
                <a:ea typeface="Noto Sans JP"/>
                <a:cs typeface="Noto Sans JP"/>
              </a:defRPr>
            </a:lvl6pPr>
            <a:lvl7pPr>
              <a:defRPr sz="1500" b="0">
                <a:solidFill>
                  <a:srgbClr val="225B92"/>
                </a:solidFill>
                <a:latin typeface="Noto Sans JP"/>
                <a:ea typeface="Noto Sans JP"/>
                <a:cs typeface="Noto Sans JP"/>
              </a:defRPr>
            </a:lvl7pPr>
            <a:lvl8pPr>
              <a:defRPr sz="1500" b="0">
                <a:solidFill>
                  <a:srgbClr val="225B92"/>
                </a:solidFill>
                <a:latin typeface="Noto Sans JP"/>
                <a:ea typeface="Noto Sans JP"/>
                <a:cs typeface="Noto Sans JP"/>
              </a:defRPr>
            </a:lvl8pPr>
            <a:lvl9pPr>
              <a:defRPr sz="1500" b="0">
                <a:solidFill>
                  <a:srgbClr val="225B92"/>
                </a:solidFill>
                <a:latin typeface="Noto Sans JP"/>
                <a:ea typeface="Noto Sans JP"/>
                <a:cs typeface="Noto Sans JP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225B92"/>
                </a:solidFill>
                <a:latin typeface="Noto Sans JP"/>
                <a:ea typeface="Noto Sans JP"/>
                <a:cs typeface="Noto Sans JP"/>
              </a:defRPr>
            </a:pPr>
            <a:r>
              <a:rPr sz="1500" b="0">
                <a:solidFill>
                  <a:srgbClr val="225B92"/>
                </a:solidFill>
                <a:latin typeface="Noto Sans JP"/>
                <a:ea typeface="Noto Sans JP"/>
                <a:cs typeface="Noto Sans JP"/>
                <a:hlinkClick xmlns:r="http://schemas.openxmlformats.org/officeDocument/2006/relationships" r:id="R81e333c09344435c"/>
              </a:rPr>
              <a:t>S27</a:t>
            </a:r>
          </a:p>
        </p:txBody>
      </p:sp>
    </p:spTree>
    <p:extLst>
      <p:ext uri="{BB962C8B-B14F-4D97-AF65-F5344CB8AC3E}">
        <p14:creationId xmlns:p14="http://schemas.microsoft.com/office/powerpoint/2010/main" val="946070585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title">
            <a:extLst xmlns:a="http://schemas.openxmlformats.org/drawingml/2006/main">
              <a:ext uri="{FF2B5EF4-FFF2-40B4-BE49-F238E27FC236}">
                <a16:creationId xmlns:a16="http://schemas.microsoft.com/office/drawing/2014/main" id="{351DE742-359E-4B18-A370-543838DC25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57200"/>
            <a:ext cx="16764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3375" b="1">
                <a:solidFill>
                  <a:srgbClr val="18354C"/>
                </a:solidFill>
                <a:latin typeface="Noto Sans JP"/>
                <a:ea typeface="Noto Sans JP"/>
                <a:cs typeface="Noto Sans JP"/>
              </a:defRPr>
            </a:defPPr>
            <a:lvl1pPr>
              <a:defRPr sz="3375" b="1">
                <a:solidFill>
                  <a:srgbClr val="18354C"/>
                </a:solidFill>
                <a:latin typeface="Noto Sans JP"/>
                <a:ea typeface="Noto Sans JP"/>
                <a:cs typeface="Noto Sans JP"/>
              </a:defRPr>
            </a:lvl1pPr>
            <a:lvl2pPr>
              <a:defRPr sz="3375" b="1">
                <a:solidFill>
                  <a:srgbClr val="18354C"/>
                </a:solidFill>
                <a:latin typeface="Noto Sans JP"/>
                <a:ea typeface="Noto Sans JP"/>
                <a:cs typeface="Noto Sans JP"/>
              </a:defRPr>
            </a:lvl2pPr>
            <a:lvl3pPr>
              <a:defRPr sz="3375" b="1">
                <a:solidFill>
                  <a:srgbClr val="18354C"/>
                </a:solidFill>
                <a:latin typeface="Noto Sans JP"/>
                <a:ea typeface="Noto Sans JP"/>
                <a:cs typeface="Noto Sans JP"/>
              </a:defRPr>
            </a:lvl3pPr>
            <a:lvl4pPr>
              <a:defRPr sz="3375" b="1">
                <a:solidFill>
                  <a:srgbClr val="18354C"/>
                </a:solidFill>
                <a:latin typeface="Noto Sans JP"/>
                <a:ea typeface="Noto Sans JP"/>
                <a:cs typeface="Noto Sans JP"/>
              </a:defRPr>
            </a:lvl4pPr>
            <a:lvl5pPr>
              <a:defRPr sz="3375" b="1">
                <a:solidFill>
                  <a:srgbClr val="18354C"/>
                </a:solidFill>
                <a:latin typeface="Noto Sans JP"/>
                <a:ea typeface="Noto Sans JP"/>
                <a:cs typeface="Noto Sans JP"/>
              </a:defRPr>
            </a:lvl5pPr>
            <a:lvl6pPr>
              <a:defRPr sz="3375" b="1">
                <a:solidFill>
                  <a:srgbClr val="18354C"/>
                </a:solidFill>
                <a:latin typeface="Noto Sans JP"/>
                <a:ea typeface="Noto Sans JP"/>
                <a:cs typeface="Noto Sans JP"/>
              </a:defRPr>
            </a:lvl6pPr>
            <a:lvl7pPr>
              <a:defRPr sz="3375" b="1">
                <a:solidFill>
                  <a:srgbClr val="18354C"/>
                </a:solidFill>
                <a:latin typeface="Noto Sans JP"/>
                <a:ea typeface="Noto Sans JP"/>
                <a:cs typeface="Noto Sans JP"/>
              </a:defRPr>
            </a:lvl7pPr>
            <a:lvl8pPr>
              <a:defRPr sz="3375" b="1">
                <a:solidFill>
                  <a:srgbClr val="18354C"/>
                </a:solidFill>
                <a:latin typeface="Noto Sans JP"/>
                <a:ea typeface="Noto Sans JP"/>
                <a:cs typeface="Noto Sans JP"/>
              </a:defRPr>
            </a:lvl8pPr>
            <a:lvl9pPr>
              <a:defRPr sz="3375" b="1">
                <a:solidFill>
                  <a:srgbClr val="18354C"/>
                </a:solidFill>
                <a:latin typeface="Noto Sans JP"/>
                <a:ea typeface="Noto Sans JP"/>
                <a:cs typeface="Noto Sans JP"/>
              </a:defRPr>
            </a:lvl9pPr>
          </a:lstStyle>
          <a:p xmlns:a="http://schemas.openxmlformats.org/drawingml/2006/main">
            <a:pPr>
              <a:defRPr sz="3375" b="1">
                <a:solidFill>
                  <a:srgbClr val="18354C"/>
                </a:solidFill>
                <a:latin typeface="Noto Sans JP"/>
                <a:ea typeface="Noto Sans JP"/>
                <a:cs typeface="Noto Sans JP"/>
              </a:defRPr>
            </a:pPr>
            <a:r>
              <a:rPr sz="3375" b="1">
                <a:solidFill>
                  <a:srgbClr val="18354C"/>
                </a:solidFill>
                <a:latin typeface="Noto Sans JP"/>
                <a:ea typeface="Noto Sans JP"/>
                <a:cs typeface="Noto Sans JP"/>
              </a:rPr>
              <a:t>2024年からの変化は 支援する仕事の広がりにある</a:t>
            </a:r>
          </a:p>
        </p:txBody>
      </p:sp>
      <p:sp>
        <p:nvSpPr>
          <p:cNvPr id="2" name="context">
            <a:extLst xmlns:a="http://schemas.openxmlformats.org/drawingml/2006/main">
              <a:ext uri="{FF2B5EF4-FFF2-40B4-BE49-F238E27FC236}">
                <a16:creationId xmlns:a16="http://schemas.microsoft.com/office/drawing/2014/main" id="{1761F2C4-F5A9-42AC-BE50-612C3F38BE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438275"/>
            <a:ext cx="167259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950" b="0">
                <a:solidFill>
                  <a:srgbClr val="64778A"/>
                </a:solidFill>
                <a:latin typeface="Noto Sans JP"/>
                <a:ea typeface="Noto Sans JP"/>
                <a:cs typeface="Noto Sans JP"/>
              </a:defRPr>
            </a:defPPr>
            <a:lvl1pPr>
              <a:defRPr sz="1950" b="0">
                <a:solidFill>
                  <a:srgbClr val="64778A"/>
                </a:solidFill>
                <a:latin typeface="Noto Sans JP"/>
                <a:ea typeface="Noto Sans JP"/>
                <a:cs typeface="Noto Sans JP"/>
              </a:defRPr>
            </a:lvl1pPr>
            <a:lvl2pPr>
              <a:defRPr sz="1950" b="0">
                <a:solidFill>
                  <a:srgbClr val="64778A"/>
                </a:solidFill>
                <a:latin typeface="Noto Sans JP"/>
                <a:ea typeface="Noto Sans JP"/>
                <a:cs typeface="Noto Sans JP"/>
              </a:defRPr>
            </a:lvl2pPr>
            <a:lvl3pPr>
              <a:defRPr sz="1950" b="0">
                <a:solidFill>
                  <a:srgbClr val="64778A"/>
                </a:solidFill>
                <a:latin typeface="Noto Sans JP"/>
                <a:ea typeface="Noto Sans JP"/>
                <a:cs typeface="Noto Sans JP"/>
              </a:defRPr>
            </a:lvl3pPr>
            <a:lvl4pPr>
              <a:defRPr sz="1950" b="0">
                <a:solidFill>
                  <a:srgbClr val="64778A"/>
                </a:solidFill>
                <a:latin typeface="Noto Sans JP"/>
                <a:ea typeface="Noto Sans JP"/>
                <a:cs typeface="Noto Sans JP"/>
              </a:defRPr>
            </a:lvl4pPr>
            <a:lvl5pPr>
              <a:defRPr sz="1950" b="0">
                <a:solidFill>
                  <a:srgbClr val="64778A"/>
                </a:solidFill>
                <a:latin typeface="Noto Sans JP"/>
                <a:ea typeface="Noto Sans JP"/>
                <a:cs typeface="Noto Sans JP"/>
              </a:defRPr>
            </a:lvl5pPr>
            <a:lvl6pPr>
              <a:defRPr sz="1950" b="0">
                <a:solidFill>
                  <a:srgbClr val="64778A"/>
                </a:solidFill>
                <a:latin typeface="Noto Sans JP"/>
                <a:ea typeface="Noto Sans JP"/>
                <a:cs typeface="Noto Sans JP"/>
              </a:defRPr>
            </a:lvl6pPr>
            <a:lvl7pPr>
              <a:defRPr sz="1950" b="0">
                <a:solidFill>
                  <a:srgbClr val="64778A"/>
                </a:solidFill>
                <a:latin typeface="Noto Sans JP"/>
                <a:ea typeface="Noto Sans JP"/>
                <a:cs typeface="Noto Sans JP"/>
              </a:defRPr>
            </a:lvl7pPr>
            <a:lvl8pPr>
              <a:defRPr sz="1950" b="0">
                <a:solidFill>
                  <a:srgbClr val="64778A"/>
                </a:solidFill>
                <a:latin typeface="Noto Sans JP"/>
                <a:ea typeface="Noto Sans JP"/>
                <a:cs typeface="Noto Sans JP"/>
              </a:defRPr>
            </a:lvl8pPr>
            <a:lvl9pPr>
              <a:defRPr sz="1950" b="0">
                <a:solidFill>
                  <a:srgbClr val="64778A"/>
                </a:solidFill>
                <a:latin typeface="Noto Sans JP"/>
                <a:ea typeface="Noto Sans JP"/>
                <a:cs typeface="Noto Sans JP"/>
              </a:defRPr>
            </a:lvl9pPr>
          </a:lstStyle>
          <a:p xmlns:a="http://schemas.openxmlformats.org/drawingml/2006/main">
            <a:pPr>
              <a:defRPr sz="1950" b="0">
                <a:solidFill>
                  <a:srgbClr val="64778A"/>
                </a:solidFill>
                <a:latin typeface="Noto Sans JP"/>
                <a:ea typeface="Noto Sans JP"/>
                <a:cs typeface="Noto Sans JP"/>
              </a:defRPr>
            </a:pPr>
            <a:r>
              <a:rPr sz="1950" b="0">
                <a:solidFill>
                  <a:srgbClr val="64778A"/>
                </a:solidFill>
                <a:latin typeface="Noto Sans JP"/>
                <a:ea typeface="Noto Sans JP"/>
                <a:cs typeface="Noto Sans JP"/>
              </a:rPr>
              <a:t>公開記載を横断した分析。新発明、既存技術の継続、用途・構成の拡張を区別します。</a:t>
            </a:r>
          </a:p>
        </p:txBody>
      </p:sp>
      <p:sp>
        <p:nvSpPr>
          <p:cNvPr id="3" name="h-0">
            <a:extLst xmlns:a="http://schemas.openxmlformats.org/drawingml/2006/main">
              <a:ext uri="{FF2B5EF4-FFF2-40B4-BE49-F238E27FC236}">
                <a16:creationId xmlns:a16="http://schemas.microsoft.com/office/drawing/2014/main" id="{C04E035B-4F11-403C-A592-56374763F6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714625"/>
            <a:ext cx="5238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2850" b="1">
                <a:solidFill>
                  <a:srgbClr val="225B92"/>
                </a:solidFill>
                <a:latin typeface="Noto Sans JP"/>
                <a:ea typeface="Noto Sans JP"/>
                <a:cs typeface="Noto Sans JP"/>
              </a:defRPr>
            </a:defPPr>
            <a:lvl1pPr>
              <a:defRPr sz="2850" b="1">
                <a:solidFill>
                  <a:srgbClr val="225B92"/>
                </a:solidFill>
                <a:latin typeface="Noto Sans JP"/>
                <a:ea typeface="Noto Sans JP"/>
                <a:cs typeface="Noto Sans JP"/>
              </a:defRPr>
            </a:lvl1pPr>
            <a:lvl2pPr>
              <a:defRPr sz="2850" b="1">
                <a:solidFill>
                  <a:srgbClr val="225B92"/>
                </a:solidFill>
                <a:latin typeface="Noto Sans JP"/>
                <a:ea typeface="Noto Sans JP"/>
                <a:cs typeface="Noto Sans JP"/>
              </a:defRPr>
            </a:lvl2pPr>
            <a:lvl3pPr>
              <a:defRPr sz="2850" b="1">
                <a:solidFill>
                  <a:srgbClr val="225B92"/>
                </a:solidFill>
                <a:latin typeface="Noto Sans JP"/>
                <a:ea typeface="Noto Sans JP"/>
                <a:cs typeface="Noto Sans JP"/>
              </a:defRPr>
            </a:lvl3pPr>
            <a:lvl4pPr>
              <a:defRPr sz="2850" b="1">
                <a:solidFill>
                  <a:srgbClr val="225B92"/>
                </a:solidFill>
                <a:latin typeface="Noto Sans JP"/>
                <a:ea typeface="Noto Sans JP"/>
                <a:cs typeface="Noto Sans JP"/>
              </a:defRPr>
            </a:lvl4pPr>
            <a:lvl5pPr>
              <a:defRPr sz="2850" b="1">
                <a:solidFill>
                  <a:srgbClr val="225B92"/>
                </a:solidFill>
                <a:latin typeface="Noto Sans JP"/>
                <a:ea typeface="Noto Sans JP"/>
                <a:cs typeface="Noto Sans JP"/>
              </a:defRPr>
            </a:lvl5pPr>
            <a:lvl6pPr>
              <a:defRPr sz="2850" b="1">
                <a:solidFill>
                  <a:srgbClr val="225B92"/>
                </a:solidFill>
                <a:latin typeface="Noto Sans JP"/>
                <a:ea typeface="Noto Sans JP"/>
                <a:cs typeface="Noto Sans JP"/>
              </a:defRPr>
            </a:lvl6pPr>
            <a:lvl7pPr>
              <a:defRPr sz="2850" b="1">
                <a:solidFill>
                  <a:srgbClr val="225B92"/>
                </a:solidFill>
                <a:latin typeface="Noto Sans JP"/>
                <a:ea typeface="Noto Sans JP"/>
                <a:cs typeface="Noto Sans JP"/>
              </a:defRPr>
            </a:lvl7pPr>
            <a:lvl8pPr>
              <a:defRPr sz="2850" b="1">
                <a:solidFill>
                  <a:srgbClr val="225B92"/>
                </a:solidFill>
                <a:latin typeface="Noto Sans JP"/>
                <a:ea typeface="Noto Sans JP"/>
                <a:cs typeface="Noto Sans JP"/>
              </a:defRPr>
            </a:lvl8pPr>
            <a:lvl9pPr>
              <a:defRPr sz="2850" b="1">
                <a:solidFill>
                  <a:srgbClr val="225B92"/>
                </a:solidFill>
                <a:latin typeface="Noto Sans JP"/>
                <a:ea typeface="Noto Sans JP"/>
                <a:cs typeface="Noto Sans JP"/>
              </a:defRPr>
            </a:lvl9pPr>
          </a:lstStyle>
          <a:p xmlns:a="http://schemas.openxmlformats.org/drawingml/2006/main">
            <a:pPr>
              <a:defRPr sz="2850" b="1">
                <a:solidFill>
                  <a:srgbClr val="225B92"/>
                </a:solidFill>
                <a:latin typeface="Noto Sans JP"/>
                <a:ea typeface="Noto Sans JP"/>
                <a:cs typeface="Noto Sans JP"/>
              </a:defRPr>
            </a:pPr>
            <a:r>
              <a:rPr sz="2850" b="1">
                <a:solidFill>
                  <a:srgbClr val="225B92"/>
                </a:solidFill>
                <a:latin typeface="Noto Sans JP"/>
                <a:ea typeface="Noto Sans JP"/>
                <a:cs typeface="Noto Sans JP"/>
              </a:rPr>
              <a:t>以前からある技術</a:t>
            </a:r>
          </a:p>
        </p:txBody>
      </p:sp>
      <p:sp>
        <p:nvSpPr>
          <p:cNvPr id="4" name="body-0">
            <a:extLst xmlns:a="http://schemas.openxmlformats.org/drawingml/2006/main">
              <a:ext uri="{FF2B5EF4-FFF2-40B4-BE49-F238E27FC236}">
                <a16:creationId xmlns:a16="http://schemas.microsoft.com/office/drawing/2014/main" id="{8FEA78B3-6438-4FF5-99EC-2EBA233756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810000"/>
            <a:ext cx="5143500" cy="2762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2400" b="0">
                <a:solidFill>
                  <a:srgbClr val="18354C"/>
                </a:solidFill>
                <a:latin typeface="Noto Sans JP"/>
                <a:ea typeface="Noto Sans JP"/>
                <a:cs typeface="Noto Sans JP"/>
              </a:defRPr>
            </a:defPPr>
            <a:lvl1pPr>
              <a:defRPr sz="2400" b="0">
                <a:solidFill>
                  <a:srgbClr val="18354C"/>
                </a:solidFill>
                <a:latin typeface="Noto Sans JP"/>
                <a:ea typeface="Noto Sans JP"/>
                <a:cs typeface="Noto Sans JP"/>
              </a:defRPr>
            </a:lvl1pPr>
            <a:lvl2pPr>
              <a:defRPr sz="2400" b="0">
                <a:solidFill>
                  <a:srgbClr val="18354C"/>
                </a:solidFill>
                <a:latin typeface="Noto Sans JP"/>
                <a:ea typeface="Noto Sans JP"/>
                <a:cs typeface="Noto Sans JP"/>
              </a:defRPr>
            </a:lvl2pPr>
            <a:lvl3pPr>
              <a:defRPr sz="2400" b="0">
                <a:solidFill>
                  <a:srgbClr val="18354C"/>
                </a:solidFill>
                <a:latin typeface="Noto Sans JP"/>
                <a:ea typeface="Noto Sans JP"/>
                <a:cs typeface="Noto Sans JP"/>
              </a:defRPr>
            </a:lvl3pPr>
            <a:lvl4pPr>
              <a:defRPr sz="2400" b="0">
                <a:solidFill>
                  <a:srgbClr val="18354C"/>
                </a:solidFill>
                <a:latin typeface="Noto Sans JP"/>
                <a:ea typeface="Noto Sans JP"/>
                <a:cs typeface="Noto Sans JP"/>
              </a:defRPr>
            </a:lvl4pPr>
            <a:lvl5pPr>
              <a:defRPr sz="2400" b="0">
                <a:solidFill>
                  <a:srgbClr val="18354C"/>
                </a:solidFill>
                <a:latin typeface="Noto Sans JP"/>
                <a:ea typeface="Noto Sans JP"/>
                <a:cs typeface="Noto Sans JP"/>
              </a:defRPr>
            </a:lvl5pPr>
            <a:lvl6pPr>
              <a:defRPr sz="2400" b="0">
                <a:solidFill>
                  <a:srgbClr val="18354C"/>
                </a:solidFill>
                <a:latin typeface="Noto Sans JP"/>
                <a:ea typeface="Noto Sans JP"/>
                <a:cs typeface="Noto Sans JP"/>
              </a:defRPr>
            </a:lvl6pPr>
            <a:lvl7pPr>
              <a:defRPr sz="2400" b="0">
                <a:solidFill>
                  <a:srgbClr val="18354C"/>
                </a:solidFill>
                <a:latin typeface="Noto Sans JP"/>
                <a:ea typeface="Noto Sans JP"/>
                <a:cs typeface="Noto Sans JP"/>
              </a:defRPr>
            </a:lvl7pPr>
            <a:lvl8pPr>
              <a:defRPr sz="2400" b="0">
                <a:solidFill>
                  <a:srgbClr val="18354C"/>
                </a:solidFill>
                <a:latin typeface="Noto Sans JP"/>
                <a:ea typeface="Noto Sans JP"/>
                <a:cs typeface="Noto Sans JP"/>
              </a:defRPr>
            </a:lvl8pPr>
            <a:lvl9pPr>
              <a:defRPr sz="2400" b="0">
                <a:solidFill>
                  <a:srgbClr val="18354C"/>
                </a:solidFill>
                <a:latin typeface="Noto Sans JP"/>
                <a:ea typeface="Noto Sans JP"/>
                <a:cs typeface="Noto Sans JP"/>
              </a:defRPr>
            </a:lvl9pPr>
          </a:lstStyle>
          <a:p xmlns:a="http://schemas.openxmlformats.org/drawingml/2006/main">
            <a:pPr>
              <a:defRPr sz="2400" b="0">
                <a:solidFill>
                  <a:srgbClr val="18354C"/>
                </a:solidFill>
                <a:latin typeface="Noto Sans JP"/>
                <a:ea typeface="Noto Sans JP"/>
                <a:cs typeface="Noto Sans JP"/>
              </a:defRPr>
            </a:pPr>
            <a:r>
              <a:rPr sz="2400" b="0">
                <a:solidFill>
                  <a:srgbClr val="18354C"/>
                </a:solidFill>
                <a:latin typeface="Noto Sans JP"/>
                <a:ea typeface="Noto Sans JP"/>
                <a:cs typeface="Noto Sans JP"/>
              </a:rPr>
              <a:t>CAM支援とPLCコード支援</a:t>
            </a:r>
          </a:p>
          <a:p xmlns:a="http://schemas.openxmlformats.org/drawingml/2006/main">
            <a:pPr>
              <a:defRPr sz="2400" b="0">
                <a:solidFill>
                  <a:srgbClr val="18354C"/>
                </a:solidFill>
                <a:latin typeface="Noto Sans JP"/>
                <a:ea typeface="Noto Sans JP"/>
                <a:cs typeface="Noto Sans JP"/>
              </a:defRPr>
            </a:pPr>
            <a:r>
              <a:rPr sz="2400" b="0">
                <a:solidFill>
                  <a:srgbClr val="18354C"/>
                </a:solidFill>
                <a:latin typeface="Noto Sans JP"/>
                <a:ea typeface="Noto Sans JP"/>
                <a:cs typeface="Noto Sans JP"/>
              </a:rPr>
              <a:t>負荷適応と計測フィードバック</a:t>
            </a:r>
          </a:p>
          <a:p xmlns:a="http://schemas.openxmlformats.org/drawingml/2006/main">
            <a:pPr>
              <a:defRPr sz="2400" b="0">
                <a:solidFill>
                  <a:srgbClr val="18354C"/>
                </a:solidFill>
                <a:latin typeface="Noto Sans JP"/>
                <a:ea typeface="Noto Sans JP"/>
                <a:cs typeface="Noto Sans JP"/>
              </a:defRPr>
            </a:pPr>
            <a:r>
              <a:rPr sz="2400" b="0">
                <a:solidFill>
                  <a:srgbClr val="18354C"/>
                </a:solidFill>
                <a:latin typeface="Noto Sans JP"/>
                <a:ea typeface="Noto Sans JP"/>
                <a:cs typeface="Noto Sans JP"/>
              </a:rPr>
              <a:t>AI摩耗診断と段取り自動化</a:t>
            </a:r>
          </a:p>
        </p:txBody>
      </p:sp>
      <p:sp>
        <p:nvSpPr>
          <p:cNvPr id="5" name="meaning-0">
            <a:extLst xmlns:a="http://schemas.openxmlformats.org/drawingml/2006/main">
              <a:ext uri="{FF2B5EF4-FFF2-40B4-BE49-F238E27FC236}">
                <a16:creationId xmlns:a16="http://schemas.microsoft.com/office/drawing/2014/main" id="{1896E011-0F77-403B-BD0B-2A7F21FACC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6953250"/>
            <a:ext cx="51435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2250" b="1">
                <a:solidFill>
                  <a:srgbClr val="18354C"/>
                </a:solidFill>
                <a:latin typeface="Noto Sans JP"/>
                <a:ea typeface="Noto Sans JP"/>
                <a:cs typeface="Noto Sans JP"/>
              </a:defRPr>
            </a:defPPr>
            <a:lvl1pPr>
              <a:defRPr sz="2250" b="1">
                <a:solidFill>
                  <a:srgbClr val="18354C"/>
                </a:solidFill>
                <a:latin typeface="Noto Sans JP"/>
                <a:ea typeface="Noto Sans JP"/>
                <a:cs typeface="Noto Sans JP"/>
              </a:defRPr>
            </a:lvl1pPr>
            <a:lvl2pPr>
              <a:defRPr sz="2250" b="1">
                <a:solidFill>
                  <a:srgbClr val="18354C"/>
                </a:solidFill>
                <a:latin typeface="Noto Sans JP"/>
                <a:ea typeface="Noto Sans JP"/>
                <a:cs typeface="Noto Sans JP"/>
              </a:defRPr>
            </a:lvl2pPr>
            <a:lvl3pPr>
              <a:defRPr sz="2250" b="1">
                <a:solidFill>
                  <a:srgbClr val="18354C"/>
                </a:solidFill>
                <a:latin typeface="Noto Sans JP"/>
                <a:ea typeface="Noto Sans JP"/>
                <a:cs typeface="Noto Sans JP"/>
              </a:defRPr>
            </a:lvl3pPr>
            <a:lvl4pPr>
              <a:defRPr sz="2250" b="1">
                <a:solidFill>
                  <a:srgbClr val="18354C"/>
                </a:solidFill>
                <a:latin typeface="Noto Sans JP"/>
                <a:ea typeface="Noto Sans JP"/>
                <a:cs typeface="Noto Sans JP"/>
              </a:defRPr>
            </a:lvl4pPr>
            <a:lvl5pPr>
              <a:defRPr sz="2250" b="1">
                <a:solidFill>
                  <a:srgbClr val="18354C"/>
                </a:solidFill>
                <a:latin typeface="Noto Sans JP"/>
                <a:ea typeface="Noto Sans JP"/>
                <a:cs typeface="Noto Sans JP"/>
              </a:defRPr>
            </a:lvl5pPr>
            <a:lvl6pPr>
              <a:defRPr sz="2250" b="1">
                <a:solidFill>
                  <a:srgbClr val="18354C"/>
                </a:solidFill>
                <a:latin typeface="Noto Sans JP"/>
                <a:ea typeface="Noto Sans JP"/>
                <a:cs typeface="Noto Sans JP"/>
              </a:defRPr>
            </a:lvl6pPr>
            <a:lvl7pPr>
              <a:defRPr sz="2250" b="1">
                <a:solidFill>
                  <a:srgbClr val="18354C"/>
                </a:solidFill>
                <a:latin typeface="Noto Sans JP"/>
                <a:ea typeface="Noto Sans JP"/>
                <a:cs typeface="Noto Sans JP"/>
              </a:defRPr>
            </a:lvl7pPr>
            <a:lvl8pPr>
              <a:defRPr sz="2250" b="1">
                <a:solidFill>
                  <a:srgbClr val="18354C"/>
                </a:solidFill>
                <a:latin typeface="Noto Sans JP"/>
                <a:ea typeface="Noto Sans JP"/>
                <a:cs typeface="Noto Sans JP"/>
              </a:defRPr>
            </a:lvl8pPr>
            <a:lvl9pPr>
              <a:defRPr sz="2250" b="1">
                <a:solidFill>
                  <a:srgbClr val="18354C"/>
                </a:solidFill>
                <a:latin typeface="Noto Sans JP"/>
                <a:ea typeface="Noto Sans JP"/>
                <a:cs typeface="Noto Sans JP"/>
              </a:defRPr>
            </a:lvl9pPr>
          </a:lstStyle>
          <a:p xmlns:a="http://schemas.openxmlformats.org/drawingml/2006/main">
            <a:pPr>
              <a:defRPr sz="2250" b="1">
                <a:solidFill>
                  <a:srgbClr val="18354C"/>
                </a:solidFill>
                <a:latin typeface="Noto Sans JP"/>
                <a:ea typeface="Noto Sans JP"/>
                <a:cs typeface="Noto Sans JP"/>
              </a:defRPr>
            </a:pPr>
            <a:r>
              <a:rPr sz="2250" b="1">
                <a:solidFill>
                  <a:srgbClr val="18354C"/>
                </a:solidFill>
                <a:latin typeface="Noto Sans JP"/>
                <a:ea typeface="Noto Sans JP"/>
                <a:cs typeface="Noto Sans JP"/>
              </a:rPr>
              <a:t>2024以前にも存在するため、</a:t>
            </a:r>
          </a:p>
          <a:p xmlns:a="http://schemas.openxmlformats.org/drawingml/2006/main">
            <a:pPr>
              <a:defRPr sz="2250" b="1">
                <a:solidFill>
                  <a:srgbClr val="18354C"/>
                </a:solidFill>
                <a:latin typeface="Noto Sans JP"/>
                <a:ea typeface="Noto Sans JP"/>
                <a:cs typeface="Noto Sans JP"/>
              </a:defRPr>
            </a:pPr>
            <a:r>
              <a:rPr sz="2250" b="1">
                <a:solidFill>
                  <a:srgbClr val="18354C"/>
                </a:solidFill>
                <a:latin typeface="Noto Sans JP"/>
                <a:ea typeface="Noto Sans JP"/>
                <a:cs typeface="Noto Sans JP"/>
              </a:rPr>
              <a:t>2026初の方式とは言えない。</a:t>
            </a:r>
          </a:p>
        </p:txBody>
      </p:sp>
      <p:sp>
        <p:nvSpPr>
          <p:cNvPr id="6" name="h-1">
            <a:extLst xmlns:a="http://schemas.openxmlformats.org/drawingml/2006/main">
              <a:ext uri="{FF2B5EF4-FFF2-40B4-BE49-F238E27FC236}">
                <a16:creationId xmlns:a16="http://schemas.microsoft.com/office/drawing/2014/main" id="{C2F1B17D-857A-45C5-9D40-A6863225C4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714625"/>
            <a:ext cx="5238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2850" b="1">
                <a:solidFill>
                  <a:srgbClr val="225B92"/>
                </a:solidFill>
                <a:latin typeface="Noto Sans JP"/>
                <a:ea typeface="Noto Sans JP"/>
                <a:cs typeface="Noto Sans JP"/>
              </a:defRPr>
            </a:defPPr>
            <a:lvl1pPr>
              <a:defRPr sz="2850" b="1">
                <a:solidFill>
                  <a:srgbClr val="225B92"/>
                </a:solidFill>
                <a:latin typeface="Noto Sans JP"/>
                <a:ea typeface="Noto Sans JP"/>
                <a:cs typeface="Noto Sans JP"/>
              </a:defRPr>
            </a:lvl1pPr>
            <a:lvl2pPr>
              <a:defRPr sz="2850" b="1">
                <a:solidFill>
                  <a:srgbClr val="225B92"/>
                </a:solidFill>
                <a:latin typeface="Noto Sans JP"/>
                <a:ea typeface="Noto Sans JP"/>
                <a:cs typeface="Noto Sans JP"/>
              </a:defRPr>
            </a:lvl2pPr>
            <a:lvl3pPr>
              <a:defRPr sz="2850" b="1">
                <a:solidFill>
                  <a:srgbClr val="225B92"/>
                </a:solidFill>
                <a:latin typeface="Noto Sans JP"/>
                <a:ea typeface="Noto Sans JP"/>
                <a:cs typeface="Noto Sans JP"/>
              </a:defRPr>
            </a:lvl3pPr>
            <a:lvl4pPr>
              <a:defRPr sz="2850" b="1">
                <a:solidFill>
                  <a:srgbClr val="225B92"/>
                </a:solidFill>
                <a:latin typeface="Noto Sans JP"/>
                <a:ea typeface="Noto Sans JP"/>
                <a:cs typeface="Noto Sans JP"/>
              </a:defRPr>
            </a:lvl4pPr>
            <a:lvl5pPr>
              <a:defRPr sz="2850" b="1">
                <a:solidFill>
                  <a:srgbClr val="225B92"/>
                </a:solidFill>
                <a:latin typeface="Noto Sans JP"/>
                <a:ea typeface="Noto Sans JP"/>
                <a:cs typeface="Noto Sans JP"/>
              </a:defRPr>
            </a:lvl5pPr>
            <a:lvl6pPr>
              <a:defRPr sz="2850" b="1">
                <a:solidFill>
                  <a:srgbClr val="225B92"/>
                </a:solidFill>
                <a:latin typeface="Noto Sans JP"/>
                <a:ea typeface="Noto Sans JP"/>
                <a:cs typeface="Noto Sans JP"/>
              </a:defRPr>
            </a:lvl6pPr>
            <a:lvl7pPr>
              <a:defRPr sz="2850" b="1">
                <a:solidFill>
                  <a:srgbClr val="225B92"/>
                </a:solidFill>
                <a:latin typeface="Noto Sans JP"/>
                <a:ea typeface="Noto Sans JP"/>
                <a:cs typeface="Noto Sans JP"/>
              </a:defRPr>
            </a:lvl7pPr>
            <a:lvl8pPr>
              <a:defRPr sz="2850" b="1">
                <a:solidFill>
                  <a:srgbClr val="225B92"/>
                </a:solidFill>
                <a:latin typeface="Noto Sans JP"/>
                <a:ea typeface="Noto Sans JP"/>
                <a:cs typeface="Noto Sans JP"/>
              </a:defRPr>
            </a:lvl8pPr>
            <a:lvl9pPr>
              <a:defRPr sz="2850" b="1">
                <a:solidFill>
                  <a:srgbClr val="225B92"/>
                </a:solidFill>
                <a:latin typeface="Noto Sans JP"/>
                <a:ea typeface="Noto Sans JP"/>
                <a:cs typeface="Noto Sans JP"/>
              </a:defRPr>
            </a:lvl9pPr>
          </a:lstStyle>
          <a:p xmlns:a="http://schemas.openxmlformats.org/drawingml/2006/main">
            <a:pPr>
              <a:defRPr sz="2850" b="1">
                <a:solidFill>
                  <a:srgbClr val="225B92"/>
                </a:solidFill>
                <a:latin typeface="Noto Sans JP"/>
                <a:ea typeface="Noto Sans JP"/>
                <a:cs typeface="Noto Sans JP"/>
              </a:defRPr>
            </a:pPr>
            <a:r>
              <a:rPr sz="2850" b="1">
                <a:solidFill>
                  <a:srgbClr val="225B92"/>
                </a:solidFill>
                <a:latin typeface="Noto Sans JP"/>
                <a:ea typeface="Noto Sans JP"/>
                <a:cs typeface="Noto Sans JP"/>
              </a:rPr>
              <a:t>具体化する対象</a:t>
            </a:r>
          </a:p>
        </p:txBody>
      </p:sp>
      <p:sp>
        <p:nvSpPr>
          <p:cNvPr id="7" name="body-1">
            <a:extLst xmlns:a="http://schemas.openxmlformats.org/drawingml/2006/main">
              <a:ext uri="{FF2B5EF4-FFF2-40B4-BE49-F238E27FC236}">
                <a16:creationId xmlns:a16="http://schemas.microsoft.com/office/drawing/2014/main" id="{42EB8295-BEC0-4D58-B8FB-E621CD7BB4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3810000"/>
            <a:ext cx="5143500" cy="2762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2400" b="0">
                <a:solidFill>
                  <a:srgbClr val="18354C"/>
                </a:solidFill>
                <a:latin typeface="Noto Sans JP"/>
                <a:ea typeface="Noto Sans JP"/>
                <a:cs typeface="Noto Sans JP"/>
              </a:defRPr>
            </a:defPPr>
            <a:lvl1pPr>
              <a:defRPr sz="2400" b="0">
                <a:solidFill>
                  <a:srgbClr val="18354C"/>
                </a:solidFill>
                <a:latin typeface="Noto Sans JP"/>
                <a:ea typeface="Noto Sans JP"/>
                <a:cs typeface="Noto Sans JP"/>
              </a:defRPr>
            </a:lvl1pPr>
            <a:lvl2pPr>
              <a:defRPr sz="2400" b="0">
                <a:solidFill>
                  <a:srgbClr val="18354C"/>
                </a:solidFill>
                <a:latin typeface="Noto Sans JP"/>
                <a:ea typeface="Noto Sans JP"/>
                <a:cs typeface="Noto Sans JP"/>
              </a:defRPr>
            </a:lvl2pPr>
            <a:lvl3pPr>
              <a:defRPr sz="2400" b="0">
                <a:solidFill>
                  <a:srgbClr val="18354C"/>
                </a:solidFill>
                <a:latin typeface="Noto Sans JP"/>
                <a:ea typeface="Noto Sans JP"/>
                <a:cs typeface="Noto Sans JP"/>
              </a:defRPr>
            </a:lvl3pPr>
            <a:lvl4pPr>
              <a:defRPr sz="2400" b="0">
                <a:solidFill>
                  <a:srgbClr val="18354C"/>
                </a:solidFill>
                <a:latin typeface="Noto Sans JP"/>
                <a:ea typeface="Noto Sans JP"/>
                <a:cs typeface="Noto Sans JP"/>
              </a:defRPr>
            </a:lvl4pPr>
            <a:lvl5pPr>
              <a:defRPr sz="2400" b="0">
                <a:solidFill>
                  <a:srgbClr val="18354C"/>
                </a:solidFill>
                <a:latin typeface="Noto Sans JP"/>
                <a:ea typeface="Noto Sans JP"/>
                <a:cs typeface="Noto Sans JP"/>
              </a:defRPr>
            </a:lvl5pPr>
            <a:lvl6pPr>
              <a:defRPr sz="2400" b="0">
                <a:solidFill>
                  <a:srgbClr val="18354C"/>
                </a:solidFill>
                <a:latin typeface="Noto Sans JP"/>
                <a:ea typeface="Noto Sans JP"/>
                <a:cs typeface="Noto Sans JP"/>
              </a:defRPr>
            </a:lvl6pPr>
            <a:lvl7pPr>
              <a:defRPr sz="2400" b="0">
                <a:solidFill>
                  <a:srgbClr val="18354C"/>
                </a:solidFill>
                <a:latin typeface="Noto Sans JP"/>
                <a:ea typeface="Noto Sans JP"/>
                <a:cs typeface="Noto Sans JP"/>
              </a:defRPr>
            </a:lvl7pPr>
            <a:lvl8pPr>
              <a:defRPr sz="2400" b="0">
                <a:solidFill>
                  <a:srgbClr val="18354C"/>
                </a:solidFill>
                <a:latin typeface="Noto Sans JP"/>
                <a:ea typeface="Noto Sans JP"/>
                <a:cs typeface="Noto Sans JP"/>
              </a:defRPr>
            </a:lvl8pPr>
            <a:lvl9pPr>
              <a:defRPr sz="2400" b="0">
                <a:solidFill>
                  <a:srgbClr val="18354C"/>
                </a:solidFill>
                <a:latin typeface="Noto Sans JP"/>
                <a:ea typeface="Noto Sans JP"/>
                <a:cs typeface="Noto Sans JP"/>
              </a:defRPr>
            </a:lvl9pPr>
          </a:lstStyle>
          <a:p xmlns:a="http://schemas.openxmlformats.org/drawingml/2006/main">
            <a:pPr>
              <a:defRPr sz="2400" b="0">
                <a:solidFill>
                  <a:srgbClr val="18354C"/>
                </a:solidFill>
                <a:latin typeface="Noto Sans JP"/>
                <a:ea typeface="Noto Sans JP"/>
                <a:cs typeface="Noto Sans JP"/>
              </a:defRPr>
            </a:pPr>
            <a:r>
              <a:rPr sz="2400" b="0">
                <a:solidFill>
                  <a:srgbClr val="18354C"/>
                </a:solidFill>
                <a:latin typeface="Noto Sans JP"/>
                <a:ea typeface="Noto Sans JP"/>
                <a:cs typeface="Noto Sans JP"/>
              </a:rPr>
              <a:t>見積や工程案、I/OとHMI</a:t>
            </a:r>
          </a:p>
          <a:p xmlns:a="http://schemas.openxmlformats.org/drawingml/2006/main">
            <a:pPr>
              <a:defRPr sz="2400" b="0">
                <a:solidFill>
                  <a:srgbClr val="18354C"/>
                </a:solidFill>
                <a:latin typeface="Noto Sans JP"/>
                <a:ea typeface="Noto Sans JP"/>
                <a:cs typeface="Noto Sans JP"/>
              </a:defRPr>
            </a:pPr>
            <a:r>
              <a:rPr sz="2400" b="0">
                <a:solidFill>
                  <a:srgbClr val="18354C"/>
                </a:solidFill>
                <a:latin typeface="Noto Sans JP"/>
                <a:ea typeface="Noto Sans JP"/>
                <a:cs typeface="Noto Sans JP"/>
              </a:rPr>
              <a:t>摩耗から交換時期の提案</a:t>
            </a:r>
          </a:p>
          <a:p xmlns:a="http://schemas.openxmlformats.org/drawingml/2006/main">
            <a:pPr>
              <a:defRPr sz="2400" b="0">
                <a:solidFill>
                  <a:srgbClr val="18354C"/>
                </a:solidFill>
                <a:latin typeface="Noto Sans JP"/>
                <a:ea typeface="Noto Sans JP"/>
                <a:cs typeface="Noto Sans JP"/>
              </a:defRPr>
            </a:pPr>
            <a:r>
              <a:rPr sz="2400" b="0">
                <a:solidFill>
                  <a:srgbClr val="18354C"/>
                </a:solidFill>
                <a:latin typeface="Noto Sans JP"/>
                <a:ea typeface="Noto Sans JP"/>
                <a:cs typeface="Noto Sans JP"/>
              </a:rPr>
              <a:t>切粉処理と変動する付帯作業</a:t>
            </a:r>
          </a:p>
        </p:txBody>
      </p:sp>
      <p:sp>
        <p:nvSpPr>
          <p:cNvPr id="8" name="meaning-1">
            <a:extLst xmlns:a="http://schemas.openxmlformats.org/drawingml/2006/main">
              <a:ext uri="{FF2B5EF4-FFF2-40B4-BE49-F238E27FC236}">
                <a16:creationId xmlns:a16="http://schemas.microsoft.com/office/drawing/2014/main" id="{B1838C2E-CEF3-49AA-AF79-9E8F25F849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6953250"/>
            <a:ext cx="51435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2250" b="1">
                <a:solidFill>
                  <a:srgbClr val="18354C"/>
                </a:solidFill>
                <a:latin typeface="Noto Sans JP"/>
                <a:ea typeface="Noto Sans JP"/>
                <a:cs typeface="Noto Sans JP"/>
              </a:defRPr>
            </a:defPPr>
            <a:lvl1pPr>
              <a:defRPr sz="2250" b="1">
                <a:solidFill>
                  <a:srgbClr val="18354C"/>
                </a:solidFill>
                <a:latin typeface="Noto Sans JP"/>
                <a:ea typeface="Noto Sans JP"/>
                <a:cs typeface="Noto Sans JP"/>
              </a:defRPr>
            </a:lvl1pPr>
            <a:lvl2pPr>
              <a:defRPr sz="2250" b="1">
                <a:solidFill>
                  <a:srgbClr val="18354C"/>
                </a:solidFill>
                <a:latin typeface="Noto Sans JP"/>
                <a:ea typeface="Noto Sans JP"/>
                <a:cs typeface="Noto Sans JP"/>
              </a:defRPr>
            </a:lvl2pPr>
            <a:lvl3pPr>
              <a:defRPr sz="2250" b="1">
                <a:solidFill>
                  <a:srgbClr val="18354C"/>
                </a:solidFill>
                <a:latin typeface="Noto Sans JP"/>
                <a:ea typeface="Noto Sans JP"/>
                <a:cs typeface="Noto Sans JP"/>
              </a:defRPr>
            </a:lvl3pPr>
            <a:lvl4pPr>
              <a:defRPr sz="2250" b="1">
                <a:solidFill>
                  <a:srgbClr val="18354C"/>
                </a:solidFill>
                <a:latin typeface="Noto Sans JP"/>
                <a:ea typeface="Noto Sans JP"/>
                <a:cs typeface="Noto Sans JP"/>
              </a:defRPr>
            </a:lvl4pPr>
            <a:lvl5pPr>
              <a:defRPr sz="2250" b="1">
                <a:solidFill>
                  <a:srgbClr val="18354C"/>
                </a:solidFill>
                <a:latin typeface="Noto Sans JP"/>
                <a:ea typeface="Noto Sans JP"/>
                <a:cs typeface="Noto Sans JP"/>
              </a:defRPr>
            </a:lvl5pPr>
            <a:lvl6pPr>
              <a:defRPr sz="2250" b="1">
                <a:solidFill>
                  <a:srgbClr val="18354C"/>
                </a:solidFill>
                <a:latin typeface="Noto Sans JP"/>
                <a:ea typeface="Noto Sans JP"/>
                <a:cs typeface="Noto Sans JP"/>
              </a:defRPr>
            </a:lvl6pPr>
            <a:lvl7pPr>
              <a:defRPr sz="2250" b="1">
                <a:solidFill>
                  <a:srgbClr val="18354C"/>
                </a:solidFill>
                <a:latin typeface="Noto Sans JP"/>
                <a:ea typeface="Noto Sans JP"/>
                <a:cs typeface="Noto Sans JP"/>
              </a:defRPr>
            </a:lvl7pPr>
            <a:lvl8pPr>
              <a:defRPr sz="2250" b="1">
                <a:solidFill>
                  <a:srgbClr val="18354C"/>
                </a:solidFill>
                <a:latin typeface="Noto Sans JP"/>
                <a:ea typeface="Noto Sans JP"/>
                <a:cs typeface="Noto Sans JP"/>
              </a:defRPr>
            </a:lvl8pPr>
            <a:lvl9pPr>
              <a:defRPr sz="2250" b="1">
                <a:solidFill>
                  <a:srgbClr val="18354C"/>
                </a:solidFill>
                <a:latin typeface="Noto Sans JP"/>
                <a:ea typeface="Noto Sans JP"/>
                <a:cs typeface="Noto Sans JP"/>
              </a:defRPr>
            </a:lvl9pPr>
          </a:lstStyle>
          <a:p xmlns:a="http://schemas.openxmlformats.org/drawingml/2006/main">
            <a:pPr>
              <a:defRPr sz="2250" b="1">
                <a:solidFill>
                  <a:srgbClr val="18354C"/>
                </a:solidFill>
                <a:latin typeface="Noto Sans JP"/>
                <a:ea typeface="Noto Sans JP"/>
                <a:cs typeface="Noto Sans JP"/>
              </a:defRPr>
            </a:pPr>
            <a:r>
              <a:rPr sz="2250" b="1">
                <a:solidFill>
                  <a:srgbClr val="18354C"/>
                </a:solidFill>
                <a:latin typeface="Noto Sans JP"/>
                <a:ea typeface="Noto Sans JP"/>
                <a:cs typeface="Noto Sans JP"/>
              </a:rPr>
              <a:t>対象作業と構成の広がりを、</a:t>
            </a:r>
          </a:p>
          <a:p xmlns:a="http://schemas.openxmlformats.org/drawingml/2006/main">
            <a:pPr>
              <a:defRPr sz="2250" b="1">
                <a:solidFill>
                  <a:srgbClr val="18354C"/>
                </a:solidFill>
                <a:latin typeface="Noto Sans JP"/>
                <a:ea typeface="Noto Sans JP"/>
                <a:cs typeface="Noto Sans JP"/>
              </a:defRPr>
            </a:pPr>
            <a:r>
              <a:rPr sz="2250" b="1">
                <a:solidFill>
                  <a:srgbClr val="18354C"/>
                </a:solidFill>
                <a:latin typeface="Noto Sans JP"/>
                <a:ea typeface="Noto Sans JP"/>
                <a:cs typeface="Noto Sans JP"/>
              </a:rPr>
              <a:t>個別の公式資料で確かめる。</a:t>
            </a:r>
          </a:p>
        </p:txBody>
      </p:sp>
      <p:sp>
        <p:nvSpPr>
          <p:cNvPr id="9" name="h-2">
            <a:extLst xmlns:a="http://schemas.openxmlformats.org/drawingml/2006/main">
              <a:ext uri="{FF2B5EF4-FFF2-40B4-BE49-F238E27FC236}">
                <a16:creationId xmlns:a16="http://schemas.microsoft.com/office/drawing/2014/main" id="{BD632E28-8776-4A96-BCB0-FC5681AFF3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49150" y="2714625"/>
            <a:ext cx="5238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2850" b="1">
                <a:solidFill>
                  <a:srgbClr val="225B92"/>
                </a:solidFill>
                <a:latin typeface="Noto Sans JP"/>
                <a:ea typeface="Noto Sans JP"/>
                <a:cs typeface="Noto Sans JP"/>
              </a:defRPr>
            </a:defPPr>
            <a:lvl1pPr>
              <a:defRPr sz="2850" b="1">
                <a:solidFill>
                  <a:srgbClr val="225B92"/>
                </a:solidFill>
                <a:latin typeface="Noto Sans JP"/>
                <a:ea typeface="Noto Sans JP"/>
                <a:cs typeface="Noto Sans JP"/>
              </a:defRPr>
            </a:lvl1pPr>
            <a:lvl2pPr>
              <a:defRPr sz="2850" b="1">
                <a:solidFill>
                  <a:srgbClr val="225B92"/>
                </a:solidFill>
                <a:latin typeface="Noto Sans JP"/>
                <a:ea typeface="Noto Sans JP"/>
                <a:cs typeface="Noto Sans JP"/>
              </a:defRPr>
            </a:lvl2pPr>
            <a:lvl3pPr>
              <a:defRPr sz="2850" b="1">
                <a:solidFill>
                  <a:srgbClr val="225B92"/>
                </a:solidFill>
                <a:latin typeface="Noto Sans JP"/>
                <a:ea typeface="Noto Sans JP"/>
                <a:cs typeface="Noto Sans JP"/>
              </a:defRPr>
            </a:lvl3pPr>
            <a:lvl4pPr>
              <a:defRPr sz="2850" b="1">
                <a:solidFill>
                  <a:srgbClr val="225B92"/>
                </a:solidFill>
                <a:latin typeface="Noto Sans JP"/>
                <a:ea typeface="Noto Sans JP"/>
                <a:cs typeface="Noto Sans JP"/>
              </a:defRPr>
            </a:lvl4pPr>
            <a:lvl5pPr>
              <a:defRPr sz="2850" b="1">
                <a:solidFill>
                  <a:srgbClr val="225B92"/>
                </a:solidFill>
                <a:latin typeface="Noto Sans JP"/>
                <a:ea typeface="Noto Sans JP"/>
                <a:cs typeface="Noto Sans JP"/>
              </a:defRPr>
            </a:lvl5pPr>
            <a:lvl6pPr>
              <a:defRPr sz="2850" b="1">
                <a:solidFill>
                  <a:srgbClr val="225B92"/>
                </a:solidFill>
                <a:latin typeface="Noto Sans JP"/>
                <a:ea typeface="Noto Sans JP"/>
                <a:cs typeface="Noto Sans JP"/>
              </a:defRPr>
            </a:lvl6pPr>
            <a:lvl7pPr>
              <a:defRPr sz="2850" b="1">
                <a:solidFill>
                  <a:srgbClr val="225B92"/>
                </a:solidFill>
                <a:latin typeface="Noto Sans JP"/>
                <a:ea typeface="Noto Sans JP"/>
                <a:cs typeface="Noto Sans JP"/>
              </a:defRPr>
            </a:lvl7pPr>
            <a:lvl8pPr>
              <a:defRPr sz="2850" b="1">
                <a:solidFill>
                  <a:srgbClr val="225B92"/>
                </a:solidFill>
                <a:latin typeface="Noto Sans JP"/>
                <a:ea typeface="Noto Sans JP"/>
                <a:cs typeface="Noto Sans JP"/>
              </a:defRPr>
            </a:lvl8pPr>
            <a:lvl9pPr>
              <a:defRPr sz="2850" b="1">
                <a:solidFill>
                  <a:srgbClr val="225B92"/>
                </a:solidFill>
                <a:latin typeface="Noto Sans JP"/>
                <a:ea typeface="Noto Sans JP"/>
                <a:cs typeface="Noto Sans JP"/>
              </a:defRPr>
            </a:lvl9pPr>
          </a:lstStyle>
          <a:p xmlns:a="http://schemas.openxmlformats.org/drawingml/2006/main">
            <a:pPr>
              <a:defRPr sz="2850" b="1">
                <a:solidFill>
                  <a:srgbClr val="225B92"/>
                </a:solidFill>
                <a:latin typeface="Noto Sans JP"/>
                <a:ea typeface="Noto Sans JP"/>
                <a:cs typeface="Noto Sans JP"/>
              </a:defRPr>
            </a:pPr>
            <a:r>
              <a:rPr sz="2850" b="1">
                <a:solidFill>
                  <a:srgbClr val="225B92"/>
                </a:solidFill>
                <a:latin typeface="Noto Sans JP"/>
                <a:ea typeface="Noto Sans JP"/>
                <a:cs typeface="Noto Sans JP"/>
              </a:rPr>
              <a:t>比較が残る部分</a:t>
            </a:r>
          </a:p>
        </p:txBody>
      </p:sp>
      <p:sp>
        <p:nvSpPr>
          <p:cNvPr id="10" name="body-2">
            <a:extLst xmlns:a="http://schemas.openxmlformats.org/drawingml/2006/main">
              <a:ext uri="{FF2B5EF4-FFF2-40B4-BE49-F238E27FC236}">
                <a16:creationId xmlns:a16="http://schemas.microsoft.com/office/drawing/2014/main" id="{C0A243A2-FCAE-40C0-B229-5048D6358B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49150" y="3810000"/>
            <a:ext cx="5143500" cy="2762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2400" b="0">
                <a:solidFill>
                  <a:srgbClr val="18354C"/>
                </a:solidFill>
                <a:latin typeface="Noto Sans JP"/>
                <a:ea typeface="Noto Sans JP"/>
                <a:cs typeface="Noto Sans JP"/>
              </a:defRPr>
            </a:defPPr>
            <a:lvl1pPr>
              <a:defRPr sz="2400" b="0">
                <a:solidFill>
                  <a:srgbClr val="18354C"/>
                </a:solidFill>
                <a:latin typeface="Noto Sans JP"/>
                <a:ea typeface="Noto Sans JP"/>
                <a:cs typeface="Noto Sans JP"/>
              </a:defRPr>
            </a:lvl1pPr>
            <a:lvl2pPr>
              <a:defRPr sz="2400" b="0">
                <a:solidFill>
                  <a:srgbClr val="18354C"/>
                </a:solidFill>
                <a:latin typeface="Noto Sans JP"/>
                <a:ea typeface="Noto Sans JP"/>
                <a:cs typeface="Noto Sans JP"/>
              </a:defRPr>
            </a:lvl2pPr>
            <a:lvl3pPr>
              <a:defRPr sz="2400" b="0">
                <a:solidFill>
                  <a:srgbClr val="18354C"/>
                </a:solidFill>
                <a:latin typeface="Noto Sans JP"/>
                <a:ea typeface="Noto Sans JP"/>
                <a:cs typeface="Noto Sans JP"/>
              </a:defRPr>
            </a:lvl3pPr>
            <a:lvl4pPr>
              <a:defRPr sz="2400" b="0">
                <a:solidFill>
                  <a:srgbClr val="18354C"/>
                </a:solidFill>
                <a:latin typeface="Noto Sans JP"/>
                <a:ea typeface="Noto Sans JP"/>
                <a:cs typeface="Noto Sans JP"/>
              </a:defRPr>
            </a:lvl4pPr>
            <a:lvl5pPr>
              <a:defRPr sz="2400" b="0">
                <a:solidFill>
                  <a:srgbClr val="18354C"/>
                </a:solidFill>
                <a:latin typeface="Noto Sans JP"/>
                <a:ea typeface="Noto Sans JP"/>
                <a:cs typeface="Noto Sans JP"/>
              </a:defRPr>
            </a:lvl5pPr>
            <a:lvl6pPr>
              <a:defRPr sz="2400" b="0">
                <a:solidFill>
                  <a:srgbClr val="18354C"/>
                </a:solidFill>
                <a:latin typeface="Noto Sans JP"/>
                <a:ea typeface="Noto Sans JP"/>
                <a:cs typeface="Noto Sans JP"/>
              </a:defRPr>
            </a:lvl6pPr>
            <a:lvl7pPr>
              <a:defRPr sz="2400" b="0">
                <a:solidFill>
                  <a:srgbClr val="18354C"/>
                </a:solidFill>
                <a:latin typeface="Noto Sans JP"/>
                <a:ea typeface="Noto Sans JP"/>
                <a:cs typeface="Noto Sans JP"/>
              </a:defRPr>
            </a:lvl7pPr>
            <a:lvl8pPr>
              <a:defRPr sz="2400" b="0">
                <a:solidFill>
                  <a:srgbClr val="18354C"/>
                </a:solidFill>
                <a:latin typeface="Noto Sans JP"/>
                <a:ea typeface="Noto Sans JP"/>
                <a:cs typeface="Noto Sans JP"/>
              </a:defRPr>
            </a:lvl8pPr>
            <a:lvl9pPr>
              <a:defRPr sz="2400" b="0">
                <a:solidFill>
                  <a:srgbClr val="18354C"/>
                </a:solidFill>
                <a:latin typeface="Noto Sans JP"/>
                <a:ea typeface="Noto Sans JP"/>
                <a:cs typeface="Noto Sans JP"/>
              </a:defRPr>
            </a:lvl9pPr>
          </a:lstStyle>
          <a:p xmlns:a="http://schemas.openxmlformats.org/drawingml/2006/main">
            <a:pPr>
              <a:defRPr sz="2400" b="0">
                <a:solidFill>
                  <a:srgbClr val="18354C"/>
                </a:solidFill>
                <a:latin typeface="Noto Sans JP"/>
                <a:ea typeface="Noto Sans JP"/>
                <a:cs typeface="Noto Sans JP"/>
              </a:defRPr>
            </a:pPr>
            <a:r>
              <a:rPr sz="2400" b="0">
                <a:solidFill>
                  <a:srgbClr val="18354C"/>
                </a:solidFill>
                <a:latin typeface="Noto Sans JP"/>
                <a:ea typeface="Noto Sans JP"/>
                <a:cs typeface="Noto Sans JP"/>
              </a:rPr>
              <a:t>変更後の再設定と適用限界</a:t>
            </a:r>
          </a:p>
          <a:p xmlns:a="http://schemas.openxmlformats.org/drawingml/2006/main">
            <a:pPr>
              <a:defRPr sz="2400" b="0">
                <a:solidFill>
                  <a:srgbClr val="18354C"/>
                </a:solidFill>
                <a:latin typeface="Noto Sans JP"/>
                <a:ea typeface="Noto Sans JP"/>
                <a:cs typeface="Noto Sans JP"/>
              </a:defRPr>
            </a:pPr>
            <a:r>
              <a:rPr sz="2400" b="0">
                <a:solidFill>
                  <a:srgbClr val="18354C"/>
                </a:solidFill>
                <a:latin typeface="Noto Sans JP"/>
                <a:ea typeface="Noto Sans JP"/>
                <a:cs typeface="Noto Sans JP"/>
              </a:rPr>
              <a:t>人の介入と失敗後の復帰</a:t>
            </a:r>
          </a:p>
          <a:p xmlns:a="http://schemas.openxmlformats.org/drawingml/2006/main">
            <a:pPr>
              <a:defRPr sz="2400" b="0">
                <a:solidFill>
                  <a:srgbClr val="18354C"/>
                </a:solidFill>
                <a:latin typeface="Noto Sans JP"/>
                <a:ea typeface="Noto Sans JP"/>
                <a:cs typeface="Noto Sans JP"/>
              </a:defRPr>
            </a:pPr>
            <a:r>
              <a:rPr sz="2400" b="0">
                <a:solidFill>
                  <a:srgbClr val="18354C"/>
                </a:solidFill>
                <a:latin typeface="Noto Sans JP"/>
                <a:ea typeface="Noto Sans JP"/>
                <a:cs typeface="Noto Sans JP"/>
              </a:rPr>
              <a:t>提供段階と顧客での稼働</a:t>
            </a:r>
          </a:p>
        </p:txBody>
      </p:sp>
      <p:sp>
        <p:nvSpPr>
          <p:cNvPr id="11" name="meaning-2">
            <a:extLst xmlns:a="http://schemas.openxmlformats.org/drawingml/2006/main">
              <a:ext uri="{FF2B5EF4-FFF2-40B4-BE49-F238E27FC236}">
                <a16:creationId xmlns:a16="http://schemas.microsoft.com/office/drawing/2014/main" id="{ED71A5D0-5BDB-4AD3-B250-603D00CE78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49150" y="6953250"/>
            <a:ext cx="51435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2250" b="1">
                <a:solidFill>
                  <a:srgbClr val="18354C"/>
                </a:solidFill>
                <a:latin typeface="Noto Sans JP"/>
                <a:ea typeface="Noto Sans JP"/>
                <a:cs typeface="Noto Sans JP"/>
              </a:defRPr>
            </a:defPPr>
            <a:lvl1pPr>
              <a:defRPr sz="2250" b="1">
                <a:solidFill>
                  <a:srgbClr val="18354C"/>
                </a:solidFill>
                <a:latin typeface="Noto Sans JP"/>
                <a:ea typeface="Noto Sans JP"/>
                <a:cs typeface="Noto Sans JP"/>
              </a:defRPr>
            </a:lvl1pPr>
            <a:lvl2pPr>
              <a:defRPr sz="2250" b="1">
                <a:solidFill>
                  <a:srgbClr val="18354C"/>
                </a:solidFill>
                <a:latin typeface="Noto Sans JP"/>
                <a:ea typeface="Noto Sans JP"/>
                <a:cs typeface="Noto Sans JP"/>
              </a:defRPr>
            </a:lvl2pPr>
            <a:lvl3pPr>
              <a:defRPr sz="2250" b="1">
                <a:solidFill>
                  <a:srgbClr val="18354C"/>
                </a:solidFill>
                <a:latin typeface="Noto Sans JP"/>
                <a:ea typeface="Noto Sans JP"/>
                <a:cs typeface="Noto Sans JP"/>
              </a:defRPr>
            </a:lvl3pPr>
            <a:lvl4pPr>
              <a:defRPr sz="2250" b="1">
                <a:solidFill>
                  <a:srgbClr val="18354C"/>
                </a:solidFill>
                <a:latin typeface="Noto Sans JP"/>
                <a:ea typeface="Noto Sans JP"/>
                <a:cs typeface="Noto Sans JP"/>
              </a:defRPr>
            </a:lvl4pPr>
            <a:lvl5pPr>
              <a:defRPr sz="2250" b="1">
                <a:solidFill>
                  <a:srgbClr val="18354C"/>
                </a:solidFill>
                <a:latin typeface="Noto Sans JP"/>
                <a:ea typeface="Noto Sans JP"/>
                <a:cs typeface="Noto Sans JP"/>
              </a:defRPr>
            </a:lvl5pPr>
            <a:lvl6pPr>
              <a:defRPr sz="2250" b="1">
                <a:solidFill>
                  <a:srgbClr val="18354C"/>
                </a:solidFill>
                <a:latin typeface="Noto Sans JP"/>
                <a:ea typeface="Noto Sans JP"/>
                <a:cs typeface="Noto Sans JP"/>
              </a:defRPr>
            </a:lvl6pPr>
            <a:lvl7pPr>
              <a:defRPr sz="2250" b="1">
                <a:solidFill>
                  <a:srgbClr val="18354C"/>
                </a:solidFill>
                <a:latin typeface="Noto Sans JP"/>
                <a:ea typeface="Noto Sans JP"/>
                <a:cs typeface="Noto Sans JP"/>
              </a:defRPr>
            </a:lvl7pPr>
            <a:lvl8pPr>
              <a:defRPr sz="2250" b="1">
                <a:solidFill>
                  <a:srgbClr val="18354C"/>
                </a:solidFill>
                <a:latin typeface="Noto Sans JP"/>
                <a:ea typeface="Noto Sans JP"/>
                <a:cs typeface="Noto Sans JP"/>
              </a:defRPr>
            </a:lvl8pPr>
            <a:lvl9pPr>
              <a:defRPr sz="2250" b="1">
                <a:solidFill>
                  <a:srgbClr val="18354C"/>
                </a:solidFill>
                <a:latin typeface="Noto Sans JP"/>
                <a:ea typeface="Noto Sans JP"/>
                <a:cs typeface="Noto Sans JP"/>
              </a:defRPr>
            </a:lvl9pPr>
          </a:lstStyle>
          <a:p xmlns:a="http://schemas.openxmlformats.org/drawingml/2006/main">
            <a:pPr>
              <a:defRPr sz="2250" b="1">
                <a:solidFill>
                  <a:srgbClr val="18354C"/>
                </a:solidFill>
                <a:latin typeface="Noto Sans JP"/>
                <a:ea typeface="Noto Sans JP"/>
                <a:cs typeface="Noto Sans JP"/>
              </a:defRPr>
            </a:pPr>
            <a:r>
              <a:rPr sz="2250" b="1">
                <a:solidFill>
                  <a:srgbClr val="18354C"/>
                </a:solidFill>
                <a:latin typeface="Noto Sans JP"/>
                <a:ea typeface="Noto Sans JP"/>
                <a:cs typeface="Noto Sans JP"/>
              </a:rPr>
              <a:t>説明の具体化を、性能向上や</a:t>
            </a:r>
          </a:p>
          <a:p xmlns:a="http://schemas.openxmlformats.org/drawingml/2006/main">
            <a:pPr>
              <a:defRPr sz="2250" b="1">
                <a:solidFill>
                  <a:srgbClr val="18354C"/>
                </a:solidFill>
                <a:latin typeface="Noto Sans JP"/>
                <a:ea typeface="Noto Sans JP"/>
                <a:cs typeface="Noto Sans JP"/>
              </a:defRPr>
            </a:pPr>
            <a:r>
              <a:rPr sz="2250" b="1">
                <a:solidFill>
                  <a:srgbClr val="18354C"/>
                </a:solidFill>
                <a:latin typeface="Noto Sans JP"/>
                <a:ea typeface="Noto Sans JP"/>
                <a:cs typeface="Noto Sans JP"/>
              </a:rPr>
              <a:t>普及の証明とは扱わない。</a:t>
            </a:r>
          </a:p>
        </p:txBody>
      </p:sp>
      <p:sp>
        <p:nvSpPr>
          <p:cNvPr id="12" name="limit">
            <a:extLst xmlns:a="http://schemas.openxmlformats.org/drawingml/2006/main">
              <a:ext uri="{FF2B5EF4-FFF2-40B4-BE49-F238E27FC236}">
                <a16:creationId xmlns:a16="http://schemas.microsoft.com/office/drawing/2014/main" id="{0E03CCED-F7C3-44CB-AF70-B4758120B5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9591675"/>
            <a:ext cx="1604962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500" b="0">
                <a:solidFill>
                  <a:srgbClr val="64778A"/>
                </a:solidFill>
                <a:latin typeface="Noto Sans JP"/>
                <a:ea typeface="Noto Sans JP"/>
                <a:cs typeface="Noto Sans JP"/>
              </a:defRPr>
            </a:defPPr>
            <a:lvl1pPr>
              <a:defRPr sz="1500" b="0">
                <a:solidFill>
                  <a:srgbClr val="64778A"/>
                </a:solidFill>
                <a:latin typeface="Noto Sans JP"/>
                <a:ea typeface="Noto Sans JP"/>
                <a:cs typeface="Noto Sans JP"/>
              </a:defRPr>
            </a:lvl1pPr>
            <a:lvl2pPr>
              <a:defRPr sz="1500" b="0">
                <a:solidFill>
                  <a:srgbClr val="64778A"/>
                </a:solidFill>
                <a:latin typeface="Noto Sans JP"/>
                <a:ea typeface="Noto Sans JP"/>
                <a:cs typeface="Noto Sans JP"/>
              </a:defRPr>
            </a:lvl2pPr>
            <a:lvl3pPr>
              <a:defRPr sz="1500" b="0">
                <a:solidFill>
                  <a:srgbClr val="64778A"/>
                </a:solidFill>
                <a:latin typeface="Noto Sans JP"/>
                <a:ea typeface="Noto Sans JP"/>
                <a:cs typeface="Noto Sans JP"/>
              </a:defRPr>
            </a:lvl3pPr>
            <a:lvl4pPr>
              <a:defRPr sz="1500" b="0">
                <a:solidFill>
                  <a:srgbClr val="64778A"/>
                </a:solidFill>
                <a:latin typeface="Noto Sans JP"/>
                <a:ea typeface="Noto Sans JP"/>
                <a:cs typeface="Noto Sans JP"/>
              </a:defRPr>
            </a:lvl4pPr>
            <a:lvl5pPr>
              <a:defRPr sz="1500" b="0">
                <a:solidFill>
                  <a:srgbClr val="64778A"/>
                </a:solidFill>
                <a:latin typeface="Noto Sans JP"/>
                <a:ea typeface="Noto Sans JP"/>
                <a:cs typeface="Noto Sans JP"/>
              </a:defRPr>
            </a:lvl5pPr>
            <a:lvl6pPr>
              <a:defRPr sz="1500" b="0">
                <a:solidFill>
                  <a:srgbClr val="64778A"/>
                </a:solidFill>
                <a:latin typeface="Noto Sans JP"/>
                <a:ea typeface="Noto Sans JP"/>
                <a:cs typeface="Noto Sans JP"/>
              </a:defRPr>
            </a:lvl6pPr>
            <a:lvl7pPr>
              <a:defRPr sz="1500" b="0">
                <a:solidFill>
                  <a:srgbClr val="64778A"/>
                </a:solidFill>
                <a:latin typeface="Noto Sans JP"/>
                <a:ea typeface="Noto Sans JP"/>
                <a:cs typeface="Noto Sans JP"/>
              </a:defRPr>
            </a:lvl7pPr>
            <a:lvl8pPr>
              <a:defRPr sz="1500" b="0">
                <a:solidFill>
                  <a:srgbClr val="64778A"/>
                </a:solidFill>
                <a:latin typeface="Noto Sans JP"/>
                <a:ea typeface="Noto Sans JP"/>
                <a:cs typeface="Noto Sans JP"/>
              </a:defRPr>
            </a:lvl8pPr>
            <a:lvl9pPr>
              <a:defRPr sz="1500" b="0">
                <a:solidFill>
                  <a:srgbClr val="64778A"/>
                </a:solidFill>
                <a:latin typeface="Noto Sans JP"/>
                <a:ea typeface="Noto Sans JP"/>
                <a:cs typeface="Noto Sans JP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64778A"/>
                </a:solidFill>
                <a:latin typeface="Noto Sans JP"/>
                <a:ea typeface="Noto Sans JP"/>
                <a:cs typeface="Noto Sans JP"/>
              </a:defRPr>
            </a:pPr>
            <a:r>
              <a:rPr sz="1500" b="0">
                <a:solidFill>
                  <a:srgbClr val="64778A"/>
                </a:solidFill>
                <a:latin typeface="Noto Sans JP"/>
                <a:ea typeface="Noto Sans JP"/>
                <a:cs typeface="Noto Sans JP"/>
              </a:rPr>
              <a:t>2024資料がない事例は比較不能。追加学習は2025、PLC支援は2023等の発表も参照している。</a:t>
            </a:r>
          </a:p>
        </p:txBody>
      </p:sp>
      <p:sp>
        <p:nvSpPr>
          <p:cNvPr id="13" name="page">
            <a:extLst xmlns:a="http://schemas.openxmlformats.org/drawingml/2006/main">
              <a:ext uri="{FF2B5EF4-FFF2-40B4-BE49-F238E27FC236}">
                <a16:creationId xmlns:a16="http://schemas.microsoft.com/office/drawing/2014/main" id="{D5266683-AB9D-43D1-9E3B-AF760F9E6A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078325" y="9667875"/>
            <a:ext cx="457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500" b="0">
                <a:solidFill>
                  <a:srgbClr val="64778A"/>
                </a:solidFill>
                <a:latin typeface="Noto Sans JP"/>
                <a:ea typeface="Noto Sans JP"/>
                <a:cs typeface="Noto Sans JP"/>
              </a:defRPr>
            </a:defPPr>
            <a:lvl1pPr>
              <a:defRPr sz="1500" b="0">
                <a:solidFill>
                  <a:srgbClr val="64778A"/>
                </a:solidFill>
                <a:latin typeface="Noto Sans JP"/>
                <a:ea typeface="Noto Sans JP"/>
                <a:cs typeface="Noto Sans JP"/>
              </a:defRPr>
            </a:lvl1pPr>
            <a:lvl2pPr>
              <a:defRPr sz="1500" b="0">
                <a:solidFill>
                  <a:srgbClr val="64778A"/>
                </a:solidFill>
                <a:latin typeface="Noto Sans JP"/>
                <a:ea typeface="Noto Sans JP"/>
                <a:cs typeface="Noto Sans JP"/>
              </a:defRPr>
            </a:lvl2pPr>
            <a:lvl3pPr>
              <a:defRPr sz="1500" b="0">
                <a:solidFill>
                  <a:srgbClr val="64778A"/>
                </a:solidFill>
                <a:latin typeface="Noto Sans JP"/>
                <a:ea typeface="Noto Sans JP"/>
                <a:cs typeface="Noto Sans JP"/>
              </a:defRPr>
            </a:lvl3pPr>
            <a:lvl4pPr>
              <a:defRPr sz="1500" b="0">
                <a:solidFill>
                  <a:srgbClr val="64778A"/>
                </a:solidFill>
                <a:latin typeface="Noto Sans JP"/>
                <a:ea typeface="Noto Sans JP"/>
                <a:cs typeface="Noto Sans JP"/>
              </a:defRPr>
            </a:lvl4pPr>
            <a:lvl5pPr>
              <a:defRPr sz="1500" b="0">
                <a:solidFill>
                  <a:srgbClr val="64778A"/>
                </a:solidFill>
                <a:latin typeface="Noto Sans JP"/>
                <a:ea typeface="Noto Sans JP"/>
                <a:cs typeface="Noto Sans JP"/>
              </a:defRPr>
            </a:lvl5pPr>
            <a:lvl6pPr>
              <a:defRPr sz="1500" b="0">
                <a:solidFill>
                  <a:srgbClr val="64778A"/>
                </a:solidFill>
                <a:latin typeface="Noto Sans JP"/>
                <a:ea typeface="Noto Sans JP"/>
                <a:cs typeface="Noto Sans JP"/>
              </a:defRPr>
            </a:lvl6pPr>
            <a:lvl7pPr>
              <a:defRPr sz="1500" b="0">
                <a:solidFill>
                  <a:srgbClr val="64778A"/>
                </a:solidFill>
                <a:latin typeface="Noto Sans JP"/>
                <a:ea typeface="Noto Sans JP"/>
                <a:cs typeface="Noto Sans JP"/>
              </a:defRPr>
            </a:lvl7pPr>
            <a:lvl8pPr>
              <a:defRPr sz="1500" b="0">
                <a:solidFill>
                  <a:srgbClr val="64778A"/>
                </a:solidFill>
                <a:latin typeface="Noto Sans JP"/>
                <a:ea typeface="Noto Sans JP"/>
                <a:cs typeface="Noto Sans JP"/>
              </a:defRPr>
            </a:lvl8pPr>
            <a:lvl9pPr>
              <a:defRPr sz="1500" b="0">
                <a:solidFill>
                  <a:srgbClr val="64778A"/>
                </a:solidFill>
                <a:latin typeface="Noto Sans JP"/>
                <a:ea typeface="Noto Sans JP"/>
                <a:cs typeface="Noto Sans JP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64778A"/>
                </a:solidFill>
                <a:latin typeface="Noto Sans JP"/>
                <a:ea typeface="Noto Sans JP"/>
                <a:cs typeface="Noto Sans JP"/>
              </a:defRPr>
            </a:pPr>
            <a:r>
              <a:rPr sz="1500" b="0">
                <a:solidFill>
                  <a:srgbClr val="64778A"/>
                </a:solidFill>
                <a:latin typeface="Noto Sans JP"/>
                <a:ea typeface="Noto Sans JP"/>
                <a:cs typeface="Noto Sans JP"/>
              </a:rPr>
              <a:t>10</a:t>
            </a:r>
          </a:p>
        </p:txBody>
      </p:sp>
      <p:sp>
        <p:nvSpPr>
          <p:cNvPr id="14" name="source-S03">
            <a:extLst xmlns:a="http://schemas.openxmlformats.org/drawingml/2006/main">
              <a:ext uri="{FF2B5EF4-FFF2-40B4-BE49-F238E27FC236}">
                <a16:creationId xmlns:a16="http://schemas.microsoft.com/office/drawing/2014/main" id="{3125091B-27CA-4BFF-853F-DA0E38796C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9172575"/>
            <a:ext cx="9048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500" b="0">
                <a:solidFill>
                  <a:srgbClr val="225B92"/>
                </a:solidFill>
                <a:latin typeface="Noto Sans JP"/>
                <a:ea typeface="Noto Sans JP"/>
                <a:cs typeface="Noto Sans JP"/>
              </a:defRPr>
            </a:defPPr>
            <a:lvl1pPr>
              <a:defRPr sz="1500" b="0">
                <a:solidFill>
                  <a:srgbClr val="225B92"/>
                </a:solidFill>
                <a:latin typeface="Noto Sans JP"/>
                <a:ea typeface="Noto Sans JP"/>
                <a:cs typeface="Noto Sans JP"/>
              </a:defRPr>
            </a:lvl1pPr>
            <a:lvl2pPr>
              <a:defRPr sz="1500" b="0">
                <a:solidFill>
                  <a:srgbClr val="225B92"/>
                </a:solidFill>
                <a:latin typeface="Noto Sans JP"/>
                <a:ea typeface="Noto Sans JP"/>
                <a:cs typeface="Noto Sans JP"/>
              </a:defRPr>
            </a:lvl2pPr>
            <a:lvl3pPr>
              <a:defRPr sz="1500" b="0">
                <a:solidFill>
                  <a:srgbClr val="225B92"/>
                </a:solidFill>
                <a:latin typeface="Noto Sans JP"/>
                <a:ea typeface="Noto Sans JP"/>
                <a:cs typeface="Noto Sans JP"/>
              </a:defRPr>
            </a:lvl3pPr>
            <a:lvl4pPr>
              <a:defRPr sz="1500" b="0">
                <a:solidFill>
                  <a:srgbClr val="225B92"/>
                </a:solidFill>
                <a:latin typeface="Noto Sans JP"/>
                <a:ea typeface="Noto Sans JP"/>
                <a:cs typeface="Noto Sans JP"/>
              </a:defRPr>
            </a:lvl4pPr>
            <a:lvl5pPr>
              <a:defRPr sz="1500" b="0">
                <a:solidFill>
                  <a:srgbClr val="225B92"/>
                </a:solidFill>
                <a:latin typeface="Noto Sans JP"/>
                <a:ea typeface="Noto Sans JP"/>
                <a:cs typeface="Noto Sans JP"/>
              </a:defRPr>
            </a:lvl5pPr>
            <a:lvl6pPr>
              <a:defRPr sz="1500" b="0">
                <a:solidFill>
                  <a:srgbClr val="225B92"/>
                </a:solidFill>
                <a:latin typeface="Noto Sans JP"/>
                <a:ea typeface="Noto Sans JP"/>
                <a:cs typeface="Noto Sans JP"/>
              </a:defRPr>
            </a:lvl6pPr>
            <a:lvl7pPr>
              <a:defRPr sz="1500" b="0">
                <a:solidFill>
                  <a:srgbClr val="225B92"/>
                </a:solidFill>
                <a:latin typeface="Noto Sans JP"/>
                <a:ea typeface="Noto Sans JP"/>
                <a:cs typeface="Noto Sans JP"/>
              </a:defRPr>
            </a:lvl7pPr>
            <a:lvl8pPr>
              <a:defRPr sz="1500" b="0">
                <a:solidFill>
                  <a:srgbClr val="225B92"/>
                </a:solidFill>
                <a:latin typeface="Noto Sans JP"/>
                <a:ea typeface="Noto Sans JP"/>
                <a:cs typeface="Noto Sans JP"/>
              </a:defRPr>
            </a:lvl8pPr>
            <a:lvl9pPr>
              <a:defRPr sz="1500" b="0">
                <a:solidFill>
                  <a:srgbClr val="225B92"/>
                </a:solidFill>
                <a:latin typeface="Noto Sans JP"/>
                <a:ea typeface="Noto Sans JP"/>
                <a:cs typeface="Noto Sans JP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225B92"/>
                </a:solidFill>
                <a:latin typeface="Noto Sans JP"/>
                <a:ea typeface="Noto Sans JP"/>
                <a:cs typeface="Noto Sans JP"/>
              </a:defRPr>
            </a:pPr>
            <a:r>
              <a:rPr sz="1500" b="0">
                <a:solidFill>
                  <a:srgbClr val="225B92"/>
                </a:solidFill>
                <a:latin typeface="Noto Sans JP"/>
                <a:ea typeface="Noto Sans JP"/>
                <a:cs typeface="Noto Sans JP"/>
                <a:hlinkClick xmlns:r="http://schemas.openxmlformats.org/officeDocument/2006/relationships" r:id="R1a01be11539e4aa5"/>
              </a:rPr>
              <a:t>S03</a:t>
            </a:r>
          </a:p>
        </p:txBody>
      </p:sp>
      <p:sp>
        <p:nvSpPr>
          <p:cNvPr id="15" name="source-S04">
            <a:extLst xmlns:a="http://schemas.openxmlformats.org/drawingml/2006/main">
              <a:ext uri="{FF2B5EF4-FFF2-40B4-BE49-F238E27FC236}">
                <a16:creationId xmlns:a16="http://schemas.microsoft.com/office/drawing/2014/main" id="{31C3CEFC-53B2-4092-A5D6-2B5A9E3D56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81175" y="9172575"/>
            <a:ext cx="9048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500" b="0">
                <a:solidFill>
                  <a:srgbClr val="225B92"/>
                </a:solidFill>
                <a:latin typeface="Noto Sans JP"/>
                <a:ea typeface="Noto Sans JP"/>
                <a:cs typeface="Noto Sans JP"/>
              </a:defRPr>
            </a:defPPr>
            <a:lvl1pPr>
              <a:defRPr sz="1500" b="0">
                <a:solidFill>
                  <a:srgbClr val="225B92"/>
                </a:solidFill>
                <a:latin typeface="Noto Sans JP"/>
                <a:ea typeface="Noto Sans JP"/>
                <a:cs typeface="Noto Sans JP"/>
              </a:defRPr>
            </a:lvl1pPr>
            <a:lvl2pPr>
              <a:defRPr sz="1500" b="0">
                <a:solidFill>
                  <a:srgbClr val="225B92"/>
                </a:solidFill>
                <a:latin typeface="Noto Sans JP"/>
                <a:ea typeface="Noto Sans JP"/>
                <a:cs typeface="Noto Sans JP"/>
              </a:defRPr>
            </a:lvl2pPr>
            <a:lvl3pPr>
              <a:defRPr sz="1500" b="0">
                <a:solidFill>
                  <a:srgbClr val="225B92"/>
                </a:solidFill>
                <a:latin typeface="Noto Sans JP"/>
                <a:ea typeface="Noto Sans JP"/>
                <a:cs typeface="Noto Sans JP"/>
              </a:defRPr>
            </a:lvl3pPr>
            <a:lvl4pPr>
              <a:defRPr sz="1500" b="0">
                <a:solidFill>
                  <a:srgbClr val="225B92"/>
                </a:solidFill>
                <a:latin typeface="Noto Sans JP"/>
                <a:ea typeface="Noto Sans JP"/>
                <a:cs typeface="Noto Sans JP"/>
              </a:defRPr>
            </a:lvl4pPr>
            <a:lvl5pPr>
              <a:defRPr sz="1500" b="0">
                <a:solidFill>
                  <a:srgbClr val="225B92"/>
                </a:solidFill>
                <a:latin typeface="Noto Sans JP"/>
                <a:ea typeface="Noto Sans JP"/>
                <a:cs typeface="Noto Sans JP"/>
              </a:defRPr>
            </a:lvl5pPr>
            <a:lvl6pPr>
              <a:defRPr sz="1500" b="0">
                <a:solidFill>
                  <a:srgbClr val="225B92"/>
                </a:solidFill>
                <a:latin typeface="Noto Sans JP"/>
                <a:ea typeface="Noto Sans JP"/>
                <a:cs typeface="Noto Sans JP"/>
              </a:defRPr>
            </a:lvl6pPr>
            <a:lvl7pPr>
              <a:defRPr sz="1500" b="0">
                <a:solidFill>
                  <a:srgbClr val="225B92"/>
                </a:solidFill>
                <a:latin typeface="Noto Sans JP"/>
                <a:ea typeface="Noto Sans JP"/>
                <a:cs typeface="Noto Sans JP"/>
              </a:defRPr>
            </a:lvl7pPr>
            <a:lvl8pPr>
              <a:defRPr sz="1500" b="0">
                <a:solidFill>
                  <a:srgbClr val="225B92"/>
                </a:solidFill>
                <a:latin typeface="Noto Sans JP"/>
                <a:ea typeface="Noto Sans JP"/>
                <a:cs typeface="Noto Sans JP"/>
              </a:defRPr>
            </a:lvl8pPr>
            <a:lvl9pPr>
              <a:defRPr sz="1500" b="0">
                <a:solidFill>
                  <a:srgbClr val="225B92"/>
                </a:solidFill>
                <a:latin typeface="Noto Sans JP"/>
                <a:ea typeface="Noto Sans JP"/>
                <a:cs typeface="Noto Sans JP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225B92"/>
                </a:solidFill>
                <a:latin typeface="Noto Sans JP"/>
                <a:ea typeface="Noto Sans JP"/>
                <a:cs typeface="Noto Sans JP"/>
              </a:defRPr>
            </a:pPr>
            <a:r>
              <a:rPr sz="1500" b="0">
                <a:solidFill>
                  <a:srgbClr val="225B92"/>
                </a:solidFill>
                <a:latin typeface="Noto Sans JP"/>
                <a:ea typeface="Noto Sans JP"/>
                <a:cs typeface="Noto Sans JP"/>
                <a:hlinkClick xmlns:r="http://schemas.openxmlformats.org/officeDocument/2006/relationships" r:id="R08f465a1679f48a8"/>
              </a:rPr>
              <a:t>S04</a:t>
            </a:r>
          </a:p>
        </p:txBody>
      </p:sp>
      <p:sp>
        <p:nvSpPr>
          <p:cNvPr id="16" name="source-S08">
            <a:extLst xmlns:a="http://schemas.openxmlformats.org/drawingml/2006/main">
              <a:ext uri="{FF2B5EF4-FFF2-40B4-BE49-F238E27FC236}">
                <a16:creationId xmlns:a16="http://schemas.microsoft.com/office/drawing/2014/main" id="{CFE52532-BCFB-43B8-88D8-00478270A1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9172575"/>
            <a:ext cx="9048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500" b="0">
                <a:solidFill>
                  <a:srgbClr val="225B92"/>
                </a:solidFill>
                <a:latin typeface="Noto Sans JP"/>
                <a:ea typeface="Noto Sans JP"/>
                <a:cs typeface="Noto Sans JP"/>
              </a:defRPr>
            </a:defPPr>
            <a:lvl1pPr>
              <a:defRPr sz="1500" b="0">
                <a:solidFill>
                  <a:srgbClr val="225B92"/>
                </a:solidFill>
                <a:latin typeface="Noto Sans JP"/>
                <a:ea typeface="Noto Sans JP"/>
                <a:cs typeface="Noto Sans JP"/>
              </a:defRPr>
            </a:lvl1pPr>
            <a:lvl2pPr>
              <a:defRPr sz="1500" b="0">
                <a:solidFill>
                  <a:srgbClr val="225B92"/>
                </a:solidFill>
                <a:latin typeface="Noto Sans JP"/>
                <a:ea typeface="Noto Sans JP"/>
                <a:cs typeface="Noto Sans JP"/>
              </a:defRPr>
            </a:lvl2pPr>
            <a:lvl3pPr>
              <a:defRPr sz="1500" b="0">
                <a:solidFill>
                  <a:srgbClr val="225B92"/>
                </a:solidFill>
                <a:latin typeface="Noto Sans JP"/>
                <a:ea typeface="Noto Sans JP"/>
                <a:cs typeface="Noto Sans JP"/>
              </a:defRPr>
            </a:lvl3pPr>
            <a:lvl4pPr>
              <a:defRPr sz="1500" b="0">
                <a:solidFill>
                  <a:srgbClr val="225B92"/>
                </a:solidFill>
                <a:latin typeface="Noto Sans JP"/>
                <a:ea typeface="Noto Sans JP"/>
                <a:cs typeface="Noto Sans JP"/>
              </a:defRPr>
            </a:lvl4pPr>
            <a:lvl5pPr>
              <a:defRPr sz="1500" b="0">
                <a:solidFill>
                  <a:srgbClr val="225B92"/>
                </a:solidFill>
                <a:latin typeface="Noto Sans JP"/>
                <a:ea typeface="Noto Sans JP"/>
                <a:cs typeface="Noto Sans JP"/>
              </a:defRPr>
            </a:lvl5pPr>
            <a:lvl6pPr>
              <a:defRPr sz="1500" b="0">
                <a:solidFill>
                  <a:srgbClr val="225B92"/>
                </a:solidFill>
                <a:latin typeface="Noto Sans JP"/>
                <a:ea typeface="Noto Sans JP"/>
                <a:cs typeface="Noto Sans JP"/>
              </a:defRPr>
            </a:lvl6pPr>
            <a:lvl7pPr>
              <a:defRPr sz="1500" b="0">
                <a:solidFill>
                  <a:srgbClr val="225B92"/>
                </a:solidFill>
                <a:latin typeface="Noto Sans JP"/>
                <a:ea typeface="Noto Sans JP"/>
                <a:cs typeface="Noto Sans JP"/>
              </a:defRPr>
            </a:lvl7pPr>
            <a:lvl8pPr>
              <a:defRPr sz="1500" b="0">
                <a:solidFill>
                  <a:srgbClr val="225B92"/>
                </a:solidFill>
                <a:latin typeface="Noto Sans JP"/>
                <a:ea typeface="Noto Sans JP"/>
                <a:cs typeface="Noto Sans JP"/>
              </a:defRPr>
            </a:lvl8pPr>
            <a:lvl9pPr>
              <a:defRPr sz="1500" b="0">
                <a:solidFill>
                  <a:srgbClr val="225B92"/>
                </a:solidFill>
                <a:latin typeface="Noto Sans JP"/>
                <a:ea typeface="Noto Sans JP"/>
                <a:cs typeface="Noto Sans JP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225B92"/>
                </a:solidFill>
                <a:latin typeface="Noto Sans JP"/>
                <a:ea typeface="Noto Sans JP"/>
                <a:cs typeface="Noto Sans JP"/>
              </a:defRPr>
            </a:pPr>
            <a:r>
              <a:rPr sz="1500" b="0">
                <a:solidFill>
                  <a:srgbClr val="225B92"/>
                </a:solidFill>
                <a:latin typeface="Noto Sans JP"/>
                <a:ea typeface="Noto Sans JP"/>
                <a:cs typeface="Noto Sans JP"/>
                <a:hlinkClick xmlns:r="http://schemas.openxmlformats.org/officeDocument/2006/relationships" r:id="R7faf66b4f87f4892"/>
              </a:rPr>
              <a:t>S08</a:t>
            </a:r>
          </a:p>
        </p:txBody>
      </p:sp>
      <p:sp>
        <p:nvSpPr>
          <p:cNvPr id="17" name="source-S11">
            <a:extLst xmlns:a="http://schemas.openxmlformats.org/drawingml/2006/main">
              <a:ext uri="{FF2B5EF4-FFF2-40B4-BE49-F238E27FC236}">
                <a16:creationId xmlns:a16="http://schemas.microsoft.com/office/drawing/2014/main" id="{3593F58C-47DA-4CB0-98FF-FFCACD7795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81425" y="9172575"/>
            <a:ext cx="9048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500" b="0">
                <a:solidFill>
                  <a:srgbClr val="225B92"/>
                </a:solidFill>
                <a:latin typeface="Noto Sans JP"/>
                <a:ea typeface="Noto Sans JP"/>
                <a:cs typeface="Noto Sans JP"/>
              </a:defRPr>
            </a:defPPr>
            <a:lvl1pPr>
              <a:defRPr sz="1500" b="0">
                <a:solidFill>
                  <a:srgbClr val="225B92"/>
                </a:solidFill>
                <a:latin typeface="Noto Sans JP"/>
                <a:ea typeface="Noto Sans JP"/>
                <a:cs typeface="Noto Sans JP"/>
              </a:defRPr>
            </a:lvl1pPr>
            <a:lvl2pPr>
              <a:defRPr sz="1500" b="0">
                <a:solidFill>
                  <a:srgbClr val="225B92"/>
                </a:solidFill>
                <a:latin typeface="Noto Sans JP"/>
                <a:ea typeface="Noto Sans JP"/>
                <a:cs typeface="Noto Sans JP"/>
              </a:defRPr>
            </a:lvl2pPr>
            <a:lvl3pPr>
              <a:defRPr sz="1500" b="0">
                <a:solidFill>
                  <a:srgbClr val="225B92"/>
                </a:solidFill>
                <a:latin typeface="Noto Sans JP"/>
                <a:ea typeface="Noto Sans JP"/>
                <a:cs typeface="Noto Sans JP"/>
              </a:defRPr>
            </a:lvl3pPr>
            <a:lvl4pPr>
              <a:defRPr sz="1500" b="0">
                <a:solidFill>
                  <a:srgbClr val="225B92"/>
                </a:solidFill>
                <a:latin typeface="Noto Sans JP"/>
                <a:ea typeface="Noto Sans JP"/>
                <a:cs typeface="Noto Sans JP"/>
              </a:defRPr>
            </a:lvl4pPr>
            <a:lvl5pPr>
              <a:defRPr sz="1500" b="0">
                <a:solidFill>
                  <a:srgbClr val="225B92"/>
                </a:solidFill>
                <a:latin typeface="Noto Sans JP"/>
                <a:ea typeface="Noto Sans JP"/>
                <a:cs typeface="Noto Sans JP"/>
              </a:defRPr>
            </a:lvl5pPr>
            <a:lvl6pPr>
              <a:defRPr sz="1500" b="0">
                <a:solidFill>
                  <a:srgbClr val="225B92"/>
                </a:solidFill>
                <a:latin typeface="Noto Sans JP"/>
                <a:ea typeface="Noto Sans JP"/>
                <a:cs typeface="Noto Sans JP"/>
              </a:defRPr>
            </a:lvl6pPr>
            <a:lvl7pPr>
              <a:defRPr sz="1500" b="0">
                <a:solidFill>
                  <a:srgbClr val="225B92"/>
                </a:solidFill>
                <a:latin typeface="Noto Sans JP"/>
                <a:ea typeface="Noto Sans JP"/>
                <a:cs typeface="Noto Sans JP"/>
              </a:defRPr>
            </a:lvl7pPr>
            <a:lvl8pPr>
              <a:defRPr sz="1500" b="0">
                <a:solidFill>
                  <a:srgbClr val="225B92"/>
                </a:solidFill>
                <a:latin typeface="Noto Sans JP"/>
                <a:ea typeface="Noto Sans JP"/>
                <a:cs typeface="Noto Sans JP"/>
              </a:defRPr>
            </a:lvl8pPr>
            <a:lvl9pPr>
              <a:defRPr sz="1500" b="0">
                <a:solidFill>
                  <a:srgbClr val="225B92"/>
                </a:solidFill>
                <a:latin typeface="Noto Sans JP"/>
                <a:ea typeface="Noto Sans JP"/>
                <a:cs typeface="Noto Sans JP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225B92"/>
                </a:solidFill>
                <a:latin typeface="Noto Sans JP"/>
                <a:ea typeface="Noto Sans JP"/>
                <a:cs typeface="Noto Sans JP"/>
              </a:defRPr>
            </a:pPr>
            <a:r>
              <a:rPr sz="1500" b="0">
                <a:solidFill>
                  <a:srgbClr val="225B92"/>
                </a:solidFill>
                <a:latin typeface="Noto Sans JP"/>
                <a:ea typeface="Noto Sans JP"/>
                <a:cs typeface="Noto Sans JP"/>
                <a:hlinkClick xmlns:r="http://schemas.openxmlformats.org/officeDocument/2006/relationships" r:id="R1c813428bcee41d8"/>
              </a:rPr>
              <a:t>S11</a:t>
            </a:r>
          </a:p>
        </p:txBody>
      </p:sp>
      <p:sp>
        <p:nvSpPr>
          <p:cNvPr id="18" name="source-S12">
            <a:extLst xmlns:a="http://schemas.openxmlformats.org/drawingml/2006/main">
              <a:ext uri="{FF2B5EF4-FFF2-40B4-BE49-F238E27FC236}">
                <a16:creationId xmlns:a16="http://schemas.microsoft.com/office/drawing/2014/main" id="{80C230AB-2019-4C46-95CD-8879984903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9172575"/>
            <a:ext cx="9048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500" b="0">
                <a:solidFill>
                  <a:srgbClr val="225B92"/>
                </a:solidFill>
                <a:latin typeface="Noto Sans JP"/>
                <a:ea typeface="Noto Sans JP"/>
                <a:cs typeface="Noto Sans JP"/>
              </a:defRPr>
            </a:defPPr>
            <a:lvl1pPr>
              <a:defRPr sz="1500" b="0">
                <a:solidFill>
                  <a:srgbClr val="225B92"/>
                </a:solidFill>
                <a:latin typeface="Noto Sans JP"/>
                <a:ea typeface="Noto Sans JP"/>
                <a:cs typeface="Noto Sans JP"/>
              </a:defRPr>
            </a:lvl1pPr>
            <a:lvl2pPr>
              <a:defRPr sz="1500" b="0">
                <a:solidFill>
                  <a:srgbClr val="225B92"/>
                </a:solidFill>
                <a:latin typeface="Noto Sans JP"/>
                <a:ea typeface="Noto Sans JP"/>
                <a:cs typeface="Noto Sans JP"/>
              </a:defRPr>
            </a:lvl2pPr>
            <a:lvl3pPr>
              <a:defRPr sz="1500" b="0">
                <a:solidFill>
                  <a:srgbClr val="225B92"/>
                </a:solidFill>
                <a:latin typeface="Noto Sans JP"/>
                <a:ea typeface="Noto Sans JP"/>
                <a:cs typeface="Noto Sans JP"/>
              </a:defRPr>
            </a:lvl3pPr>
            <a:lvl4pPr>
              <a:defRPr sz="1500" b="0">
                <a:solidFill>
                  <a:srgbClr val="225B92"/>
                </a:solidFill>
                <a:latin typeface="Noto Sans JP"/>
                <a:ea typeface="Noto Sans JP"/>
                <a:cs typeface="Noto Sans JP"/>
              </a:defRPr>
            </a:lvl4pPr>
            <a:lvl5pPr>
              <a:defRPr sz="1500" b="0">
                <a:solidFill>
                  <a:srgbClr val="225B92"/>
                </a:solidFill>
                <a:latin typeface="Noto Sans JP"/>
                <a:ea typeface="Noto Sans JP"/>
                <a:cs typeface="Noto Sans JP"/>
              </a:defRPr>
            </a:lvl5pPr>
            <a:lvl6pPr>
              <a:defRPr sz="1500" b="0">
                <a:solidFill>
                  <a:srgbClr val="225B92"/>
                </a:solidFill>
                <a:latin typeface="Noto Sans JP"/>
                <a:ea typeface="Noto Sans JP"/>
                <a:cs typeface="Noto Sans JP"/>
              </a:defRPr>
            </a:lvl6pPr>
            <a:lvl7pPr>
              <a:defRPr sz="1500" b="0">
                <a:solidFill>
                  <a:srgbClr val="225B92"/>
                </a:solidFill>
                <a:latin typeface="Noto Sans JP"/>
                <a:ea typeface="Noto Sans JP"/>
                <a:cs typeface="Noto Sans JP"/>
              </a:defRPr>
            </a:lvl7pPr>
            <a:lvl8pPr>
              <a:defRPr sz="1500" b="0">
                <a:solidFill>
                  <a:srgbClr val="225B92"/>
                </a:solidFill>
                <a:latin typeface="Noto Sans JP"/>
                <a:ea typeface="Noto Sans JP"/>
                <a:cs typeface="Noto Sans JP"/>
              </a:defRPr>
            </a:lvl8pPr>
            <a:lvl9pPr>
              <a:defRPr sz="1500" b="0">
                <a:solidFill>
                  <a:srgbClr val="225B92"/>
                </a:solidFill>
                <a:latin typeface="Noto Sans JP"/>
                <a:ea typeface="Noto Sans JP"/>
                <a:cs typeface="Noto Sans JP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225B92"/>
                </a:solidFill>
                <a:latin typeface="Noto Sans JP"/>
                <a:ea typeface="Noto Sans JP"/>
                <a:cs typeface="Noto Sans JP"/>
              </a:defRPr>
            </a:pPr>
            <a:r>
              <a:rPr sz="1500" b="0">
                <a:solidFill>
                  <a:srgbClr val="225B92"/>
                </a:solidFill>
                <a:latin typeface="Noto Sans JP"/>
                <a:ea typeface="Noto Sans JP"/>
                <a:cs typeface="Noto Sans JP"/>
                <a:hlinkClick xmlns:r="http://schemas.openxmlformats.org/officeDocument/2006/relationships" r:id="R330cced36e8f46e1"/>
              </a:rPr>
              <a:t>S12</a:t>
            </a:r>
          </a:p>
        </p:txBody>
      </p:sp>
      <p:sp>
        <p:nvSpPr>
          <p:cNvPr id="19" name="source-S16">
            <a:extLst xmlns:a="http://schemas.openxmlformats.org/drawingml/2006/main">
              <a:ext uri="{FF2B5EF4-FFF2-40B4-BE49-F238E27FC236}">
                <a16:creationId xmlns:a16="http://schemas.microsoft.com/office/drawing/2014/main" id="{E8223CCB-7D79-47FC-832C-8B99D2BA15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81675" y="9172575"/>
            <a:ext cx="9048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500" b="0">
                <a:solidFill>
                  <a:srgbClr val="225B92"/>
                </a:solidFill>
                <a:latin typeface="Noto Sans JP"/>
                <a:ea typeface="Noto Sans JP"/>
                <a:cs typeface="Noto Sans JP"/>
              </a:defRPr>
            </a:defPPr>
            <a:lvl1pPr>
              <a:defRPr sz="1500" b="0">
                <a:solidFill>
                  <a:srgbClr val="225B92"/>
                </a:solidFill>
                <a:latin typeface="Noto Sans JP"/>
                <a:ea typeface="Noto Sans JP"/>
                <a:cs typeface="Noto Sans JP"/>
              </a:defRPr>
            </a:lvl1pPr>
            <a:lvl2pPr>
              <a:defRPr sz="1500" b="0">
                <a:solidFill>
                  <a:srgbClr val="225B92"/>
                </a:solidFill>
                <a:latin typeface="Noto Sans JP"/>
                <a:ea typeface="Noto Sans JP"/>
                <a:cs typeface="Noto Sans JP"/>
              </a:defRPr>
            </a:lvl2pPr>
            <a:lvl3pPr>
              <a:defRPr sz="1500" b="0">
                <a:solidFill>
                  <a:srgbClr val="225B92"/>
                </a:solidFill>
                <a:latin typeface="Noto Sans JP"/>
                <a:ea typeface="Noto Sans JP"/>
                <a:cs typeface="Noto Sans JP"/>
              </a:defRPr>
            </a:lvl3pPr>
            <a:lvl4pPr>
              <a:defRPr sz="1500" b="0">
                <a:solidFill>
                  <a:srgbClr val="225B92"/>
                </a:solidFill>
                <a:latin typeface="Noto Sans JP"/>
                <a:ea typeface="Noto Sans JP"/>
                <a:cs typeface="Noto Sans JP"/>
              </a:defRPr>
            </a:lvl4pPr>
            <a:lvl5pPr>
              <a:defRPr sz="1500" b="0">
                <a:solidFill>
                  <a:srgbClr val="225B92"/>
                </a:solidFill>
                <a:latin typeface="Noto Sans JP"/>
                <a:ea typeface="Noto Sans JP"/>
                <a:cs typeface="Noto Sans JP"/>
              </a:defRPr>
            </a:lvl5pPr>
            <a:lvl6pPr>
              <a:defRPr sz="1500" b="0">
                <a:solidFill>
                  <a:srgbClr val="225B92"/>
                </a:solidFill>
                <a:latin typeface="Noto Sans JP"/>
                <a:ea typeface="Noto Sans JP"/>
                <a:cs typeface="Noto Sans JP"/>
              </a:defRPr>
            </a:lvl6pPr>
            <a:lvl7pPr>
              <a:defRPr sz="1500" b="0">
                <a:solidFill>
                  <a:srgbClr val="225B92"/>
                </a:solidFill>
                <a:latin typeface="Noto Sans JP"/>
                <a:ea typeface="Noto Sans JP"/>
                <a:cs typeface="Noto Sans JP"/>
              </a:defRPr>
            </a:lvl7pPr>
            <a:lvl8pPr>
              <a:defRPr sz="1500" b="0">
                <a:solidFill>
                  <a:srgbClr val="225B92"/>
                </a:solidFill>
                <a:latin typeface="Noto Sans JP"/>
                <a:ea typeface="Noto Sans JP"/>
                <a:cs typeface="Noto Sans JP"/>
              </a:defRPr>
            </a:lvl8pPr>
            <a:lvl9pPr>
              <a:defRPr sz="1500" b="0">
                <a:solidFill>
                  <a:srgbClr val="225B92"/>
                </a:solidFill>
                <a:latin typeface="Noto Sans JP"/>
                <a:ea typeface="Noto Sans JP"/>
                <a:cs typeface="Noto Sans JP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225B92"/>
                </a:solidFill>
                <a:latin typeface="Noto Sans JP"/>
                <a:ea typeface="Noto Sans JP"/>
                <a:cs typeface="Noto Sans JP"/>
              </a:defRPr>
            </a:pPr>
            <a:r>
              <a:rPr sz="1500" b="0">
                <a:solidFill>
                  <a:srgbClr val="225B92"/>
                </a:solidFill>
                <a:latin typeface="Noto Sans JP"/>
                <a:ea typeface="Noto Sans JP"/>
                <a:cs typeface="Noto Sans JP"/>
                <a:hlinkClick xmlns:r="http://schemas.openxmlformats.org/officeDocument/2006/relationships" r:id="R34b2493d38b14a1e"/>
              </a:rPr>
              <a:t>S16</a:t>
            </a:r>
          </a:p>
        </p:txBody>
      </p:sp>
      <p:sp>
        <p:nvSpPr>
          <p:cNvPr id="20" name="source-S30">
            <a:extLst xmlns:a="http://schemas.openxmlformats.org/drawingml/2006/main">
              <a:ext uri="{FF2B5EF4-FFF2-40B4-BE49-F238E27FC236}">
                <a16:creationId xmlns:a16="http://schemas.microsoft.com/office/drawing/2014/main" id="{36E6234E-636D-4436-BC63-744C07812B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9172575"/>
            <a:ext cx="9048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500" b="0">
                <a:solidFill>
                  <a:srgbClr val="225B92"/>
                </a:solidFill>
                <a:latin typeface="Noto Sans JP"/>
                <a:ea typeface="Noto Sans JP"/>
                <a:cs typeface="Noto Sans JP"/>
              </a:defRPr>
            </a:defPPr>
            <a:lvl1pPr>
              <a:defRPr sz="1500" b="0">
                <a:solidFill>
                  <a:srgbClr val="225B92"/>
                </a:solidFill>
                <a:latin typeface="Noto Sans JP"/>
                <a:ea typeface="Noto Sans JP"/>
                <a:cs typeface="Noto Sans JP"/>
              </a:defRPr>
            </a:lvl1pPr>
            <a:lvl2pPr>
              <a:defRPr sz="1500" b="0">
                <a:solidFill>
                  <a:srgbClr val="225B92"/>
                </a:solidFill>
                <a:latin typeface="Noto Sans JP"/>
                <a:ea typeface="Noto Sans JP"/>
                <a:cs typeface="Noto Sans JP"/>
              </a:defRPr>
            </a:lvl2pPr>
            <a:lvl3pPr>
              <a:defRPr sz="1500" b="0">
                <a:solidFill>
                  <a:srgbClr val="225B92"/>
                </a:solidFill>
                <a:latin typeface="Noto Sans JP"/>
                <a:ea typeface="Noto Sans JP"/>
                <a:cs typeface="Noto Sans JP"/>
              </a:defRPr>
            </a:lvl3pPr>
            <a:lvl4pPr>
              <a:defRPr sz="1500" b="0">
                <a:solidFill>
                  <a:srgbClr val="225B92"/>
                </a:solidFill>
                <a:latin typeface="Noto Sans JP"/>
                <a:ea typeface="Noto Sans JP"/>
                <a:cs typeface="Noto Sans JP"/>
              </a:defRPr>
            </a:lvl4pPr>
            <a:lvl5pPr>
              <a:defRPr sz="1500" b="0">
                <a:solidFill>
                  <a:srgbClr val="225B92"/>
                </a:solidFill>
                <a:latin typeface="Noto Sans JP"/>
                <a:ea typeface="Noto Sans JP"/>
                <a:cs typeface="Noto Sans JP"/>
              </a:defRPr>
            </a:lvl5pPr>
            <a:lvl6pPr>
              <a:defRPr sz="1500" b="0">
                <a:solidFill>
                  <a:srgbClr val="225B92"/>
                </a:solidFill>
                <a:latin typeface="Noto Sans JP"/>
                <a:ea typeface="Noto Sans JP"/>
                <a:cs typeface="Noto Sans JP"/>
              </a:defRPr>
            </a:lvl6pPr>
            <a:lvl7pPr>
              <a:defRPr sz="1500" b="0">
                <a:solidFill>
                  <a:srgbClr val="225B92"/>
                </a:solidFill>
                <a:latin typeface="Noto Sans JP"/>
                <a:ea typeface="Noto Sans JP"/>
                <a:cs typeface="Noto Sans JP"/>
              </a:defRPr>
            </a:lvl7pPr>
            <a:lvl8pPr>
              <a:defRPr sz="1500" b="0">
                <a:solidFill>
                  <a:srgbClr val="225B92"/>
                </a:solidFill>
                <a:latin typeface="Noto Sans JP"/>
                <a:ea typeface="Noto Sans JP"/>
                <a:cs typeface="Noto Sans JP"/>
              </a:defRPr>
            </a:lvl8pPr>
            <a:lvl9pPr>
              <a:defRPr sz="1500" b="0">
                <a:solidFill>
                  <a:srgbClr val="225B92"/>
                </a:solidFill>
                <a:latin typeface="Noto Sans JP"/>
                <a:ea typeface="Noto Sans JP"/>
                <a:cs typeface="Noto Sans JP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225B92"/>
                </a:solidFill>
                <a:latin typeface="Noto Sans JP"/>
                <a:ea typeface="Noto Sans JP"/>
                <a:cs typeface="Noto Sans JP"/>
              </a:defRPr>
            </a:pPr>
            <a:r>
              <a:rPr sz="1500" b="0">
                <a:solidFill>
                  <a:srgbClr val="225B92"/>
                </a:solidFill>
                <a:latin typeface="Noto Sans JP"/>
                <a:ea typeface="Noto Sans JP"/>
                <a:cs typeface="Noto Sans JP"/>
                <a:hlinkClick xmlns:r="http://schemas.openxmlformats.org/officeDocument/2006/relationships" r:id="R733084f8f95445a4"/>
              </a:rPr>
              <a:t>S30</a:t>
            </a:r>
          </a:p>
        </p:txBody>
      </p:sp>
    </p:spTree>
    <p:extLst>
      <p:ext uri="{BB962C8B-B14F-4D97-AF65-F5344CB8AC3E}">
        <p14:creationId xmlns:p14="http://schemas.microsoft.com/office/powerpoint/2010/main" val="864448105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title">
            <a:extLst xmlns:a="http://schemas.openxmlformats.org/drawingml/2006/main">
              <a:ext uri="{FF2B5EF4-FFF2-40B4-BE49-F238E27FC236}">
                <a16:creationId xmlns:a16="http://schemas.microsoft.com/office/drawing/2014/main" id="{24986E0B-57CC-4FE4-A468-956EFBEE54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57200"/>
            <a:ext cx="16764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3375" b="1">
                <a:solidFill>
                  <a:srgbClr val="18354C"/>
                </a:solidFill>
                <a:latin typeface="Noto Sans JP"/>
                <a:ea typeface="Noto Sans JP"/>
                <a:cs typeface="Noto Sans JP"/>
              </a:defRPr>
            </a:defPPr>
            <a:lvl1pPr>
              <a:defRPr sz="3375" b="1">
                <a:solidFill>
                  <a:srgbClr val="18354C"/>
                </a:solidFill>
                <a:latin typeface="Noto Sans JP"/>
                <a:ea typeface="Noto Sans JP"/>
                <a:cs typeface="Noto Sans JP"/>
              </a:defRPr>
            </a:lvl1pPr>
            <a:lvl2pPr>
              <a:defRPr sz="3375" b="1">
                <a:solidFill>
                  <a:srgbClr val="18354C"/>
                </a:solidFill>
                <a:latin typeface="Noto Sans JP"/>
                <a:ea typeface="Noto Sans JP"/>
                <a:cs typeface="Noto Sans JP"/>
              </a:defRPr>
            </a:lvl2pPr>
            <a:lvl3pPr>
              <a:defRPr sz="3375" b="1">
                <a:solidFill>
                  <a:srgbClr val="18354C"/>
                </a:solidFill>
                <a:latin typeface="Noto Sans JP"/>
                <a:ea typeface="Noto Sans JP"/>
                <a:cs typeface="Noto Sans JP"/>
              </a:defRPr>
            </a:lvl3pPr>
            <a:lvl4pPr>
              <a:defRPr sz="3375" b="1">
                <a:solidFill>
                  <a:srgbClr val="18354C"/>
                </a:solidFill>
                <a:latin typeface="Noto Sans JP"/>
                <a:ea typeface="Noto Sans JP"/>
                <a:cs typeface="Noto Sans JP"/>
              </a:defRPr>
            </a:lvl4pPr>
            <a:lvl5pPr>
              <a:defRPr sz="3375" b="1">
                <a:solidFill>
                  <a:srgbClr val="18354C"/>
                </a:solidFill>
                <a:latin typeface="Noto Sans JP"/>
                <a:ea typeface="Noto Sans JP"/>
                <a:cs typeface="Noto Sans JP"/>
              </a:defRPr>
            </a:lvl5pPr>
            <a:lvl6pPr>
              <a:defRPr sz="3375" b="1">
                <a:solidFill>
                  <a:srgbClr val="18354C"/>
                </a:solidFill>
                <a:latin typeface="Noto Sans JP"/>
                <a:ea typeface="Noto Sans JP"/>
                <a:cs typeface="Noto Sans JP"/>
              </a:defRPr>
            </a:lvl6pPr>
            <a:lvl7pPr>
              <a:defRPr sz="3375" b="1">
                <a:solidFill>
                  <a:srgbClr val="18354C"/>
                </a:solidFill>
                <a:latin typeface="Noto Sans JP"/>
                <a:ea typeface="Noto Sans JP"/>
                <a:cs typeface="Noto Sans JP"/>
              </a:defRPr>
            </a:lvl7pPr>
            <a:lvl8pPr>
              <a:defRPr sz="3375" b="1">
                <a:solidFill>
                  <a:srgbClr val="18354C"/>
                </a:solidFill>
                <a:latin typeface="Noto Sans JP"/>
                <a:ea typeface="Noto Sans JP"/>
                <a:cs typeface="Noto Sans JP"/>
              </a:defRPr>
            </a:lvl8pPr>
            <a:lvl9pPr>
              <a:defRPr sz="3375" b="1">
                <a:solidFill>
                  <a:srgbClr val="18354C"/>
                </a:solidFill>
                <a:latin typeface="Noto Sans JP"/>
                <a:ea typeface="Noto Sans JP"/>
                <a:cs typeface="Noto Sans JP"/>
              </a:defRPr>
            </a:lvl9pPr>
          </a:lstStyle>
          <a:p xmlns:a="http://schemas.openxmlformats.org/drawingml/2006/main">
            <a:pPr>
              <a:defRPr sz="3375" b="1">
                <a:solidFill>
                  <a:srgbClr val="18354C"/>
                </a:solidFill>
                <a:latin typeface="Noto Sans JP"/>
                <a:ea typeface="Noto Sans JP"/>
                <a:cs typeface="Noto Sans JP"/>
              </a:defRPr>
            </a:pPr>
            <a:r>
              <a:rPr sz="3375" b="1">
                <a:solidFill>
                  <a:srgbClr val="18354C"/>
                </a:solidFill>
                <a:latin typeface="Noto Sans JP"/>
                <a:ea typeface="Noto Sans JP"/>
                <a:cs typeface="Noto Sans JP"/>
              </a:rPr>
              <a:t>研究開発は 四つの仕事を候補にする</a:t>
            </a:r>
          </a:p>
        </p:txBody>
      </p:sp>
      <p:sp>
        <p:nvSpPr>
          <p:cNvPr id="2" name="context">
            <a:extLst xmlns:a="http://schemas.openxmlformats.org/drawingml/2006/main">
              <a:ext uri="{FF2B5EF4-FFF2-40B4-BE49-F238E27FC236}">
                <a16:creationId xmlns:a16="http://schemas.microsoft.com/office/drawing/2014/main" id="{FEA178B3-7D7F-4CDF-862D-C896A7C82A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438275"/>
            <a:ext cx="167259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950" b="0">
                <a:solidFill>
                  <a:srgbClr val="64778A"/>
                </a:solidFill>
                <a:latin typeface="Noto Sans JP"/>
                <a:ea typeface="Noto Sans JP"/>
                <a:cs typeface="Noto Sans JP"/>
              </a:defRPr>
            </a:defPPr>
            <a:lvl1pPr>
              <a:defRPr sz="1950" b="0">
                <a:solidFill>
                  <a:srgbClr val="64778A"/>
                </a:solidFill>
                <a:latin typeface="Noto Sans JP"/>
                <a:ea typeface="Noto Sans JP"/>
                <a:cs typeface="Noto Sans JP"/>
              </a:defRPr>
            </a:lvl1pPr>
            <a:lvl2pPr>
              <a:defRPr sz="1950" b="0">
                <a:solidFill>
                  <a:srgbClr val="64778A"/>
                </a:solidFill>
                <a:latin typeface="Noto Sans JP"/>
                <a:ea typeface="Noto Sans JP"/>
                <a:cs typeface="Noto Sans JP"/>
              </a:defRPr>
            </a:lvl2pPr>
            <a:lvl3pPr>
              <a:defRPr sz="1950" b="0">
                <a:solidFill>
                  <a:srgbClr val="64778A"/>
                </a:solidFill>
                <a:latin typeface="Noto Sans JP"/>
                <a:ea typeface="Noto Sans JP"/>
                <a:cs typeface="Noto Sans JP"/>
              </a:defRPr>
            </a:lvl3pPr>
            <a:lvl4pPr>
              <a:defRPr sz="1950" b="0">
                <a:solidFill>
                  <a:srgbClr val="64778A"/>
                </a:solidFill>
                <a:latin typeface="Noto Sans JP"/>
                <a:ea typeface="Noto Sans JP"/>
                <a:cs typeface="Noto Sans JP"/>
              </a:defRPr>
            </a:lvl4pPr>
            <a:lvl5pPr>
              <a:defRPr sz="1950" b="0">
                <a:solidFill>
                  <a:srgbClr val="64778A"/>
                </a:solidFill>
                <a:latin typeface="Noto Sans JP"/>
                <a:ea typeface="Noto Sans JP"/>
                <a:cs typeface="Noto Sans JP"/>
              </a:defRPr>
            </a:lvl5pPr>
            <a:lvl6pPr>
              <a:defRPr sz="1950" b="0">
                <a:solidFill>
                  <a:srgbClr val="64778A"/>
                </a:solidFill>
                <a:latin typeface="Noto Sans JP"/>
                <a:ea typeface="Noto Sans JP"/>
                <a:cs typeface="Noto Sans JP"/>
              </a:defRPr>
            </a:lvl6pPr>
            <a:lvl7pPr>
              <a:defRPr sz="1950" b="0">
                <a:solidFill>
                  <a:srgbClr val="64778A"/>
                </a:solidFill>
                <a:latin typeface="Noto Sans JP"/>
                <a:ea typeface="Noto Sans JP"/>
                <a:cs typeface="Noto Sans JP"/>
              </a:defRPr>
            </a:lvl7pPr>
            <a:lvl8pPr>
              <a:defRPr sz="1950" b="0">
                <a:solidFill>
                  <a:srgbClr val="64778A"/>
                </a:solidFill>
                <a:latin typeface="Noto Sans JP"/>
                <a:ea typeface="Noto Sans JP"/>
                <a:cs typeface="Noto Sans JP"/>
              </a:defRPr>
            </a:lvl8pPr>
            <a:lvl9pPr>
              <a:defRPr sz="1950" b="0">
                <a:solidFill>
                  <a:srgbClr val="64778A"/>
                </a:solidFill>
                <a:latin typeface="Noto Sans JP"/>
                <a:ea typeface="Noto Sans JP"/>
                <a:cs typeface="Noto Sans JP"/>
              </a:defRPr>
            </a:lvl9pPr>
          </a:lstStyle>
          <a:p xmlns:a="http://schemas.openxmlformats.org/drawingml/2006/main">
            <a:pPr>
              <a:defRPr sz="1950" b="0">
                <a:solidFill>
                  <a:srgbClr val="64778A"/>
                </a:solidFill>
                <a:latin typeface="Noto Sans JP"/>
                <a:ea typeface="Noto Sans JP"/>
                <a:cs typeface="Noto Sans JP"/>
              </a:defRPr>
            </a:pPr>
            <a:r>
              <a:rPr sz="1950" b="0">
                <a:solidFill>
                  <a:srgbClr val="64778A"/>
                </a:solidFill>
                <a:latin typeface="Noto Sans JP"/>
                <a:ea typeface="Noto Sans JP"/>
                <a:cs typeface="Noto Sans JP"/>
              </a:rPr>
              <a:t>公開情報からの開発仮説。市場の空白、自社の適合性、性能優位を実証した提案ではありません。</a:t>
            </a:r>
          </a:p>
        </p:txBody>
      </p:sp>
      <p:graphicFrame>
        <p:nvGraphicFrame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6395B26-0181-44FD-A631-6F261CAF912F}"/>
              </a:ext>
            </a:extLst>
          </p:cNvPr>
          <p:cNvGraphicFramePr/>
          <p:nvPr/>
        </p:nvGraphicFramePr>
        <p:xfrm>
          <a:off xmlns:a="http://schemas.openxmlformats.org/drawingml/2006/main" x="762000" y="2333625"/>
          <a:ext xmlns:a="http://schemas.openxmlformats.org/drawingml/2006/main" cx="16764000" cy="661987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143250"/>
                <a:gridCol w="4476750"/>
                <a:gridCol w="5334000"/>
                <a:gridCol w="3810000"/>
              </a:tblGrid>
              <a:tr h="714375">
                <a:tc>
                  <a:txBody>
                    <a:bodyPr wrap="square" lIns="114300" tIns="114300" rIns="114300" bIns="114300">
                      <a:noAutofit/>
                    </a:bodyPr>
                    <a:lstStyle/>
                    <a:p>
                      <a:r>
                        <a:rPr sz="2175" b="1">
                          <a:solidFill>
                            <a:srgbClr val="FFFFFF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候補領域</a:t>
                      </a:r>
                    </a:p>
                  </a:txBody>
                  <a:tcPr marL="91440" marR="91440" marT="45720" marB="45720" anchor="t">
                    <a:lnL w="9525">
                      <a:solidFill>
                        <a:srgbClr val="D4DEE7"/>
                      </a:solidFill>
                      <a:prstDash val="solid"/>
                    </a:lnL>
                    <a:lnR w="9525">
                      <a:solidFill>
                        <a:srgbClr val="D4DEE7"/>
                      </a:solidFill>
                      <a:prstDash val="solid"/>
                    </a:lnR>
                    <a:lnT w="9525">
                      <a:solidFill>
                        <a:srgbClr val="D4DEE7"/>
                      </a:solidFill>
                      <a:prstDash val="solid"/>
                    </a:lnT>
                    <a:lnB w="9525">
                      <a:solidFill>
                        <a:srgbClr val="D4DEE7"/>
                      </a:solidFill>
                      <a:prstDash val="solid"/>
                    </a:lnB>
                    <a:solidFill>
                      <a:srgbClr val="244B63"/>
                    </a:solidFill>
                  </a:tcPr>
                </a:tc>
                <a:tc>
                  <a:txBody>
                    <a:bodyPr wrap="square" lIns="114300" tIns="114300" rIns="114300" bIns="114300">
                      <a:noAutofit/>
                    </a:bodyPr>
                    <a:lstStyle/>
                    <a:p>
                      <a:r>
                        <a:rPr sz="2175" b="1">
                          <a:solidFill>
                            <a:srgbClr val="FFFFFF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顧客の負担</a:t>
                      </a:r>
                    </a:p>
                  </a:txBody>
                  <a:tcPr marL="91440" marR="91440" marT="45720" marB="45720" anchor="t">
                    <a:lnR w="9525">
                      <a:solidFill>
                        <a:srgbClr val="D4DEE7"/>
                      </a:solidFill>
                      <a:prstDash val="solid"/>
                    </a:lnR>
                    <a:lnT w="9525">
                      <a:solidFill>
                        <a:srgbClr val="D4DEE7"/>
                      </a:solidFill>
                      <a:prstDash val="solid"/>
                    </a:lnT>
                    <a:lnB w="9525">
                      <a:solidFill>
                        <a:srgbClr val="D4DEE7"/>
                      </a:solidFill>
                      <a:prstDash val="solid"/>
                    </a:lnB>
                    <a:solidFill>
                      <a:srgbClr val="244B63"/>
                    </a:solidFill>
                  </a:tcPr>
                </a:tc>
                <a:tc>
                  <a:txBody>
                    <a:bodyPr wrap="square" lIns="114300" tIns="114300" rIns="114300" bIns="114300">
                      <a:noAutofit/>
                    </a:bodyPr>
                    <a:lstStyle/>
                    <a:p>
                      <a:r>
                        <a:rPr sz="2175" b="1">
                          <a:solidFill>
                            <a:srgbClr val="FFFFFF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何を開発するか</a:t>
                      </a:r>
                    </a:p>
                  </a:txBody>
                  <a:tcPr marL="91440" marR="91440" marT="45720" marB="45720" anchor="t">
                    <a:lnR w="9525">
                      <a:solidFill>
                        <a:srgbClr val="D4DEE7"/>
                      </a:solidFill>
                      <a:prstDash val="solid"/>
                    </a:lnR>
                    <a:lnT w="9525">
                      <a:solidFill>
                        <a:srgbClr val="D4DEE7"/>
                      </a:solidFill>
                      <a:prstDash val="solid"/>
                    </a:lnT>
                    <a:lnB w="9525">
                      <a:solidFill>
                        <a:srgbClr val="D4DEE7"/>
                      </a:solidFill>
                      <a:prstDash val="solid"/>
                    </a:lnB>
                    <a:solidFill>
                      <a:srgbClr val="244B63"/>
                    </a:solidFill>
                  </a:tcPr>
                </a:tc>
                <a:tc>
                  <a:txBody>
                    <a:bodyPr wrap="square" lIns="114300" tIns="114300" rIns="114300" bIns="114300">
                      <a:noAutofit/>
                    </a:bodyPr>
                    <a:lstStyle/>
                    <a:p>
                      <a:r>
                        <a:rPr sz="2175" b="1">
                          <a:solidFill>
                            <a:srgbClr val="FFFFFF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比べる効果</a:t>
                      </a:r>
                    </a:p>
                  </a:txBody>
                  <a:tcPr marL="91440" marR="91440" marT="45720" marB="45720" anchor="t">
                    <a:lnR w="9525">
                      <a:solidFill>
                        <a:srgbClr val="D4DEE7"/>
                      </a:solidFill>
                      <a:prstDash val="solid"/>
                    </a:lnR>
                    <a:lnT w="9525">
                      <a:solidFill>
                        <a:srgbClr val="D4DEE7"/>
                      </a:solidFill>
                      <a:prstDash val="solid"/>
                    </a:lnT>
                    <a:lnB w="9525">
                      <a:solidFill>
                        <a:srgbClr val="D4DEE7"/>
                      </a:solidFill>
                      <a:prstDash val="solid"/>
                    </a:lnB>
                    <a:solidFill>
                      <a:srgbClr val="244B63"/>
                    </a:solidFill>
                  </a:tcPr>
                </a:tc>
              </a:tr>
              <a:tr h="1476375">
                <a:tc>
                  <a:txBody>
                    <a:bodyPr wrap="square" lIns="114300" tIns="114300" rIns="114300" bIns="114300">
                      <a:noAutofit/>
                    </a:bodyPr>
                    <a:lstStyle/>
                    <a:p>
                      <a:r>
                        <a:rPr sz="2100" b="1">
                          <a:solidFill>
                            <a:srgbClr val="18354C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加工知識を扱う</a:t>
                      </a:r>
                    </a:p>
                    <a:p>
                      <a:r>
                        <a:rPr sz="2100" b="1">
                          <a:solidFill>
                            <a:srgbClr val="18354C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生産準備AI</a:t>
                      </a:r>
                    </a:p>
                  </a:txBody>
                  <a:tcPr marL="91440" marR="91440" marT="45720" marB="45720" anchor="t">
                    <a:lnL w="9525">
                      <a:solidFill>
                        <a:srgbClr val="D4DEE7"/>
                      </a:solidFill>
                      <a:prstDash val="solid"/>
                    </a:lnL>
                    <a:lnR w="9525">
                      <a:solidFill>
                        <a:srgbClr val="D4DEE7"/>
                      </a:solidFill>
                      <a:prstDash val="solid"/>
                    </a:lnR>
                    <a:lnB w="9525">
                      <a:solidFill>
                        <a:srgbClr val="D4DEE7"/>
                      </a:solidFill>
                      <a:prstDash val="solid"/>
                    </a:lnB>
                    <a:solidFill>
                      <a:srgbClr val="EEF3F8"/>
                    </a:solidFill>
                  </a:tcPr>
                </a:tc>
                <a:tc>
                  <a:txBody>
                    <a:bodyPr wrap="square" lIns="114300" tIns="114300" rIns="114300" bIns="114300">
                      <a:noAutofit/>
                    </a:bodyPr>
                    <a:lstStyle/>
                    <a:p>
                      <a:r>
                        <a:rPr sz="2100" b="0">
                          <a:solidFill>
                            <a:srgbClr val="18354C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多品種の見積・工程検討を</a:t>
                      </a:r>
                    </a:p>
                    <a:p>
                      <a:r>
                        <a:rPr sz="2100" b="0">
                          <a:solidFill>
                            <a:srgbClr val="18354C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毎回熟練者が組み立てる</a:t>
                      </a:r>
                    </a:p>
                  </a:txBody>
                  <a:tcPr marL="91440" marR="91440" marT="45720" marB="45720" anchor="t">
                    <a:lnR w="9525">
                      <a:solidFill>
                        <a:srgbClr val="D4DEE7"/>
                      </a:solidFill>
                      <a:prstDash val="solid"/>
                    </a:lnR>
                    <a:lnB w="9525">
                      <a:solidFill>
                        <a:srgbClr val="D4DEE7"/>
                      </a:solidFill>
                      <a:prstDash val="solid"/>
                    </a:lnB>
                    <a:solidFill>
                      <a:srgbClr val="EEF3F8"/>
                    </a:solidFill>
                  </a:tcPr>
                </a:tc>
                <a:tc>
                  <a:txBody>
                    <a:bodyPr wrap="square" lIns="114300" tIns="114300" rIns="114300" bIns="114300">
                      <a:noAutofit/>
                    </a:bodyPr>
                    <a:lstStyle/>
                    <a:p>
                      <a:r>
                        <a:rPr sz="2100" b="0">
                          <a:solidFill>
                            <a:srgbClr val="18354C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図面・履歴・設備制約を使う工程案を</a:t>
                      </a:r>
                    </a:p>
                    <a:p>
                      <a:r>
                        <a:rPr sz="2100" b="0">
                          <a:solidFill>
                            <a:srgbClr val="18354C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既存CAMと検証へつなぐ</a:t>
                      </a:r>
                    </a:p>
                  </a:txBody>
                  <a:tcPr marL="91440" marR="91440" marT="45720" marB="45720" anchor="t">
                    <a:lnR w="9525">
                      <a:solidFill>
                        <a:srgbClr val="D4DEE7"/>
                      </a:solidFill>
                      <a:prstDash val="solid"/>
                    </a:lnR>
                    <a:lnB w="9525">
                      <a:solidFill>
                        <a:srgbClr val="D4DEE7"/>
                      </a:solidFill>
                      <a:prstDash val="solid"/>
                    </a:lnB>
                    <a:solidFill>
                      <a:srgbClr val="EEF3F8"/>
                    </a:solidFill>
                  </a:tcPr>
                </a:tc>
                <a:tc>
                  <a:txBody>
                    <a:bodyPr wrap="square" lIns="114300" tIns="114300" rIns="114300" bIns="114300">
                      <a:noAutofit/>
                    </a:bodyPr>
                    <a:lstStyle/>
                    <a:p>
                      <a:r>
                        <a:rPr sz="2100" b="0">
                          <a:solidFill>
                            <a:srgbClr val="18354C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総準備時間、修正量、</a:t>
                      </a:r>
                    </a:p>
                    <a:p>
                      <a:r>
                        <a:rPr sz="2100" b="0">
                          <a:solidFill>
                            <a:srgbClr val="18354C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初品の手戻り</a:t>
                      </a:r>
                    </a:p>
                  </a:txBody>
                  <a:tcPr marL="91440" marR="91440" marT="45720" marB="45720" anchor="t">
                    <a:lnR w="9525">
                      <a:solidFill>
                        <a:srgbClr val="D4DEE7"/>
                      </a:solidFill>
                      <a:prstDash val="solid"/>
                    </a:lnR>
                    <a:lnB w="9525">
                      <a:solidFill>
                        <a:srgbClr val="D4DEE7"/>
                      </a:solidFill>
                      <a:prstDash val="solid"/>
                    </a:lnB>
                    <a:solidFill>
                      <a:srgbClr val="EEF3F8"/>
                    </a:solidFill>
                  </a:tcPr>
                </a:tc>
              </a:tr>
              <a:tr h="1476375">
                <a:tc>
                  <a:txBody>
                    <a:bodyPr wrap="square" lIns="114300" tIns="114300" rIns="114300" bIns="114300">
                      <a:noAutofit/>
                    </a:bodyPr>
                    <a:lstStyle/>
                    <a:p>
                      <a:r>
                        <a:rPr sz="2100" b="1">
                          <a:solidFill>
                            <a:srgbClr val="18354C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品質と工具状態を使う</a:t>
                      </a:r>
                    </a:p>
                    <a:p>
                      <a:r>
                        <a:rPr sz="2100" b="1">
                          <a:solidFill>
                            <a:srgbClr val="18354C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自律加工</a:t>
                      </a:r>
                    </a:p>
                  </a:txBody>
                  <a:tcPr marL="91440" marR="91440" marT="45720" marB="45720" anchor="t">
                    <a:lnL w="9525">
                      <a:solidFill>
                        <a:srgbClr val="D4DEE7"/>
                      </a:solidFill>
                      <a:prstDash val="solid"/>
                    </a:lnL>
                    <a:lnR w="9525">
                      <a:solidFill>
                        <a:srgbClr val="D4DEE7"/>
                      </a:solidFill>
                      <a:prstDash val="solid"/>
                    </a:lnR>
                    <a:lnB w="9525">
                      <a:solidFill>
                        <a:srgbClr val="D4DE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114300" tIns="114300" rIns="114300" bIns="114300">
                      <a:noAutofit/>
                    </a:bodyPr>
                    <a:lstStyle/>
                    <a:p>
                      <a:r>
                        <a:rPr sz="2100" b="0">
                          <a:solidFill>
                            <a:srgbClr val="18354C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条件、工具交換、品質を</a:t>
                      </a:r>
                    </a:p>
                    <a:p>
                      <a:r>
                        <a:rPr sz="2100" b="0">
                          <a:solidFill>
                            <a:srgbClr val="18354C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人が経験から結び付ける</a:t>
                      </a:r>
                    </a:p>
                  </a:txBody>
                  <a:tcPr marL="91440" marR="91440" marT="45720" marB="45720" anchor="t">
                    <a:lnR w="9525">
                      <a:solidFill>
                        <a:srgbClr val="D4DEE7"/>
                      </a:solidFill>
                      <a:prstDash val="solid"/>
                    </a:lnR>
                    <a:lnB w="9525">
                      <a:solidFill>
                        <a:srgbClr val="D4DE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114300" tIns="114300" rIns="114300" bIns="114300">
                      <a:noAutofit/>
                    </a:bodyPr>
                    <a:lstStyle/>
                    <a:p>
                      <a:r>
                        <a:rPr sz="2100" b="0">
                          <a:solidFill>
                            <a:srgbClr val="18354C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切削予測・信号・工具画像・寸法を使い</a:t>
                      </a:r>
                    </a:p>
                    <a:p>
                      <a:r>
                        <a:rPr sz="2100" b="0">
                          <a:solidFill>
                            <a:srgbClr val="18354C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継続・条件変更・交換を支援</a:t>
                      </a:r>
                    </a:p>
                  </a:txBody>
                  <a:tcPr marL="91440" marR="91440" marT="45720" marB="45720" anchor="t">
                    <a:lnR w="9525">
                      <a:solidFill>
                        <a:srgbClr val="D4DEE7"/>
                      </a:solidFill>
                      <a:prstDash val="solid"/>
                    </a:lnR>
                    <a:lnB w="9525">
                      <a:solidFill>
                        <a:srgbClr val="D4DE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114300" tIns="114300" rIns="114300" bIns="114300">
                      <a:noAutofit/>
                    </a:bodyPr>
                    <a:lstStyle/>
                    <a:p>
                      <a:r>
                        <a:rPr sz="2100" b="0">
                          <a:solidFill>
                            <a:srgbClr val="18354C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品質・工具利用量</a:t>
                      </a:r>
                    </a:p>
                    <a:p>
                      <a:r>
                        <a:rPr sz="2100" b="0">
                          <a:solidFill>
                            <a:srgbClr val="18354C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加工時間・再調整時間</a:t>
                      </a:r>
                    </a:p>
                  </a:txBody>
                  <a:tcPr marL="91440" marR="91440" marT="45720" marB="45720" anchor="t">
                    <a:lnR w="9525">
                      <a:solidFill>
                        <a:srgbClr val="D4DEE7"/>
                      </a:solidFill>
                      <a:prstDash val="solid"/>
                    </a:lnR>
                    <a:lnB w="9525">
                      <a:solidFill>
                        <a:srgbClr val="D4DE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1476375">
                <a:tc>
                  <a:txBody>
                    <a:bodyPr wrap="square" lIns="114300" tIns="114300" rIns="114300" bIns="114300">
                      <a:noAutofit/>
                    </a:bodyPr>
                    <a:lstStyle/>
                    <a:p>
                      <a:r>
                        <a:rPr sz="2100" b="1">
                          <a:solidFill>
                            <a:srgbClr val="18354C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付帯作業を担う</a:t>
                      </a:r>
                    </a:p>
                    <a:p>
                      <a:r>
                        <a:rPr sz="2100" b="1">
                          <a:solidFill>
                            <a:srgbClr val="18354C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フィジカルAI</a:t>
                      </a:r>
                    </a:p>
                  </a:txBody>
                  <a:tcPr marL="91440" marR="91440" marT="45720" marB="45720" anchor="t">
                    <a:lnL w="9525">
                      <a:solidFill>
                        <a:srgbClr val="D4DEE7"/>
                      </a:solidFill>
                      <a:prstDash val="solid"/>
                    </a:lnL>
                    <a:lnR w="9525">
                      <a:solidFill>
                        <a:srgbClr val="D4DEE7"/>
                      </a:solidFill>
                      <a:prstDash val="solid"/>
                    </a:lnR>
                    <a:lnB w="9525">
                      <a:solidFill>
                        <a:srgbClr val="D4DEE7"/>
                      </a:solidFill>
                      <a:prstDash val="solid"/>
                    </a:lnB>
                    <a:solidFill>
                      <a:srgbClr val="EEF3F8"/>
                    </a:solidFill>
                  </a:tcPr>
                </a:tc>
                <a:tc>
                  <a:txBody>
                    <a:bodyPr wrap="square" lIns="114300" tIns="114300" rIns="114300" bIns="114300">
                      <a:noAutofit/>
                    </a:bodyPr>
                    <a:lstStyle/>
                    <a:p>
                      <a:r>
                        <a:rPr sz="2100" b="0">
                          <a:solidFill>
                            <a:srgbClr val="18354C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切粉処理やバリ取り、</a:t>
                      </a:r>
                    </a:p>
                    <a:p>
                      <a:r>
                        <a:rPr sz="2100" b="0">
                          <a:solidFill>
                            <a:srgbClr val="18354C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品種変更時の教示が残る</a:t>
                      </a:r>
                    </a:p>
                  </a:txBody>
                  <a:tcPr marL="91440" marR="91440" marT="45720" marB="45720" anchor="t">
                    <a:lnR w="9525">
                      <a:solidFill>
                        <a:srgbClr val="D4DEE7"/>
                      </a:solidFill>
                      <a:prstDash val="solid"/>
                    </a:lnR>
                    <a:lnB w="9525">
                      <a:solidFill>
                        <a:srgbClr val="D4DEE7"/>
                      </a:solidFill>
                      <a:prstDash val="solid"/>
                    </a:lnB>
                    <a:solidFill>
                      <a:srgbClr val="EEF3F8"/>
                    </a:solidFill>
                  </a:tcPr>
                </a:tc>
                <a:tc>
                  <a:txBody>
                    <a:bodyPr wrap="square" lIns="114300" tIns="114300" rIns="114300" bIns="114300">
                      <a:noAutofit/>
                    </a:bodyPr>
                    <a:lstStyle/>
                    <a:p>
                      <a:r>
                        <a:rPr sz="2100" b="0">
                          <a:solidFill>
                            <a:srgbClr val="18354C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作業を絞り、認識・工具機構・動作・</a:t>
                      </a:r>
                    </a:p>
                    <a:p>
                      <a:r>
                        <a:rPr sz="2100" b="0">
                          <a:solidFill>
                            <a:srgbClr val="18354C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完了判断を組み合わせる</a:t>
                      </a:r>
                    </a:p>
                  </a:txBody>
                  <a:tcPr marL="91440" marR="91440" marT="45720" marB="45720" anchor="t">
                    <a:lnR w="9525">
                      <a:solidFill>
                        <a:srgbClr val="D4DEE7"/>
                      </a:solidFill>
                      <a:prstDash val="solid"/>
                    </a:lnR>
                    <a:lnB w="9525">
                      <a:solidFill>
                        <a:srgbClr val="D4DEE7"/>
                      </a:solidFill>
                      <a:prstDash val="solid"/>
                    </a:lnB>
                    <a:solidFill>
                      <a:srgbClr val="EEF3F8"/>
                    </a:solidFill>
                  </a:tcPr>
                </a:tc>
                <a:tc>
                  <a:txBody>
                    <a:bodyPr wrap="square" lIns="114300" tIns="114300" rIns="114300" bIns="114300">
                      <a:noAutofit/>
                    </a:bodyPr>
                    <a:lstStyle/>
                    <a:p>
                      <a:r>
                        <a:rPr sz="2100" b="0">
                          <a:solidFill>
                            <a:srgbClr val="18354C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完了率、教示時間、</a:t>
                      </a:r>
                    </a:p>
                    <a:p>
                      <a:r>
                        <a:rPr sz="2100" b="0">
                          <a:solidFill>
                            <a:srgbClr val="18354C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介入回数、タクト</a:t>
                      </a:r>
                    </a:p>
                  </a:txBody>
                  <a:tcPr marL="91440" marR="91440" marT="45720" marB="45720" anchor="t">
                    <a:lnR w="9525">
                      <a:solidFill>
                        <a:srgbClr val="D4DEE7"/>
                      </a:solidFill>
                      <a:prstDash val="solid"/>
                    </a:lnR>
                    <a:lnB w="9525">
                      <a:solidFill>
                        <a:srgbClr val="D4DEE7"/>
                      </a:solidFill>
                      <a:prstDash val="solid"/>
                    </a:lnB>
                    <a:solidFill>
                      <a:srgbClr val="EEF3F8"/>
                    </a:solidFill>
                  </a:tcPr>
                </a:tc>
              </a:tr>
              <a:tr h="1476375">
                <a:tc>
                  <a:txBody>
                    <a:bodyPr wrap="square" lIns="114300" tIns="114300" rIns="114300" bIns="114300">
                      <a:noAutofit/>
                    </a:bodyPr>
                    <a:lstStyle/>
                    <a:p>
                      <a:r>
                        <a:rPr sz="2100" b="1">
                          <a:solidFill>
                            <a:srgbClr val="18354C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変化に対応する</a:t>
                      </a:r>
                    </a:p>
                    <a:p>
                      <a:r>
                        <a:rPr sz="2100" b="1">
                          <a:solidFill>
                            <a:srgbClr val="18354C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工場運用AI</a:t>
                      </a:r>
                    </a:p>
                  </a:txBody>
                  <a:tcPr marL="91440" marR="91440" marT="45720" marB="45720" anchor="t">
                    <a:lnL w="9525">
                      <a:solidFill>
                        <a:srgbClr val="D4DEE7"/>
                      </a:solidFill>
                      <a:prstDash val="solid"/>
                    </a:lnL>
                    <a:lnR w="9525">
                      <a:solidFill>
                        <a:srgbClr val="D4DEE7"/>
                      </a:solidFill>
                      <a:prstDash val="solid"/>
                    </a:lnR>
                    <a:lnB w="9525">
                      <a:solidFill>
                        <a:srgbClr val="D4DE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114300" tIns="114300" rIns="114300" bIns="114300">
                      <a:noAutofit/>
                    </a:bodyPr>
                    <a:lstStyle/>
                    <a:p>
                      <a:r>
                        <a:rPr sz="2100" b="0">
                          <a:solidFill>
                            <a:srgbClr val="18354C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停止・不足のたびに情報を集め</a:t>
                      </a:r>
                    </a:p>
                    <a:p>
                      <a:r>
                        <a:rPr sz="2100" b="0">
                          <a:solidFill>
                            <a:srgbClr val="18354C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代替案と指示を組み直す</a:t>
                      </a:r>
                    </a:p>
                  </a:txBody>
                  <a:tcPr marL="91440" marR="91440" marT="45720" marB="45720" anchor="t">
                    <a:lnR w="9525">
                      <a:solidFill>
                        <a:srgbClr val="D4DEE7"/>
                      </a:solidFill>
                      <a:prstDash val="solid"/>
                    </a:lnR>
                    <a:lnB w="9525">
                      <a:solidFill>
                        <a:srgbClr val="D4DE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114300" tIns="114300" rIns="114300" bIns="114300">
                      <a:noAutofit/>
                    </a:bodyPr>
                    <a:lstStyle/>
                    <a:p>
                      <a:r>
                        <a:rPr sz="2100" b="0">
                          <a:solidFill>
                            <a:srgbClr val="18354C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設備・工具・進捗と過去対処から</a:t>
                      </a:r>
                    </a:p>
                    <a:p>
                      <a:r>
                        <a:rPr sz="2100" b="0">
                          <a:solidFill>
                            <a:srgbClr val="18354C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案と担当作業を示す</a:t>
                      </a:r>
                    </a:p>
                  </a:txBody>
                  <a:tcPr marL="91440" marR="91440" marT="45720" marB="45720" anchor="t">
                    <a:lnR w="9525">
                      <a:solidFill>
                        <a:srgbClr val="D4DEE7"/>
                      </a:solidFill>
                      <a:prstDash val="solid"/>
                    </a:lnR>
                    <a:lnB w="9525">
                      <a:solidFill>
                        <a:srgbClr val="D4DE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114300" tIns="114300" rIns="114300" bIns="114300">
                      <a:noAutofit/>
                    </a:bodyPr>
                    <a:lstStyle/>
                    <a:p>
                      <a:r>
                        <a:rPr sz="2100" b="0">
                          <a:solidFill>
                            <a:srgbClr val="18354C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状況確認・再計画の時間、</a:t>
                      </a:r>
                    </a:p>
                    <a:p>
                      <a:r>
                        <a:rPr sz="2100" b="0">
                          <a:solidFill>
                            <a:srgbClr val="18354C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実行できた提案、停止時間</a:t>
                      </a:r>
                    </a:p>
                  </a:txBody>
                  <a:tcPr marL="91440" marR="91440" marT="45720" marB="45720" anchor="t">
                    <a:lnR w="9525">
                      <a:solidFill>
                        <a:srgbClr val="D4DEE7"/>
                      </a:solidFill>
                      <a:prstDash val="solid"/>
                    </a:lnR>
                    <a:lnB w="9525">
                      <a:solidFill>
                        <a:srgbClr val="D4DE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limit">
            <a:extLst xmlns:a="http://schemas.openxmlformats.org/drawingml/2006/main">
              <a:ext uri="{FF2B5EF4-FFF2-40B4-BE49-F238E27FC236}">
                <a16:creationId xmlns:a16="http://schemas.microsoft.com/office/drawing/2014/main" id="{A97F2A23-8436-4079-9DD7-2A447C63FF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9591675"/>
            <a:ext cx="1604962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500" b="0">
                <a:solidFill>
                  <a:srgbClr val="64778A"/>
                </a:solidFill>
                <a:latin typeface="Noto Sans JP"/>
                <a:ea typeface="Noto Sans JP"/>
                <a:cs typeface="Noto Sans JP"/>
              </a:defRPr>
            </a:defPPr>
            <a:lvl1pPr>
              <a:defRPr sz="1500" b="0">
                <a:solidFill>
                  <a:srgbClr val="64778A"/>
                </a:solidFill>
                <a:latin typeface="Noto Sans JP"/>
                <a:ea typeface="Noto Sans JP"/>
                <a:cs typeface="Noto Sans JP"/>
              </a:defRPr>
            </a:lvl1pPr>
            <a:lvl2pPr>
              <a:defRPr sz="1500" b="0">
                <a:solidFill>
                  <a:srgbClr val="64778A"/>
                </a:solidFill>
                <a:latin typeface="Noto Sans JP"/>
                <a:ea typeface="Noto Sans JP"/>
                <a:cs typeface="Noto Sans JP"/>
              </a:defRPr>
            </a:lvl2pPr>
            <a:lvl3pPr>
              <a:defRPr sz="1500" b="0">
                <a:solidFill>
                  <a:srgbClr val="64778A"/>
                </a:solidFill>
                <a:latin typeface="Noto Sans JP"/>
                <a:ea typeface="Noto Sans JP"/>
                <a:cs typeface="Noto Sans JP"/>
              </a:defRPr>
            </a:lvl3pPr>
            <a:lvl4pPr>
              <a:defRPr sz="1500" b="0">
                <a:solidFill>
                  <a:srgbClr val="64778A"/>
                </a:solidFill>
                <a:latin typeface="Noto Sans JP"/>
                <a:ea typeface="Noto Sans JP"/>
                <a:cs typeface="Noto Sans JP"/>
              </a:defRPr>
            </a:lvl4pPr>
            <a:lvl5pPr>
              <a:defRPr sz="1500" b="0">
                <a:solidFill>
                  <a:srgbClr val="64778A"/>
                </a:solidFill>
                <a:latin typeface="Noto Sans JP"/>
                <a:ea typeface="Noto Sans JP"/>
                <a:cs typeface="Noto Sans JP"/>
              </a:defRPr>
            </a:lvl5pPr>
            <a:lvl6pPr>
              <a:defRPr sz="1500" b="0">
                <a:solidFill>
                  <a:srgbClr val="64778A"/>
                </a:solidFill>
                <a:latin typeface="Noto Sans JP"/>
                <a:ea typeface="Noto Sans JP"/>
                <a:cs typeface="Noto Sans JP"/>
              </a:defRPr>
            </a:lvl6pPr>
            <a:lvl7pPr>
              <a:defRPr sz="1500" b="0">
                <a:solidFill>
                  <a:srgbClr val="64778A"/>
                </a:solidFill>
                <a:latin typeface="Noto Sans JP"/>
                <a:ea typeface="Noto Sans JP"/>
                <a:cs typeface="Noto Sans JP"/>
              </a:defRPr>
            </a:lvl7pPr>
            <a:lvl8pPr>
              <a:defRPr sz="1500" b="0">
                <a:solidFill>
                  <a:srgbClr val="64778A"/>
                </a:solidFill>
                <a:latin typeface="Noto Sans JP"/>
                <a:ea typeface="Noto Sans JP"/>
                <a:cs typeface="Noto Sans JP"/>
              </a:defRPr>
            </a:lvl8pPr>
            <a:lvl9pPr>
              <a:defRPr sz="1500" b="0">
                <a:solidFill>
                  <a:srgbClr val="64778A"/>
                </a:solidFill>
                <a:latin typeface="Noto Sans JP"/>
                <a:ea typeface="Noto Sans JP"/>
                <a:cs typeface="Noto Sans JP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64778A"/>
                </a:solidFill>
                <a:latin typeface="Noto Sans JP"/>
                <a:ea typeface="Noto Sans JP"/>
                <a:cs typeface="Noto Sans JP"/>
              </a:defRPr>
            </a:pPr>
            <a:r>
              <a:rPr sz="1500" b="0">
                <a:solidFill>
                  <a:srgbClr val="64778A"/>
                </a:solidFill>
                <a:latin typeface="Noto Sans JP"/>
                <a:ea typeface="Noto Sans JP"/>
                <a:cs typeface="Noto Sans JP"/>
              </a:rPr>
              <a:t>既存製品の適用・連携との比較を先に行う。各領域で部品群・加工法・作業・例外業務を限定する。</a:t>
            </a:r>
          </a:p>
        </p:txBody>
      </p:sp>
      <p:sp>
        <p:nvSpPr>
          <p:cNvPr id="5" name="page">
            <a:extLst xmlns:a="http://schemas.openxmlformats.org/drawingml/2006/main">
              <a:ext uri="{FF2B5EF4-FFF2-40B4-BE49-F238E27FC236}">
                <a16:creationId xmlns:a16="http://schemas.microsoft.com/office/drawing/2014/main" id="{6F6379B2-A415-4770-B63D-B7F59EE958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078325" y="9667875"/>
            <a:ext cx="457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500" b="0">
                <a:solidFill>
                  <a:srgbClr val="64778A"/>
                </a:solidFill>
                <a:latin typeface="Noto Sans JP"/>
                <a:ea typeface="Noto Sans JP"/>
                <a:cs typeface="Noto Sans JP"/>
              </a:defRPr>
            </a:defPPr>
            <a:lvl1pPr>
              <a:defRPr sz="1500" b="0">
                <a:solidFill>
                  <a:srgbClr val="64778A"/>
                </a:solidFill>
                <a:latin typeface="Noto Sans JP"/>
                <a:ea typeface="Noto Sans JP"/>
                <a:cs typeface="Noto Sans JP"/>
              </a:defRPr>
            </a:lvl1pPr>
            <a:lvl2pPr>
              <a:defRPr sz="1500" b="0">
                <a:solidFill>
                  <a:srgbClr val="64778A"/>
                </a:solidFill>
                <a:latin typeface="Noto Sans JP"/>
                <a:ea typeface="Noto Sans JP"/>
                <a:cs typeface="Noto Sans JP"/>
              </a:defRPr>
            </a:lvl2pPr>
            <a:lvl3pPr>
              <a:defRPr sz="1500" b="0">
                <a:solidFill>
                  <a:srgbClr val="64778A"/>
                </a:solidFill>
                <a:latin typeface="Noto Sans JP"/>
                <a:ea typeface="Noto Sans JP"/>
                <a:cs typeface="Noto Sans JP"/>
              </a:defRPr>
            </a:lvl3pPr>
            <a:lvl4pPr>
              <a:defRPr sz="1500" b="0">
                <a:solidFill>
                  <a:srgbClr val="64778A"/>
                </a:solidFill>
                <a:latin typeface="Noto Sans JP"/>
                <a:ea typeface="Noto Sans JP"/>
                <a:cs typeface="Noto Sans JP"/>
              </a:defRPr>
            </a:lvl4pPr>
            <a:lvl5pPr>
              <a:defRPr sz="1500" b="0">
                <a:solidFill>
                  <a:srgbClr val="64778A"/>
                </a:solidFill>
                <a:latin typeface="Noto Sans JP"/>
                <a:ea typeface="Noto Sans JP"/>
                <a:cs typeface="Noto Sans JP"/>
              </a:defRPr>
            </a:lvl5pPr>
            <a:lvl6pPr>
              <a:defRPr sz="1500" b="0">
                <a:solidFill>
                  <a:srgbClr val="64778A"/>
                </a:solidFill>
                <a:latin typeface="Noto Sans JP"/>
                <a:ea typeface="Noto Sans JP"/>
                <a:cs typeface="Noto Sans JP"/>
              </a:defRPr>
            </a:lvl6pPr>
            <a:lvl7pPr>
              <a:defRPr sz="1500" b="0">
                <a:solidFill>
                  <a:srgbClr val="64778A"/>
                </a:solidFill>
                <a:latin typeface="Noto Sans JP"/>
                <a:ea typeface="Noto Sans JP"/>
                <a:cs typeface="Noto Sans JP"/>
              </a:defRPr>
            </a:lvl7pPr>
            <a:lvl8pPr>
              <a:defRPr sz="1500" b="0">
                <a:solidFill>
                  <a:srgbClr val="64778A"/>
                </a:solidFill>
                <a:latin typeface="Noto Sans JP"/>
                <a:ea typeface="Noto Sans JP"/>
                <a:cs typeface="Noto Sans JP"/>
              </a:defRPr>
            </a:lvl8pPr>
            <a:lvl9pPr>
              <a:defRPr sz="1500" b="0">
                <a:solidFill>
                  <a:srgbClr val="64778A"/>
                </a:solidFill>
                <a:latin typeface="Noto Sans JP"/>
                <a:ea typeface="Noto Sans JP"/>
                <a:cs typeface="Noto Sans JP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64778A"/>
                </a:solidFill>
                <a:latin typeface="Noto Sans JP"/>
                <a:ea typeface="Noto Sans JP"/>
                <a:cs typeface="Noto Sans JP"/>
              </a:defRPr>
            </a:pPr>
            <a:r>
              <a:rPr sz="1500" b="0">
                <a:solidFill>
                  <a:srgbClr val="64778A"/>
                </a:solidFill>
                <a:latin typeface="Noto Sans JP"/>
                <a:ea typeface="Noto Sans JP"/>
                <a:cs typeface="Noto Sans JP"/>
              </a:rPr>
              <a:t>11</a:t>
            </a:r>
          </a:p>
        </p:txBody>
      </p:sp>
      <p:sp>
        <p:nvSpPr>
          <p:cNvPr id="6" name="source-S01">
            <a:extLst xmlns:a="http://schemas.openxmlformats.org/drawingml/2006/main">
              <a:ext uri="{FF2B5EF4-FFF2-40B4-BE49-F238E27FC236}">
                <a16:creationId xmlns:a16="http://schemas.microsoft.com/office/drawing/2014/main" id="{3A0C07CA-FA02-44E7-BB8A-A861865279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9172575"/>
            <a:ext cx="9048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500" b="0">
                <a:solidFill>
                  <a:srgbClr val="225B92"/>
                </a:solidFill>
                <a:latin typeface="Noto Sans JP"/>
                <a:ea typeface="Noto Sans JP"/>
                <a:cs typeface="Noto Sans JP"/>
              </a:defRPr>
            </a:defPPr>
            <a:lvl1pPr>
              <a:defRPr sz="1500" b="0">
                <a:solidFill>
                  <a:srgbClr val="225B92"/>
                </a:solidFill>
                <a:latin typeface="Noto Sans JP"/>
                <a:ea typeface="Noto Sans JP"/>
                <a:cs typeface="Noto Sans JP"/>
              </a:defRPr>
            </a:lvl1pPr>
            <a:lvl2pPr>
              <a:defRPr sz="1500" b="0">
                <a:solidFill>
                  <a:srgbClr val="225B92"/>
                </a:solidFill>
                <a:latin typeface="Noto Sans JP"/>
                <a:ea typeface="Noto Sans JP"/>
                <a:cs typeface="Noto Sans JP"/>
              </a:defRPr>
            </a:lvl2pPr>
            <a:lvl3pPr>
              <a:defRPr sz="1500" b="0">
                <a:solidFill>
                  <a:srgbClr val="225B92"/>
                </a:solidFill>
                <a:latin typeface="Noto Sans JP"/>
                <a:ea typeface="Noto Sans JP"/>
                <a:cs typeface="Noto Sans JP"/>
              </a:defRPr>
            </a:lvl3pPr>
            <a:lvl4pPr>
              <a:defRPr sz="1500" b="0">
                <a:solidFill>
                  <a:srgbClr val="225B92"/>
                </a:solidFill>
                <a:latin typeface="Noto Sans JP"/>
                <a:ea typeface="Noto Sans JP"/>
                <a:cs typeface="Noto Sans JP"/>
              </a:defRPr>
            </a:lvl4pPr>
            <a:lvl5pPr>
              <a:defRPr sz="1500" b="0">
                <a:solidFill>
                  <a:srgbClr val="225B92"/>
                </a:solidFill>
                <a:latin typeface="Noto Sans JP"/>
                <a:ea typeface="Noto Sans JP"/>
                <a:cs typeface="Noto Sans JP"/>
              </a:defRPr>
            </a:lvl5pPr>
            <a:lvl6pPr>
              <a:defRPr sz="1500" b="0">
                <a:solidFill>
                  <a:srgbClr val="225B92"/>
                </a:solidFill>
                <a:latin typeface="Noto Sans JP"/>
                <a:ea typeface="Noto Sans JP"/>
                <a:cs typeface="Noto Sans JP"/>
              </a:defRPr>
            </a:lvl6pPr>
            <a:lvl7pPr>
              <a:defRPr sz="1500" b="0">
                <a:solidFill>
                  <a:srgbClr val="225B92"/>
                </a:solidFill>
                <a:latin typeface="Noto Sans JP"/>
                <a:ea typeface="Noto Sans JP"/>
                <a:cs typeface="Noto Sans JP"/>
              </a:defRPr>
            </a:lvl7pPr>
            <a:lvl8pPr>
              <a:defRPr sz="1500" b="0">
                <a:solidFill>
                  <a:srgbClr val="225B92"/>
                </a:solidFill>
                <a:latin typeface="Noto Sans JP"/>
                <a:ea typeface="Noto Sans JP"/>
                <a:cs typeface="Noto Sans JP"/>
              </a:defRPr>
            </a:lvl8pPr>
            <a:lvl9pPr>
              <a:defRPr sz="1500" b="0">
                <a:solidFill>
                  <a:srgbClr val="225B92"/>
                </a:solidFill>
                <a:latin typeface="Noto Sans JP"/>
                <a:ea typeface="Noto Sans JP"/>
                <a:cs typeface="Noto Sans JP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225B92"/>
                </a:solidFill>
                <a:latin typeface="Noto Sans JP"/>
                <a:ea typeface="Noto Sans JP"/>
                <a:cs typeface="Noto Sans JP"/>
              </a:defRPr>
            </a:pPr>
            <a:r>
              <a:rPr sz="1500" b="0">
                <a:solidFill>
                  <a:srgbClr val="225B92"/>
                </a:solidFill>
                <a:latin typeface="Noto Sans JP"/>
                <a:ea typeface="Noto Sans JP"/>
                <a:cs typeface="Noto Sans JP"/>
                <a:hlinkClick xmlns:r="http://schemas.openxmlformats.org/officeDocument/2006/relationships" r:id="R4b0daeff27d140ae"/>
              </a:rPr>
              <a:t>S01</a:t>
            </a:r>
          </a:p>
        </p:txBody>
      </p:sp>
      <p:sp>
        <p:nvSpPr>
          <p:cNvPr id="7" name="source-S02">
            <a:extLst xmlns:a="http://schemas.openxmlformats.org/drawingml/2006/main">
              <a:ext uri="{FF2B5EF4-FFF2-40B4-BE49-F238E27FC236}">
                <a16:creationId xmlns:a16="http://schemas.microsoft.com/office/drawing/2014/main" id="{A102DAD6-6ED7-46A7-A039-388E035AFC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81175" y="9172575"/>
            <a:ext cx="9048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500" b="0">
                <a:solidFill>
                  <a:srgbClr val="225B92"/>
                </a:solidFill>
                <a:latin typeface="Noto Sans JP"/>
                <a:ea typeface="Noto Sans JP"/>
                <a:cs typeface="Noto Sans JP"/>
              </a:defRPr>
            </a:defPPr>
            <a:lvl1pPr>
              <a:defRPr sz="1500" b="0">
                <a:solidFill>
                  <a:srgbClr val="225B92"/>
                </a:solidFill>
                <a:latin typeface="Noto Sans JP"/>
                <a:ea typeface="Noto Sans JP"/>
                <a:cs typeface="Noto Sans JP"/>
              </a:defRPr>
            </a:lvl1pPr>
            <a:lvl2pPr>
              <a:defRPr sz="1500" b="0">
                <a:solidFill>
                  <a:srgbClr val="225B92"/>
                </a:solidFill>
                <a:latin typeface="Noto Sans JP"/>
                <a:ea typeface="Noto Sans JP"/>
                <a:cs typeface="Noto Sans JP"/>
              </a:defRPr>
            </a:lvl2pPr>
            <a:lvl3pPr>
              <a:defRPr sz="1500" b="0">
                <a:solidFill>
                  <a:srgbClr val="225B92"/>
                </a:solidFill>
                <a:latin typeface="Noto Sans JP"/>
                <a:ea typeface="Noto Sans JP"/>
                <a:cs typeface="Noto Sans JP"/>
              </a:defRPr>
            </a:lvl3pPr>
            <a:lvl4pPr>
              <a:defRPr sz="1500" b="0">
                <a:solidFill>
                  <a:srgbClr val="225B92"/>
                </a:solidFill>
                <a:latin typeface="Noto Sans JP"/>
                <a:ea typeface="Noto Sans JP"/>
                <a:cs typeface="Noto Sans JP"/>
              </a:defRPr>
            </a:lvl4pPr>
            <a:lvl5pPr>
              <a:defRPr sz="1500" b="0">
                <a:solidFill>
                  <a:srgbClr val="225B92"/>
                </a:solidFill>
                <a:latin typeface="Noto Sans JP"/>
                <a:ea typeface="Noto Sans JP"/>
                <a:cs typeface="Noto Sans JP"/>
              </a:defRPr>
            </a:lvl5pPr>
            <a:lvl6pPr>
              <a:defRPr sz="1500" b="0">
                <a:solidFill>
                  <a:srgbClr val="225B92"/>
                </a:solidFill>
                <a:latin typeface="Noto Sans JP"/>
                <a:ea typeface="Noto Sans JP"/>
                <a:cs typeface="Noto Sans JP"/>
              </a:defRPr>
            </a:lvl6pPr>
            <a:lvl7pPr>
              <a:defRPr sz="1500" b="0">
                <a:solidFill>
                  <a:srgbClr val="225B92"/>
                </a:solidFill>
                <a:latin typeface="Noto Sans JP"/>
                <a:ea typeface="Noto Sans JP"/>
                <a:cs typeface="Noto Sans JP"/>
              </a:defRPr>
            </a:lvl7pPr>
            <a:lvl8pPr>
              <a:defRPr sz="1500" b="0">
                <a:solidFill>
                  <a:srgbClr val="225B92"/>
                </a:solidFill>
                <a:latin typeface="Noto Sans JP"/>
                <a:ea typeface="Noto Sans JP"/>
                <a:cs typeface="Noto Sans JP"/>
              </a:defRPr>
            </a:lvl8pPr>
            <a:lvl9pPr>
              <a:defRPr sz="1500" b="0">
                <a:solidFill>
                  <a:srgbClr val="225B92"/>
                </a:solidFill>
                <a:latin typeface="Noto Sans JP"/>
                <a:ea typeface="Noto Sans JP"/>
                <a:cs typeface="Noto Sans JP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225B92"/>
                </a:solidFill>
                <a:latin typeface="Noto Sans JP"/>
                <a:ea typeface="Noto Sans JP"/>
                <a:cs typeface="Noto Sans JP"/>
              </a:defRPr>
            </a:pPr>
            <a:r>
              <a:rPr sz="1500" b="0">
                <a:solidFill>
                  <a:srgbClr val="225B92"/>
                </a:solidFill>
                <a:latin typeface="Noto Sans JP"/>
                <a:ea typeface="Noto Sans JP"/>
                <a:cs typeface="Noto Sans JP"/>
                <a:hlinkClick xmlns:r="http://schemas.openxmlformats.org/officeDocument/2006/relationships" r:id="R9ccb72ad626c45eb"/>
              </a:rPr>
              <a:t>S02</a:t>
            </a:r>
          </a:p>
        </p:txBody>
      </p:sp>
      <p:sp>
        <p:nvSpPr>
          <p:cNvPr id="8" name="source-S04">
            <a:extLst xmlns:a="http://schemas.openxmlformats.org/drawingml/2006/main">
              <a:ext uri="{FF2B5EF4-FFF2-40B4-BE49-F238E27FC236}">
                <a16:creationId xmlns:a16="http://schemas.microsoft.com/office/drawing/2014/main" id="{6947BD30-C41E-49BE-9B79-5FDEA2017C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9172575"/>
            <a:ext cx="9048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500" b="0">
                <a:solidFill>
                  <a:srgbClr val="225B92"/>
                </a:solidFill>
                <a:latin typeface="Noto Sans JP"/>
                <a:ea typeface="Noto Sans JP"/>
                <a:cs typeface="Noto Sans JP"/>
              </a:defRPr>
            </a:defPPr>
            <a:lvl1pPr>
              <a:defRPr sz="1500" b="0">
                <a:solidFill>
                  <a:srgbClr val="225B92"/>
                </a:solidFill>
                <a:latin typeface="Noto Sans JP"/>
                <a:ea typeface="Noto Sans JP"/>
                <a:cs typeface="Noto Sans JP"/>
              </a:defRPr>
            </a:lvl1pPr>
            <a:lvl2pPr>
              <a:defRPr sz="1500" b="0">
                <a:solidFill>
                  <a:srgbClr val="225B92"/>
                </a:solidFill>
                <a:latin typeface="Noto Sans JP"/>
                <a:ea typeface="Noto Sans JP"/>
                <a:cs typeface="Noto Sans JP"/>
              </a:defRPr>
            </a:lvl2pPr>
            <a:lvl3pPr>
              <a:defRPr sz="1500" b="0">
                <a:solidFill>
                  <a:srgbClr val="225B92"/>
                </a:solidFill>
                <a:latin typeface="Noto Sans JP"/>
                <a:ea typeface="Noto Sans JP"/>
                <a:cs typeface="Noto Sans JP"/>
              </a:defRPr>
            </a:lvl3pPr>
            <a:lvl4pPr>
              <a:defRPr sz="1500" b="0">
                <a:solidFill>
                  <a:srgbClr val="225B92"/>
                </a:solidFill>
                <a:latin typeface="Noto Sans JP"/>
                <a:ea typeface="Noto Sans JP"/>
                <a:cs typeface="Noto Sans JP"/>
              </a:defRPr>
            </a:lvl4pPr>
            <a:lvl5pPr>
              <a:defRPr sz="1500" b="0">
                <a:solidFill>
                  <a:srgbClr val="225B92"/>
                </a:solidFill>
                <a:latin typeface="Noto Sans JP"/>
                <a:ea typeface="Noto Sans JP"/>
                <a:cs typeface="Noto Sans JP"/>
              </a:defRPr>
            </a:lvl5pPr>
            <a:lvl6pPr>
              <a:defRPr sz="1500" b="0">
                <a:solidFill>
                  <a:srgbClr val="225B92"/>
                </a:solidFill>
                <a:latin typeface="Noto Sans JP"/>
                <a:ea typeface="Noto Sans JP"/>
                <a:cs typeface="Noto Sans JP"/>
              </a:defRPr>
            </a:lvl6pPr>
            <a:lvl7pPr>
              <a:defRPr sz="1500" b="0">
                <a:solidFill>
                  <a:srgbClr val="225B92"/>
                </a:solidFill>
                <a:latin typeface="Noto Sans JP"/>
                <a:ea typeface="Noto Sans JP"/>
                <a:cs typeface="Noto Sans JP"/>
              </a:defRPr>
            </a:lvl7pPr>
            <a:lvl8pPr>
              <a:defRPr sz="1500" b="0">
                <a:solidFill>
                  <a:srgbClr val="225B92"/>
                </a:solidFill>
                <a:latin typeface="Noto Sans JP"/>
                <a:ea typeface="Noto Sans JP"/>
                <a:cs typeface="Noto Sans JP"/>
              </a:defRPr>
            </a:lvl8pPr>
            <a:lvl9pPr>
              <a:defRPr sz="1500" b="0">
                <a:solidFill>
                  <a:srgbClr val="225B92"/>
                </a:solidFill>
                <a:latin typeface="Noto Sans JP"/>
                <a:ea typeface="Noto Sans JP"/>
                <a:cs typeface="Noto Sans JP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225B92"/>
                </a:solidFill>
                <a:latin typeface="Noto Sans JP"/>
                <a:ea typeface="Noto Sans JP"/>
                <a:cs typeface="Noto Sans JP"/>
              </a:defRPr>
            </a:pPr>
            <a:r>
              <a:rPr sz="1500" b="0">
                <a:solidFill>
                  <a:srgbClr val="225B92"/>
                </a:solidFill>
                <a:latin typeface="Noto Sans JP"/>
                <a:ea typeface="Noto Sans JP"/>
                <a:cs typeface="Noto Sans JP"/>
                <a:hlinkClick xmlns:r="http://schemas.openxmlformats.org/officeDocument/2006/relationships" r:id="R2efe2efd1b674071"/>
              </a:rPr>
              <a:t>S04</a:t>
            </a:r>
          </a:p>
        </p:txBody>
      </p:sp>
      <p:sp>
        <p:nvSpPr>
          <p:cNvPr id="9" name="source-S09">
            <a:extLst xmlns:a="http://schemas.openxmlformats.org/drawingml/2006/main">
              <a:ext uri="{FF2B5EF4-FFF2-40B4-BE49-F238E27FC236}">
                <a16:creationId xmlns:a16="http://schemas.microsoft.com/office/drawing/2014/main" id="{5C96FD8F-E842-47DB-8F37-1BD742543A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81425" y="9172575"/>
            <a:ext cx="9048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500" b="0">
                <a:solidFill>
                  <a:srgbClr val="225B92"/>
                </a:solidFill>
                <a:latin typeface="Noto Sans JP"/>
                <a:ea typeface="Noto Sans JP"/>
                <a:cs typeface="Noto Sans JP"/>
              </a:defRPr>
            </a:defPPr>
            <a:lvl1pPr>
              <a:defRPr sz="1500" b="0">
                <a:solidFill>
                  <a:srgbClr val="225B92"/>
                </a:solidFill>
                <a:latin typeface="Noto Sans JP"/>
                <a:ea typeface="Noto Sans JP"/>
                <a:cs typeface="Noto Sans JP"/>
              </a:defRPr>
            </a:lvl1pPr>
            <a:lvl2pPr>
              <a:defRPr sz="1500" b="0">
                <a:solidFill>
                  <a:srgbClr val="225B92"/>
                </a:solidFill>
                <a:latin typeface="Noto Sans JP"/>
                <a:ea typeface="Noto Sans JP"/>
                <a:cs typeface="Noto Sans JP"/>
              </a:defRPr>
            </a:lvl2pPr>
            <a:lvl3pPr>
              <a:defRPr sz="1500" b="0">
                <a:solidFill>
                  <a:srgbClr val="225B92"/>
                </a:solidFill>
                <a:latin typeface="Noto Sans JP"/>
                <a:ea typeface="Noto Sans JP"/>
                <a:cs typeface="Noto Sans JP"/>
              </a:defRPr>
            </a:lvl3pPr>
            <a:lvl4pPr>
              <a:defRPr sz="1500" b="0">
                <a:solidFill>
                  <a:srgbClr val="225B92"/>
                </a:solidFill>
                <a:latin typeface="Noto Sans JP"/>
                <a:ea typeface="Noto Sans JP"/>
                <a:cs typeface="Noto Sans JP"/>
              </a:defRPr>
            </a:lvl4pPr>
            <a:lvl5pPr>
              <a:defRPr sz="1500" b="0">
                <a:solidFill>
                  <a:srgbClr val="225B92"/>
                </a:solidFill>
                <a:latin typeface="Noto Sans JP"/>
                <a:ea typeface="Noto Sans JP"/>
                <a:cs typeface="Noto Sans JP"/>
              </a:defRPr>
            </a:lvl5pPr>
            <a:lvl6pPr>
              <a:defRPr sz="1500" b="0">
                <a:solidFill>
                  <a:srgbClr val="225B92"/>
                </a:solidFill>
                <a:latin typeface="Noto Sans JP"/>
                <a:ea typeface="Noto Sans JP"/>
                <a:cs typeface="Noto Sans JP"/>
              </a:defRPr>
            </a:lvl6pPr>
            <a:lvl7pPr>
              <a:defRPr sz="1500" b="0">
                <a:solidFill>
                  <a:srgbClr val="225B92"/>
                </a:solidFill>
                <a:latin typeface="Noto Sans JP"/>
                <a:ea typeface="Noto Sans JP"/>
                <a:cs typeface="Noto Sans JP"/>
              </a:defRPr>
            </a:lvl7pPr>
            <a:lvl8pPr>
              <a:defRPr sz="1500" b="0">
                <a:solidFill>
                  <a:srgbClr val="225B92"/>
                </a:solidFill>
                <a:latin typeface="Noto Sans JP"/>
                <a:ea typeface="Noto Sans JP"/>
                <a:cs typeface="Noto Sans JP"/>
              </a:defRPr>
            </a:lvl8pPr>
            <a:lvl9pPr>
              <a:defRPr sz="1500" b="0">
                <a:solidFill>
                  <a:srgbClr val="225B92"/>
                </a:solidFill>
                <a:latin typeface="Noto Sans JP"/>
                <a:ea typeface="Noto Sans JP"/>
                <a:cs typeface="Noto Sans JP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225B92"/>
                </a:solidFill>
                <a:latin typeface="Noto Sans JP"/>
                <a:ea typeface="Noto Sans JP"/>
                <a:cs typeface="Noto Sans JP"/>
              </a:defRPr>
            </a:pPr>
            <a:r>
              <a:rPr sz="1500" b="0">
                <a:solidFill>
                  <a:srgbClr val="225B92"/>
                </a:solidFill>
                <a:latin typeface="Noto Sans JP"/>
                <a:ea typeface="Noto Sans JP"/>
                <a:cs typeface="Noto Sans JP"/>
                <a:hlinkClick xmlns:r="http://schemas.openxmlformats.org/officeDocument/2006/relationships" r:id="R83ab4d62339d4b6d"/>
              </a:rPr>
              <a:t>S09</a:t>
            </a:r>
          </a:p>
        </p:txBody>
      </p:sp>
      <p:sp>
        <p:nvSpPr>
          <p:cNvPr id="10" name="source-S12">
            <a:extLst xmlns:a="http://schemas.openxmlformats.org/drawingml/2006/main">
              <a:ext uri="{FF2B5EF4-FFF2-40B4-BE49-F238E27FC236}">
                <a16:creationId xmlns:a16="http://schemas.microsoft.com/office/drawing/2014/main" id="{4CDFFC54-4A2E-4A4D-B743-4F90A11357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9172575"/>
            <a:ext cx="9048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500" b="0">
                <a:solidFill>
                  <a:srgbClr val="225B92"/>
                </a:solidFill>
                <a:latin typeface="Noto Sans JP"/>
                <a:ea typeface="Noto Sans JP"/>
                <a:cs typeface="Noto Sans JP"/>
              </a:defRPr>
            </a:defPPr>
            <a:lvl1pPr>
              <a:defRPr sz="1500" b="0">
                <a:solidFill>
                  <a:srgbClr val="225B92"/>
                </a:solidFill>
                <a:latin typeface="Noto Sans JP"/>
                <a:ea typeface="Noto Sans JP"/>
                <a:cs typeface="Noto Sans JP"/>
              </a:defRPr>
            </a:lvl1pPr>
            <a:lvl2pPr>
              <a:defRPr sz="1500" b="0">
                <a:solidFill>
                  <a:srgbClr val="225B92"/>
                </a:solidFill>
                <a:latin typeface="Noto Sans JP"/>
                <a:ea typeface="Noto Sans JP"/>
                <a:cs typeface="Noto Sans JP"/>
              </a:defRPr>
            </a:lvl2pPr>
            <a:lvl3pPr>
              <a:defRPr sz="1500" b="0">
                <a:solidFill>
                  <a:srgbClr val="225B92"/>
                </a:solidFill>
                <a:latin typeface="Noto Sans JP"/>
                <a:ea typeface="Noto Sans JP"/>
                <a:cs typeface="Noto Sans JP"/>
              </a:defRPr>
            </a:lvl3pPr>
            <a:lvl4pPr>
              <a:defRPr sz="1500" b="0">
                <a:solidFill>
                  <a:srgbClr val="225B92"/>
                </a:solidFill>
                <a:latin typeface="Noto Sans JP"/>
                <a:ea typeface="Noto Sans JP"/>
                <a:cs typeface="Noto Sans JP"/>
              </a:defRPr>
            </a:lvl4pPr>
            <a:lvl5pPr>
              <a:defRPr sz="1500" b="0">
                <a:solidFill>
                  <a:srgbClr val="225B92"/>
                </a:solidFill>
                <a:latin typeface="Noto Sans JP"/>
                <a:ea typeface="Noto Sans JP"/>
                <a:cs typeface="Noto Sans JP"/>
              </a:defRPr>
            </a:lvl5pPr>
            <a:lvl6pPr>
              <a:defRPr sz="1500" b="0">
                <a:solidFill>
                  <a:srgbClr val="225B92"/>
                </a:solidFill>
                <a:latin typeface="Noto Sans JP"/>
                <a:ea typeface="Noto Sans JP"/>
                <a:cs typeface="Noto Sans JP"/>
              </a:defRPr>
            </a:lvl6pPr>
            <a:lvl7pPr>
              <a:defRPr sz="1500" b="0">
                <a:solidFill>
                  <a:srgbClr val="225B92"/>
                </a:solidFill>
                <a:latin typeface="Noto Sans JP"/>
                <a:ea typeface="Noto Sans JP"/>
                <a:cs typeface="Noto Sans JP"/>
              </a:defRPr>
            </a:lvl7pPr>
            <a:lvl8pPr>
              <a:defRPr sz="1500" b="0">
                <a:solidFill>
                  <a:srgbClr val="225B92"/>
                </a:solidFill>
                <a:latin typeface="Noto Sans JP"/>
                <a:ea typeface="Noto Sans JP"/>
                <a:cs typeface="Noto Sans JP"/>
              </a:defRPr>
            </a:lvl8pPr>
            <a:lvl9pPr>
              <a:defRPr sz="1500" b="0">
                <a:solidFill>
                  <a:srgbClr val="225B92"/>
                </a:solidFill>
                <a:latin typeface="Noto Sans JP"/>
                <a:ea typeface="Noto Sans JP"/>
                <a:cs typeface="Noto Sans JP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225B92"/>
                </a:solidFill>
                <a:latin typeface="Noto Sans JP"/>
                <a:ea typeface="Noto Sans JP"/>
                <a:cs typeface="Noto Sans JP"/>
              </a:defRPr>
            </a:pPr>
            <a:r>
              <a:rPr sz="1500" b="0">
                <a:solidFill>
                  <a:srgbClr val="225B92"/>
                </a:solidFill>
                <a:latin typeface="Noto Sans JP"/>
                <a:ea typeface="Noto Sans JP"/>
                <a:cs typeface="Noto Sans JP"/>
                <a:hlinkClick xmlns:r="http://schemas.openxmlformats.org/officeDocument/2006/relationships" r:id="R194cf27fd2954190"/>
              </a:rPr>
              <a:t>S12</a:t>
            </a:r>
          </a:p>
        </p:txBody>
      </p:sp>
      <p:sp>
        <p:nvSpPr>
          <p:cNvPr id="11" name="source-S16">
            <a:extLst xmlns:a="http://schemas.openxmlformats.org/drawingml/2006/main">
              <a:ext uri="{FF2B5EF4-FFF2-40B4-BE49-F238E27FC236}">
                <a16:creationId xmlns:a16="http://schemas.microsoft.com/office/drawing/2014/main" id="{4005AA76-42E0-44E7-A58E-E43961A43E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81675" y="9172575"/>
            <a:ext cx="9048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500" b="0">
                <a:solidFill>
                  <a:srgbClr val="225B92"/>
                </a:solidFill>
                <a:latin typeface="Noto Sans JP"/>
                <a:ea typeface="Noto Sans JP"/>
                <a:cs typeface="Noto Sans JP"/>
              </a:defRPr>
            </a:defPPr>
            <a:lvl1pPr>
              <a:defRPr sz="1500" b="0">
                <a:solidFill>
                  <a:srgbClr val="225B92"/>
                </a:solidFill>
                <a:latin typeface="Noto Sans JP"/>
                <a:ea typeface="Noto Sans JP"/>
                <a:cs typeface="Noto Sans JP"/>
              </a:defRPr>
            </a:lvl1pPr>
            <a:lvl2pPr>
              <a:defRPr sz="1500" b="0">
                <a:solidFill>
                  <a:srgbClr val="225B92"/>
                </a:solidFill>
                <a:latin typeface="Noto Sans JP"/>
                <a:ea typeface="Noto Sans JP"/>
                <a:cs typeface="Noto Sans JP"/>
              </a:defRPr>
            </a:lvl2pPr>
            <a:lvl3pPr>
              <a:defRPr sz="1500" b="0">
                <a:solidFill>
                  <a:srgbClr val="225B92"/>
                </a:solidFill>
                <a:latin typeface="Noto Sans JP"/>
                <a:ea typeface="Noto Sans JP"/>
                <a:cs typeface="Noto Sans JP"/>
              </a:defRPr>
            </a:lvl3pPr>
            <a:lvl4pPr>
              <a:defRPr sz="1500" b="0">
                <a:solidFill>
                  <a:srgbClr val="225B92"/>
                </a:solidFill>
                <a:latin typeface="Noto Sans JP"/>
                <a:ea typeface="Noto Sans JP"/>
                <a:cs typeface="Noto Sans JP"/>
              </a:defRPr>
            </a:lvl4pPr>
            <a:lvl5pPr>
              <a:defRPr sz="1500" b="0">
                <a:solidFill>
                  <a:srgbClr val="225B92"/>
                </a:solidFill>
                <a:latin typeface="Noto Sans JP"/>
                <a:ea typeface="Noto Sans JP"/>
                <a:cs typeface="Noto Sans JP"/>
              </a:defRPr>
            </a:lvl5pPr>
            <a:lvl6pPr>
              <a:defRPr sz="1500" b="0">
                <a:solidFill>
                  <a:srgbClr val="225B92"/>
                </a:solidFill>
                <a:latin typeface="Noto Sans JP"/>
                <a:ea typeface="Noto Sans JP"/>
                <a:cs typeface="Noto Sans JP"/>
              </a:defRPr>
            </a:lvl6pPr>
            <a:lvl7pPr>
              <a:defRPr sz="1500" b="0">
                <a:solidFill>
                  <a:srgbClr val="225B92"/>
                </a:solidFill>
                <a:latin typeface="Noto Sans JP"/>
                <a:ea typeface="Noto Sans JP"/>
                <a:cs typeface="Noto Sans JP"/>
              </a:defRPr>
            </a:lvl7pPr>
            <a:lvl8pPr>
              <a:defRPr sz="1500" b="0">
                <a:solidFill>
                  <a:srgbClr val="225B92"/>
                </a:solidFill>
                <a:latin typeface="Noto Sans JP"/>
                <a:ea typeface="Noto Sans JP"/>
                <a:cs typeface="Noto Sans JP"/>
              </a:defRPr>
            </a:lvl8pPr>
            <a:lvl9pPr>
              <a:defRPr sz="1500" b="0">
                <a:solidFill>
                  <a:srgbClr val="225B92"/>
                </a:solidFill>
                <a:latin typeface="Noto Sans JP"/>
                <a:ea typeface="Noto Sans JP"/>
                <a:cs typeface="Noto Sans JP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225B92"/>
                </a:solidFill>
                <a:latin typeface="Noto Sans JP"/>
                <a:ea typeface="Noto Sans JP"/>
                <a:cs typeface="Noto Sans JP"/>
              </a:defRPr>
            </a:pPr>
            <a:r>
              <a:rPr sz="1500" b="0">
                <a:solidFill>
                  <a:srgbClr val="225B92"/>
                </a:solidFill>
                <a:latin typeface="Noto Sans JP"/>
                <a:ea typeface="Noto Sans JP"/>
                <a:cs typeface="Noto Sans JP"/>
                <a:hlinkClick xmlns:r="http://schemas.openxmlformats.org/officeDocument/2006/relationships" r:id="Rf193b2f8690c4a9d"/>
              </a:rPr>
              <a:t>S16</a:t>
            </a:r>
          </a:p>
        </p:txBody>
      </p:sp>
      <p:sp>
        <p:nvSpPr>
          <p:cNvPr id="12" name="source-S17">
            <a:extLst xmlns:a="http://schemas.openxmlformats.org/drawingml/2006/main">
              <a:ext uri="{FF2B5EF4-FFF2-40B4-BE49-F238E27FC236}">
                <a16:creationId xmlns:a16="http://schemas.microsoft.com/office/drawing/2014/main" id="{213738B0-7CAC-4138-A2A0-91F37392E4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9172575"/>
            <a:ext cx="9048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500" b="0">
                <a:solidFill>
                  <a:srgbClr val="225B92"/>
                </a:solidFill>
                <a:latin typeface="Noto Sans JP"/>
                <a:ea typeface="Noto Sans JP"/>
                <a:cs typeface="Noto Sans JP"/>
              </a:defRPr>
            </a:defPPr>
            <a:lvl1pPr>
              <a:defRPr sz="1500" b="0">
                <a:solidFill>
                  <a:srgbClr val="225B92"/>
                </a:solidFill>
                <a:latin typeface="Noto Sans JP"/>
                <a:ea typeface="Noto Sans JP"/>
                <a:cs typeface="Noto Sans JP"/>
              </a:defRPr>
            </a:lvl1pPr>
            <a:lvl2pPr>
              <a:defRPr sz="1500" b="0">
                <a:solidFill>
                  <a:srgbClr val="225B92"/>
                </a:solidFill>
                <a:latin typeface="Noto Sans JP"/>
                <a:ea typeface="Noto Sans JP"/>
                <a:cs typeface="Noto Sans JP"/>
              </a:defRPr>
            </a:lvl2pPr>
            <a:lvl3pPr>
              <a:defRPr sz="1500" b="0">
                <a:solidFill>
                  <a:srgbClr val="225B92"/>
                </a:solidFill>
                <a:latin typeface="Noto Sans JP"/>
                <a:ea typeface="Noto Sans JP"/>
                <a:cs typeface="Noto Sans JP"/>
              </a:defRPr>
            </a:lvl3pPr>
            <a:lvl4pPr>
              <a:defRPr sz="1500" b="0">
                <a:solidFill>
                  <a:srgbClr val="225B92"/>
                </a:solidFill>
                <a:latin typeface="Noto Sans JP"/>
                <a:ea typeface="Noto Sans JP"/>
                <a:cs typeface="Noto Sans JP"/>
              </a:defRPr>
            </a:lvl4pPr>
            <a:lvl5pPr>
              <a:defRPr sz="1500" b="0">
                <a:solidFill>
                  <a:srgbClr val="225B92"/>
                </a:solidFill>
                <a:latin typeface="Noto Sans JP"/>
                <a:ea typeface="Noto Sans JP"/>
                <a:cs typeface="Noto Sans JP"/>
              </a:defRPr>
            </a:lvl5pPr>
            <a:lvl6pPr>
              <a:defRPr sz="1500" b="0">
                <a:solidFill>
                  <a:srgbClr val="225B92"/>
                </a:solidFill>
                <a:latin typeface="Noto Sans JP"/>
                <a:ea typeface="Noto Sans JP"/>
                <a:cs typeface="Noto Sans JP"/>
              </a:defRPr>
            </a:lvl6pPr>
            <a:lvl7pPr>
              <a:defRPr sz="1500" b="0">
                <a:solidFill>
                  <a:srgbClr val="225B92"/>
                </a:solidFill>
                <a:latin typeface="Noto Sans JP"/>
                <a:ea typeface="Noto Sans JP"/>
                <a:cs typeface="Noto Sans JP"/>
              </a:defRPr>
            </a:lvl7pPr>
            <a:lvl8pPr>
              <a:defRPr sz="1500" b="0">
                <a:solidFill>
                  <a:srgbClr val="225B92"/>
                </a:solidFill>
                <a:latin typeface="Noto Sans JP"/>
                <a:ea typeface="Noto Sans JP"/>
                <a:cs typeface="Noto Sans JP"/>
              </a:defRPr>
            </a:lvl8pPr>
            <a:lvl9pPr>
              <a:defRPr sz="1500" b="0">
                <a:solidFill>
                  <a:srgbClr val="225B92"/>
                </a:solidFill>
                <a:latin typeface="Noto Sans JP"/>
                <a:ea typeface="Noto Sans JP"/>
                <a:cs typeface="Noto Sans JP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225B92"/>
                </a:solidFill>
                <a:latin typeface="Noto Sans JP"/>
                <a:ea typeface="Noto Sans JP"/>
                <a:cs typeface="Noto Sans JP"/>
              </a:defRPr>
            </a:pPr>
            <a:r>
              <a:rPr sz="1500" b="0">
                <a:solidFill>
                  <a:srgbClr val="225B92"/>
                </a:solidFill>
                <a:latin typeface="Noto Sans JP"/>
                <a:ea typeface="Noto Sans JP"/>
                <a:cs typeface="Noto Sans JP"/>
                <a:hlinkClick xmlns:r="http://schemas.openxmlformats.org/officeDocument/2006/relationships" r:id="R22fd5a38df624230"/>
              </a:rPr>
              <a:t>S17</a:t>
            </a:r>
          </a:p>
        </p:txBody>
      </p:sp>
      <p:sp>
        <p:nvSpPr>
          <p:cNvPr id="13" name="source-S23">
            <a:extLst xmlns:a="http://schemas.openxmlformats.org/drawingml/2006/main">
              <a:ext uri="{FF2B5EF4-FFF2-40B4-BE49-F238E27FC236}">
                <a16:creationId xmlns:a16="http://schemas.microsoft.com/office/drawing/2014/main" id="{44CCB2D0-8186-46F4-A47F-4A3C7BB3CF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81925" y="9172575"/>
            <a:ext cx="9048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500" b="0">
                <a:solidFill>
                  <a:srgbClr val="225B92"/>
                </a:solidFill>
                <a:latin typeface="Noto Sans JP"/>
                <a:ea typeface="Noto Sans JP"/>
                <a:cs typeface="Noto Sans JP"/>
              </a:defRPr>
            </a:defPPr>
            <a:lvl1pPr>
              <a:defRPr sz="1500" b="0">
                <a:solidFill>
                  <a:srgbClr val="225B92"/>
                </a:solidFill>
                <a:latin typeface="Noto Sans JP"/>
                <a:ea typeface="Noto Sans JP"/>
                <a:cs typeface="Noto Sans JP"/>
              </a:defRPr>
            </a:lvl1pPr>
            <a:lvl2pPr>
              <a:defRPr sz="1500" b="0">
                <a:solidFill>
                  <a:srgbClr val="225B92"/>
                </a:solidFill>
                <a:latin typeface="Noto Sans JP"/>
                <a:ea typeface="Noto Sans JP"/>
                <a:cs typeface="Noto Sans JP"/>
              </a:defRPr>
            </a:lvl2pPr>
            <a:lvl3pPr>
              <a:defRPr sz="1500" b="0">
                <a:solidFill>
                  <a:srgbClr val="225B92"/>
                </a:solidFill>
                <a:latin typeface="Noto Sans JP"/>
                <a:ea typeface="Noto Sans JP"/>
                <a:cs typeface="Noto Sans JP"/>
              </a:defRPr>
            </a:lvl3pPr>
            <a:lvl4pPr>
              <a:defRPr sz="1500" b="0">
                <a:solidFill>
                  <a:srgbClr val="225B92"/>
                </a:solidFill>
                <a:latin typeface="Noto Sans JP"/>
                <a:ea typeface="Noto Sans JP"/>
                <a:cs typeface="Noto Sans JP"/>
              </a:defRPr>
            </a:lvl4pPr>
            <a:lvl5pPr>
              <a:defRPr sz="1500" b="0">
                <a:solidFill>
                  <a:srgbClr val="225B92"/>
                </a:solidFill>
                <a:latin typeface="Noto Sans JP"/>
                <a:ea typeface="Noto Sans JP"/>
                <a:cs typeface="Noto Sans JP"/>
              </a:defRPr>
            </a:lvl5pPr>
            <a:lvl6pPr>
              <a:defRPr sz="1500" b="0">
                <a:solidFill>
                  <a:srgbClr val="225B92"/>
                </a:solidFill>
                <a:latin typeface="Noto Sans JP"/>
                <a:ea typeface="Noto Sans JP"/>
                <a:cs typeface="Noto Sans JP"/>
              </a:defRPr>
            </a:lvl6pPr>
            <a:lvl7pPr>
              <a:defRPr sz="1500" b="0">
                <a:solidFill>
                  <a:srgbClr val="225B92"/>
                </a:solidFill>
                <a:latin typeface="Noto Sans JP"/>
                <a:ea typeface="Noto Sans JP"/>
                <a:cs typeface="Noto Sans JP"/>
              </a:defRPr>
            </a:lvl7pPr>
            <a:lvl8pPr>
              <a:defRPr sz="1500" b="0">
                <a:solidFill>
                  <a:srgbClr val="225B92"/>
                </a:solidFill>
                <a:latin typeface="Noto Sans JP"/>
                <a:ea typeface="Noto Sans JP"/>
                <a:cs typeface="Noto Sans JP"/>
              </a:defRPr>
            </a:lvl8pPr>
            <a:lvl9pPr>
              <a:defRPr sz="1500" b="0">
                <a:solidFill>
                  <a:srgbClr val="225B92"/>
                </a:solidFill>
                <a:latin typeface="Noto Sans JP"/>
                <a:ea typeface="Noto Sans JP"/>
                <a:cs typeface="Noto Sans JP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225B92"/>
                </a:solidFill>
                <a:latin typeface="Noto Sans JP"/>
                <a:ea typeface="Noto Sans JP"/>
                <a:cs typeface="Noto Sans JP"/>
              </a:defRPr>
            </a:pPr>
            <a:r>
              <a:rPr sz="1500" b="0">
                <a:solidFill>
                  <a:srgbClr val="225B92"/>
                </a:solidFill>
                <a:latin typeface="Noto Sans JP"/>
                <a:ea typeface="Noto Sans JP"/>
                <a:cs typeface="Noto Sans JP"/>
                <a:hlinkClick xmlns:r="http://schemas.openxmlformats.org/officeDocument/2006/relationships" r:id="R9496301783d04a51"/>
              </a:rPr>
              <a:t>S23</a:t>
            </a:r>
          </a:p>
        </p:txBody>
      </p:sp>
      <p:sp>
        <p:nvSpPr>
          <p:cNvPr id="14" name="source-S27">
            <a:extLst xmlns:a="http://schemas.openxmlformats.org/drawingml/2006/main">
              <a:ext uri="{FF2B5EF4-FFF2-40B4-BE49-F238E27FC236}">
                <a16:creationId xmlns:a16="http://schemas.microsoft.com/office/drawing/2014/main" id="{172078F4-3025-4A35-B115-F42B4CB639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9172575"/>
            <a:ext cx="9048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500" b="0">
                <a:solidFill>
                  <a:srgbClr val="225B92"/>
                </a:solidFill>
                <a:latin typeface="Noto Sans JP"/>
                <a:ea typeface="Noto Sans JP"/>
                <a:cs typeface="Noto Sans JP"/>
              </a:defRPr>
            </a:defPPr>
            <a:lvl1pPr>
              <a:defRPr sz="1500" b="0">
                <a:solidFill>
                  <a:srgbClr val="225B92"/>
                </a:solidFill>
                <a:latin typeface="Noto Sans JP"/>
                <a:ea typeface="Noto Sans JP"/>
                <a:cs typeface="Noto Sans JP"/>
              </a:defRPr>
            </a:lvl1pPr>
            <a:lvl2pPr>
              <a:defRPr sz="1500" b="0">
                <a:solidFill>
                  <a:srgbClr val="225B92"/>
                </a:solidFill>
                <a:latin typeface="Noto Sans JP"/>
                <a:ea typeface="Noto Sans JP"/>
                <a:cs typeface="Noto Sans JP"/>
              </a:defRPr>
            </a:lvl2pPr>
            <a:lvl3pPr>
              <a:defRPr sz="1500" b="0">
                <a:solidFill>
                  <a:srgbClr val="225B92"/>
                </a:solidFill>
                <a:latin typeface="Noto Sans JP"/>
                <a:ea typeface="Noto Sans JP"/>
                <a:cs typeface="Noto Sans JP"/>
              </a:defRPr>
            </a:lvl3pPr>
            <a:lvl4pPr>
              <a:defRPr sz="1500" b="0">
                <a:solidFill>
                  <a:srgbClr val="225B92"/>
                </a:solidFill>
                <a:latin typeface="Noto Sans JP"/>
                <a:ea typeface="Noto Sans JP"/>
                <a:cs typeface="Noto Sans JP"/>
              </a:defRPr>
            </a:lvl4pPr>
            <a:lvl5pPr>
              <a:defRPr sz="1500" b="0">
                <a:solidFill>
                  <a:srgbClr val="225B92"/>
                </a:solidFill>
                <a:latin typeface="Noto Sans JP"/>
                <a:ea typeface="Noto Sans JP"/>
                <a:cs typeface="Noto Sans JP"/>
              </a:defRPr>
            </a:lvl5pPr>
            <a:lvl6pPr>
              <a:defRPr sz="1500" b="0">
                <a:solidFill>
                  <a:srgbClr val="225B92"/>
                </a:solidFill>
                <a:latin typeface="Noto Sans JP"/>
                <a:ea typeface="Noto Sans JP"/>
                <a:cs typeface="Noto Sans JP"/>
              </a:defRPr>
            </a:lvl6pPr>
            <a:lvl7pPr>
              <a:defRPr sz="1500" b="0">
                <a:solidFill>
                  <a:srgbClr val="225B92"/>
                </a:solidFill>
                <a:latin typeface="Noto Sans JP"/>
                <a:ea typeface="Noto Sans JP"/>
                <a:cs typeface="Noto Sans JP"/>
              </a:defRPr>
            </a:lvl7pPr>
            <a:lvl8pPr>
              <a:defRPr sz="1500" b="0">
                <a:solidFill>
                  <a:srgbClr val="225B92"/>
                </a:solidFill>
                <a:latin typeface="Noto Sans JP"/>
                <a:ea typeface="Noto Sans JP"/>
                <a:cs typeface="Noto Sans JP"/>
              </a:defRPr>
            </a:lvl8pPr>
            <a:lvl9pPr>
              <a:defRPr sz="1500" b="0">
                <a:solidFill>
                  <a:srgbClr val="225B92"/>
                </a:solidFill>
                <a:latin typeface="Noto Sans JP"/>
                <a:ea typeface="Noto Sans JP"/>
                <a:cs typeface="Noto Sans JP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225B92"/>
                </a:solidFill>
                <a:latin typeface="Noto Sans JP"/>
                <a:ea typeface="Noto Sans JP"/>
                <a:cs typeface="Noto Sans JP"/>
              </a:defRPr>
            </a:pPr>
            <a:r>
              <a:rPr sz="1500" b="0">
                <a:solidFill>
                  <a:srgbClr val="225B92"/>
                </a:solidFill>
                <a:latin typeface="Noto Sans JP"/>
                <a:ea typeface="Noto Sans JP"/>
                <a:cs typeface="Noto Sans JP"/>
                <a:hlinkClick xmlns:r="http://schemas.openxmlformats.org/officeDocument/2006/relationships" r:id="Rfbb3970cc4d7451c"/>
              </a:rPr>
              <a:t>S27</a:t>
            </a:r>
          </a:p>
        </p:txBody>
      </p:sp>
    </p:spTree>
    <p:extLst>
      <p:ext uri="{BB962C8B-B14F-4D97-AF65-F5344CB8AC3E}">
        <p14:creationId xmlns:p14="http://schemas.microsoft.com/office/powerpoint/2010/main" val="1364096692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title">
            <a:extLst xmlns:a="http://schemas.openxmlformats.org/drawingml/2006/main">
              <a:ext uri="{FF2B5EF4-FFF2-40B4-BE49-F238E27FC236}">
                <a16:creationId xmlns:a16="http://schemas.microsoft.com/office/drawing/2014/main" id="{B1C8AB48-9AAC-4AB3-A12F-01C2510095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57200"/>
            <a:ext cx="16764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3375" b="1">
                <a:solidFill>
                  <a:srgbClr val="18354C"/>
                </a:solidFill>
                <a:latin typeface="Noto Sans JP"/>
                <a:ea typeface="Noto Sans JP"/>
                <a:cs typeface="Noto Sans JP"/>
              </a:defRPr>
            </a:defPPr>
            <a:lvl1pPr>
              <a:defRPr sz="3375" b="1">
                <a:solidFill>
                  <a:srgbClr val="18354C"/>
                </a:solidFill>
                <a:latin typeface="Noto Sans JP"/>
                <a:ea typeface="Noto Sans JP"/>
                <a:cs typeface="Noto Sans JP"/>
              </a:defRPr>
            </a:lvl1pPr>
            <a:lvl2pPr>
              <a:defRPr sz="3375" b="1">
                <a:solidFill>
                  <a:srgbClr val="18354C"/>
                </a:solidFill>
                <a:latin typeface="Noto Sans JP"/>
                <a:ea typeface="Noto Sans JP"/>
                <a:cs typeface="Noto Sans JP"/>
              </a:defRPr>
            </a:lvl2pPr>
            <a:lvl3pPr>
              <a:defRPr sz="3375" b="1">
                <a:solidFill>
                  <a:srgbClr val="18354C"/>
                </a:solidFill>
                <a:latin typeface="Noto Sans JP"/>
                <a:ea typeface="Noto Sans JP"/>
                <a:cs typeface="Noto Sans JP"/>
              </a:defRPr>
            </a:lvl3pPr>
            <a:lvl4pPr>
              <a:defRPr sz="3375" b="1">
                <a:solidFill>
                  <a:srgbClr val="18354C"/>
                </a:solidFill>
                <a:latin typeface="Noto Sans JP"/>
                <a:ea typeface="Noto Sans JP"/>
                <a:cs typeface="Noto Sans JP"/>
              </a:defRPr>
            </a:lvl4pPr>
            <a:lvl5pPr>
              <a:defRPr sz="3375" b="1">
                <a:solidFill>
                  <a:srgbClr val="18354C"/>
                </a:solidFill>
                <a:latin typeface="Noto Sans JP"/>
                <a:ea typeface="Noto Sans JP"/>
                <a:cs typeface="Noto Sans JP"/>
              </a:defRPr>
            </a:lvl5pPr>
            <a:lvl6pPr>
              <a:defRPr sz="3375" b="1">
                <a:solidFill>
                  <a:srgbClr val="18354C"/>
                </a:solidFill>
                <a:latin typeface="Noto Sans JP"/>
                <a:ea typeface="Noto Sans JP"/>
                <a:cs typeface="Noto Sans JP"/>
              </a:defRPr>
            </a:lvl6pPr>
            <a:lvl7pPr>
              <a:defRPr sz="3375" b="1">
                <a:solidFill>
                  <a:srgbClr val="18354C"/>
                </a:solidFill>
                <a:latin typeface="Noto Sans JP"/>
                <a:ea typeface="Noto Sans JP"/>
                <a:cs typeface="Noto Sans JP"/>
              </a:defRPr>
            </a:lvl7pPr>
            <a:lvl8pPr>
              <a:defRPr sz="3375" b="1">
                <a:solidFill>
                  <a:srgbClr val="18354C"/>
                </a:solidFill>
                <a:latin typeface="Noto Sans JP"/>
                <a:ea typeface="Noto Sans JP"/>
                <a:cs typeface="Noto Sans JP"/>
              </a:defRPr>
            </a:lvl8pPr>
            <a:lvl9pPr>
              <a:defRPr sz="3375" b="1">
                <a:solidFill>
                  <a:srgbClr val="18354C"/>
                </a:solidFill>
                <a:latin typeface="Noto Sans JP"/>
                <a:ea typeface="Noto Sans JP"/>
                <a:cs typeface="Noto Sans JP"/>
              </a:defRPr>
            </a:lvl9pPr>
          </a:lstStyle>
          <a:p xmlns:a="http://schemas.openxmlformats.org/drawingml/2006/main">
            <a:pPr>
              <a:defRPr sz="3375" b="1">
                <a:solidFill>
                  <a:srgbClr val="18354C"/>
                </a:solidFill>
                <a:latin typeface="Noto Sans JP"/>
                <a:ea typeface="Noto Sans JP"/>
                <a:cs typeface="Noto Sans JP"/>
              </a:defRPr>
            </a:pPr>
            <a:r>
              <a:rPr sz="3375" b="1">
                <a:solidFill>
                  <a:srgbClr val="18354C"/>
                </a:solidFill>
                <a:latin typeface="Noto Sans JP"/>
                <a:ea typeface="Noto Sans JP"/>
                <a:cs typeface="Noto Sans JP"/>
              </a:rPr>
              <a:t>現地では 適用条件と人の残作業を確認する</a:t>
            </a:r>
          </a:p>
        </p:txBody>
      </p:sp>
      <p:sp>
        <p:nvSpPr>
          <p:cNvPr id="2" name="context">
            <a:extLst xmlns:a="http://schemas.openxmlformats.org/drawingml/2006/main">
              <a:ext uri="{FF2B5EF4-FFF2-40B4-BE49-F238E27FC236}">
                <a16:creationId xmlns:a16="http://schemas.microsoft.com/office/drawing/2014/main" id="{C5BBCCCC-74EF-4ABB-B3D8-E9C337F46C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438275"/>
            <a:ext cx="167259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950" b="0">
                <a:solidFill>
                  <a:srgbClr val="64778A"/>
                </a:solidFill>
                <a:latin typeface="Noto Sans JP"/>
                <a:ea typeface="Noto Sans JP"/>
                <a:cs typeface="Noto Sans JP"/>
              </a:defRPr>
            </a:defPPr>
            <a:lvl1pPr>
              <a:defRPr sz="1950" b="0">
                <a:solidFill>
                  <a:srgbClr val="64778A"/>
                </a:solidFill>
                <a:latin typeface="Noto Sans JP"/>
                <a:ea typeface="Noto Sans JP"/>
                <a:cs typeface="Noto Sans JP"/>
              </a:defRPr>
            </a:lvl1pPr>
            <a:lvl2pPr>
              <a:defRPr sz="1950" b="0">
                <a:solidFill>
                  <a:srgbClr val="64778A"/>
                </a:solidFill>
                <a:latin typeface="Noto Sans JP"/>
                <a:ea typeface="Noto Sans JP"/>
                <a:cs typeface="Noto Sans JP"/>
              </a:defRPr>
            </a:lvl2pPr>
            <a:lvl3pPr>
              <a:defRPr sz="1950" b="0">
                <a:solidFill>
                  <a:srgbClr val="64778A"/>
                </a:solidFill>
                <a:latin typeface="Noto Sans JP"/>
                <a:ea typeface="Noto Sans JP"/>
                <a:cs typeface="Noto Sans JP"/>
              </a:defRPr>
            </a:lvl3pPr>
            <a:lvl4pPr>
              <a:defRPr sz="1950" b="0">
                <a:solidFill>
                  <a:srgbClr val="64778A"/>
                </a:solidFill>
                <a:latin typeface="Noto Sans JP"/>
                <a:ea typeface="Noto Sans JP"/>
                <a:cs typeface="Noto Sans JP"/>
              </a:defRPr>
            </a:lvl4pPr>
            <a:lvl5pPr>
              <a:defRPr sz="1950" b="0">
                <a:solidFill>
                  <a:srgbClr val="64778A"/>
                </a:solidFill>
                <a:latin typeface="Noto Sans JP"/>
                <a:ea typeface="Noto Sans JP"/>
                <a:cs typeface="Noto Sans JP"/>
              </a:defRPr>
            </a:lvl5pPr>
            <a:lvl6pPr>
              <a:defRPr sz="1950" b="0">
                <a:solidFill>
                  <a:srgbClr val="64778A"/>
                </a:solidFill>
                <a:latin typeface="Noto Sans JP"/>
                <a:ea typeface="Noto Sans JP"/>
                <a:cs typeface="Noto Sans JP"/>
              </a:defRPr>
            </a:lvl6pPr>
            <a:lvl7pPr>
              <a:defRPr sz="1950" b="0">
                <a:solidFill>
                  <a:srgbClr val="64778A"/>
                </a:solidFill>
                <a:latin typeface="Noto Sans JP"/>
                <a:ea typeface="Noto Sans JP"/>
                <a:cs typeface="Noto Sans JP"/>
              </a:defRPr>
            </a:lvl7pPr>
            <a:lvl8pPr>
              <a:defRPr sz="1950" b="0">
                <a:solidFill>
                  <a:srgbClr val="64778A"/>
                </a:solidFill>
                <a:latin typeface="Noto Sans JP"/>
                <a:ea typeface="Noto Sans JP"/>
                <a:cs typeface="Noto Sans JP"/>
              </a:defRPr>
            </a:lvl8pPr>
            <a:lvl9pPr>
              <a:defRPr sz="1950" b="0">
                <a:solidFill>
                  <a:srgbClr val="64778A"/>
                </a:solidFill>
                <a:latin typeface="Noto Sans JP"/>
                <a:ea typeface="Noto Sans JP"/>
                <a:cs typeface="Noto Sans JP"/>
              </a:defRPr>
            </a:lvl9pPr>
          </a:lstStyle>
          <a:p xmlns:a="http://schemas.openxmlformats.org/drawingml/2006/main">
            <a:pPr>
              <a:defRPr sz="1950" b="0">
                <a:solidFill>
                  <a:srgbClr val="64778A"/>
                </a:solidFill>
                <a:latin typeface="Noto Sans JP"/>
                <a:ea typeface="Noto Sans JP"/>
                <a:cs typeface="Noto Sans JP"/>
              </a:defRPr>
            </a:pPr>
            <a:r>
              <a:rPr sz="1950" b="0">
                <a:solidFill>
                  <a:srgbClr val="64778A"/>
                </a:solidFill>
                <a:latin typeface="Noto Sans JP"/>
                <a:ea typeface="Noto Sans JP"/>
                <a:cs typeface="Noto Sans JP"/>
              </a:rPr>
              <a:t>展示の説明から、実際に使える範囲と開発の必要性を判断するための論点。</a:t>
            </a:r>
          </a:p>
        </p:txBody>
      </p:sp>
      <p:sp>
        <p:nvSpPr>
          <p:cNvPr id="3" name="l-0">
            <a:extLst xmlns:a="http://schemas.openxmlformats.org/drawingml/2006/main">
              <a:ext uri="{FF2B5EF4-FFF2-40B4-BE49-F238E27FC236}">
                <a16:creationId xmlns:a16="http://schemas.microsoft.com/office/drawing/2014/main" id="{7F910C73-19DD-4252-BF14-FAD61EBF5F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2714625"/>
            <a:ext cx="7429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2625" b="1">
                <a:solidFill>
                  <a:srgbClr val="225B92"/>
                </a:solidFill>
                <a:latin typeface="Noto Sans JP"/>
                <a:ea typeface="Noto Sans JP"/>
                <a:cs typeface="Noto Sans JP"/>
              </a:defRPr>
            </a:defPPr>
            <a:lvl1pPr>
              <a:defRPr sz="2625" b="1">
                <a:solidFill>
                  <a:srgbClr val="225B92"/>
                </a:solidFill>
                <a:latin typeface="Noto Sans JP"/>
                <a:ea typeface="Noto Sans JP"/>
                <a:cs typeface="Noto Sans JP"/>
              </a:defRPr>
            </a:lvl1pPr>
            <a:lvl2pPr>
              <a:defRPr sz="2625" b="1">
                <a:solidFill>
                  <a:srgbClr val="225B92"/>
                </a:solidFill>
                <a:latin typeface="Noto Sans JP"/>
                <a:ea typeface="Noto Sans JP"/>
                <a:cs typeface="Noto Sans JP"/>
              </a:defRPr>
            </a:lvl2pPr>
            <a:lvl3pPr>
              <a:defRPr sz="2625" b="1">
                <a:solidFill>
                  <a:srgbClr val="225B92"/>
                </a:solidFill>
                <a:latin typeface="Noto Sans JP"/>
                <a:ea typeface="Noto Sans JP"/>
                <a:cs typeface="Noto Sans JP"/>
              </a:defRPr>
            </a:lvl3pPr>
            <a:lvl4pPr>
              <a:defRPr sz="2625" b="1">
                <a:solidFill>
                  <a:srgbClr val="225B92"/>
                </a:solidFill>
                <a:latin typeface="Noto Sans JP"/>
                <a:ea typeface="Noto Sans JP"/>
                <a:cs typeface="Noto Sans JP"/>
              </a:defRPr>
            </a:lvl4pPr>
            <a:lvl5pPr>
              <a:defRPr sz="2625" b="1">
                <a:solidFill>
                  <a:srgbClr val="225B92"/>
                </a:solidFill>
                <a:latin typeface="Noto Sans JP"/>
                <a:ea typeface="Noto Sans JP"/>
                <a:cs typeface="Noto Sans JP"/>
              </a:defRPr>
            </a:lvl5pPr>
            <a:lvl6pPr>
              <a:defRPr sz="2625" b="1">
                <a:solidFill>
                  <a:srgbClr val="225B92"/>
                </a:solidFill>
                <a:latin typeface="Noto Sans JP"/>
                <a:ea typeface="Noto Sans JP"/>
                <a:cs typeface="Noto Sans JP"/>
              </a:defRPr>
            </a:lvl6pPr>
            <a:lvl7pPr>
              <a:defRPr sz="2625" b="1">
                <a:solidFill>
                  <a:srgbClr val="225B92"/>
                </a:solidFill>
                <a:latin typeface="Noto Sans JP"/>
                <a:ea typeface="Noto Sans JP"/>
                <a:cs typeface="Noto Sans JP"/>
              </a:defRPr>
            </a:lvl7pPr>
            <a:lvl8pPr>
              <a:defRPr sz="2625" b="1">
                <a:solidFill>
                  <a:srgbClr val="225B92"/>
                </a:solidFill>
                <a:latin typeface="Noto Sans JP"/>
                <a:ea typeface="Noto Sans JP"/>
                <a:cs typeface="Noto Sans JP"/>
              </a:defRPr>
            </a:lvl8pPr>
            <a:lvl9pPr>
              <a:defRPr sz="2625" b="1">
                <a:solidFill>
                  <a:srgbClr val="225B92"/>
                </a:solidFill>
                <a:latin typeface="Noto Sans JP"/>
                <a:ea typeface="Noto Sans JP"/>
                <a:cs typeface="Noto Sans JP"/>
              </a:defRPr>
            </a:lvl9pPr>
          </a:lstStyle>
          <a:p xmlns:a="http://schemas.openxmlformats.org/drawingml/2006/main">
            <a:pPr>
              <a:defRPr sz="2625" b="1">
                <a:solidFill>
                  <a:srgbClr val="225B92"/>
                </a:solidFill>
                <a:latin typeface="Noto Sans JP"/>
                <a:ea typeface="Noto Sans JP"/>
                <a:cs typeface="Noto Sans JP"/>
              </a:defRPr>
            </a:pPr>
            <a:r>
              <a:rPr sz="2625" b="1">
                <a:solidFill>
                  <a:srgbClr val="225B92"/>
                </a:solidFill>
                <a:latin typeface="Noto Sans JP"/>
                <a:ea typeface="Noto Sans JP"/>
                <a:cs typeface="Noto Sans JP"/>
              </a:rPr>
              <a:t>入力と変更</a:t>
            </a:r>
          </a:p>
        </p:txBody>
      </p:sp>
      <p:sp>
        <p:nvSpPr>
          <p:cNvPr id="4" name="lb-0">
            <a:extLst xmlns:a="http://schemas.openxmlformats.org/drawingml/2006/main">
              <a:ext uri="{FF2B5EF4-FFF2-40B4-BE49-F238E27FC236}">
                <a16:creationId xmlns:a16="http://schemas.microsoft.com/office/drawing/2014/main" id="{75FD4A1C-63AF-4BB0-BB16-BB6820FC32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3381375"/>
            <a:ext cx="781050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2175" b="0">
                <a:solidFill>
                  <a:srgbClr val="18354C"/>
                </a:solidFill>
                <a:latin typeface="Noto Sans JP"/>
                <a:ea typeface="Noto Sans JP"/>
                <a:cs typeface="Noto Sans JP"/>
              </a:defRPr>
            </a:defPPr>
            <a:lvl1pPr>
              <a:defRPr sz="2175" b="0">
                <a:solidFill>
                  <a:srgbClr val="18354C"/>
                </a:solidFill>
                <a:latin typeface="Noto Sans JP"/>
                <a:ea typeface="Noto Sans JP"/>
                <a:cs typeface="Noto Sans JP"/>
              </a:defRPr>
            </a:lvl1pPr>
            <a:lvl2pPr>
              <a:defRPr sz="2175" b="0">
                <a:solidFill>
                  <a:srgbClr val="18354C"/>
                </a:solidFill>
                <a:latin typeface="Noto Sans JP"/>
                <a:ea typeface="Noto Sans JP"/>
                <a:cs typeface="Noto Sans JP"/>
              </a:defRPr>
            </a:lvl2pPr>
            <a:lvl3pPr>
              <a:defRPr sz="2175" b="0">
                <a:solidFill>
                  <a:srgbClr val="18354C"/>
                </a:solidFill>
                <a:latin typeface="Noto Sans JP"/>
                <a:ea typeface="Noto Sans JP"/>
                <a:cs typeface="Noto Sans JP"/>
              </a:defRPr>
            </a:lvl3pPr>
            <a:lvl4pPr>
              <a:defRPr sz="2175" b="0">
                <a:solidFill>
                  <a:srgbClr val="18354C"/>
                </a:solidFill>
                <a:latin typeface="Noto Sans JP"/>
                <a:ea typeface="Noto Sans JP"/>
                <a:cs typeface="Noto Sans JP"/>
              </a:defRPr>
            </a:lvl4pPr>
            <a:lvl5pPr>
              <a:defRPr sz="2175" b="0">
                <a:solidFill>
                  <a:srgbClr val="18354C"/>
                </a:solidFill>
                <a:latin typeface="Noto Sans JP"/>
                <a:ea typeface="Noto Sans JP"/>
                <a:cs typeface="Noto Sans JP"/>
              </a:defRPr>
            </a:lvl5pPr>
            <a:lvl6pPr>
              <a:defRPr sz="2175" b="0">
                <a:solidFill>
                  <a:srgbClr val="18354C"/>
                </a:solidFill>
                <a:latin typeface="Noto Sans JP"/>
                <a:ea typeface="Noto Sans JP"/>
                <a:cs typeface="Noto Sans JP"/>
              </a:defRPr>
            </a:lvl6pPr>
            <a:lvl7pPr>
              <a:defRPr sz="2175" b="0">
                <a:solidFill>
                  <a:srgbClr val="18354C"/>
                </a:solidFill>
                <a:latin typeface="Noto Sans JP"/>
                <a:ea typeface="Noto Sans JP"/>
                <a:cs typeface="Noto Sans JP"/>
              </a:defRPr>
            </a:lvl7pPr>
            <a:lvl8pPr>
              <a:defRPr sz="2175" b="0">
                <a:solidFill>
                  <a:srgbClr val="18354C"/>
                </a:solidFill>
                <a:latin typeface="Noto Sans JP"/>
                <a:ea typeface="Noto Sans JP"/>
                <a:cs typeface="Noto Sans JP"/>
              </a:defRPr>
            </a:lvl8pPr>
            <a:lvl9pPr>
              <a:defRPr sz="2175" b="0">
                <a:solidFill>
                  <a:srgbClr val="18354C"/>
                </a:solidFill>
                <a:latin typeface="Noto Sans JP"/>
                <a:ea typeface="Noto Sans JP"/>
                <a:cs typeface="Noto Sans JP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18354C"/>
                </a:solidFill>
                <a:latin typeface="Noto Sans JP"/>
                <a:ea typeface="Noto Sans JP"/>
                <a:cs typeface="Noto Sans JP"/>
              </a:defRPr>
            </a:pPr>
            <a:r>
              <a:rPr sz="2175" b="0">
                <a:solidFill>
                  <a:srgbClr val="18354C"/>
                </a:solidFill>
                <a:latin typeface="Noto Sans JP"/>
                <a:ea typeface="Noto Sans JP"/>
                <a:cs typeface="Noto Sans JP"/>
              </a:rPr>
              <a:t>同じ対象で、工具・材料・形状が変わった時の</a:t>
            </a:r>
          </a:p>
          <a:p xmlns:a="http://schemas.openxmlformats.org/drawingml/2006/main">
            <a:pPr>
              <a:defRPr sz="2175" b="0">
                <a:solidFill>
                  <a:srgbClr val="18354C"/>
                </a:solidFill>
                <a:latin typeface="Noto Sans JP"/>
                <a:ea typeface="Noto Sans JP"/>
                <a:cs typeface="Noto Sans JP"/>
              </a:defRPr>
            </a:pPr>
            <a:r>
              <a:rPr sz="2175" b="0">
                <a:solidFill>
                  <a:srgbClr val="18354C"/>
                </a:solidFill>
                <a:latin typeface="Noto Sans JP"/>
                <a:ea typeface="Noto Sans JP"/>
                <a:cs typeface="Noto Sans JP"/>
              </a:rPr>
              <a:t>再設定と生成案の修正を確認する。</a:t>
            </a:r>
          </a:p>
        </p:txBody>
      </p:sp>
      <p:sp>
        <p:nvSpPr>
          <p:cNvPr id="5" name="l-1">
            <a:extLst xmlns:a="http://schemas.openxmlformats.org/drawingml/2006/main">
              <a:ext uri="{FF2B5EF4-FFF2-40B4-BE49-F238E27FC236}">
                <a16:creationId xmlns:a16="http://schemas.microsoft.com/office/drawing/2014/main" id="{1598D969-0322-4EE4-8007-D6CD550ABF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4667250"/>
            <a:ext cx="7429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2625" b="1">
                <a:solidFill>
                  <a:srgbClr val="225B92"/>
                </a:solidFill>
                <a:latin typeface="Noto Sans JP"/>
                <a:ea typeface="Noto Sans JP"/>
                <a:cs typeface="Noto Sans JP"/>
              </a:defRPr>
            </a:defPPr>
            <a:lvl1pPr>
              <a:defRPr sz="2625" b="1">
                <a:solidFill>
                  <a:srgbClr val="225B92"/>
                </a:solidFill>
                <a:latin typeface="Noto Sans JP"/>
                <a:ea typeface="Noto Sans JP"/>
                <a:cs typeface="Noto Sans JP"/>
              </a:defRPr>
            </a:lvl1pPr>
            <a:lvl2pPr>
              <a:defRPr sz="2625" b="1">
                <a:solidFill>
                  <a:srgbClr val="225B92"/>
                </a:solidFill>
                <a:latin typeface="Noto Sans JP"/>
                <a:ea typeface="Noto Sans JP"/>
                <a:cs typeface="Noto Sans JP"/>
              </a:defRPr>
            </a:lvl2pPr>
            <a:lvl3pPr>
              <a:defRPr sz="2625" b="1">
                <a:solidFill>
                  <a:srgbClr val="225B92"/>
                </a:solidFill>
                <a:latin typeface="Noto Sans JP"/>
                <a:ea typeface="Noto Sans JP"/>
                <a:cs typeface="Noto Sans JP"/>
              </a:defRPr>
            </a:lvl3pPr>
            <a:lvl4pPr>
              <a:defRPr sz="2625" b="1">
                <a:solidFill>
                  <a:srgbClr val="225B92"/>
                </a:solidFill>
                <a:latin typeface="Noto Sans JP"/>
                <a:ea typeface="Noto Sans JP"/>
                <a:cs typeface="Noto Sans JP"/>
              </a:defRPr>
            </a:lvl4pPr>
            <a:lvl5pPr>
              <a:defRPr sz="2625" b="1">
                <a:solidFill>
                  <a:srgbClr val="225B92"/>
                </a:solidFill>
                <a:latin typeface="Noto Sans JP"/>
                <a:ea typeface="Noto Sans JP"/>
                <a:cs typeface="Noto Sans JP"/>
              </a:defRPr>
            </a:lvl5pPr>
            <a:lvl6pPr>
              <a:defRPr sz="2625" b="1">
                <a:solidFill>
                  <a:srgbClr val="225B92"/>
                </a:solidFill>
                <a:latin typeface="Noto Sans JP"/>
                <a:ea typeface="Noto Sans JP"/>
                <a:cs typeface="Noto Sans JP"/>
              </a:defRPr>
            </a:lvl6pPr>
            <a:lvl7pPr>
              <a:defRPr sz="2625" b="1">
                <a:solidFill>
                  <a:srgbClr val="225B92"/>
                </a:solidFill>
                <a:latin typeface="Noto Sans JP"/>
                <a:ea typeface="Noto Sans JP"/>
                <a:cs typeface="Noto Sans JP"/>
              </a:defRPr>
            </a:lvl7pPr>
            <a:lvl8pPr>
              <a:defRPr sz="2625" b="1">
                <a:solidFill>
                  <a:srgbClr val="225B92"/>
                </a:solidFill>
                <a:latin typeface="Noto Sans JP"/>
                <a:ea typeface="Noto Sans JP"/>
                <a:cs typeface="Noto Sans JP"/>
              </a:defRPr>
            </a:lvl8pPr>
            <a:lvl9pPr>
              <a:defRPr sz="2625" b="1">
                <a:solidFill>
                  <a:srgbClr val="225B92"/>
                </a:solidFill>
                <a:latin typeface="Noto Sans JP"/>
                <a:ea typeface="Noto Sans JP"/>
                <a:cs typeface="Noto Sans JP"/>
              </a:defRPr>
            </a:lvl9pPr>
          </a:lstStyle>
          <a:p xmlns:a="http://schemas.openxmlformats.org/drawingml/2006/main">
            <a:pPr>
              <a:defRPr sz="2625" b="1">
                <a:solidFill>
                  <a:srgbClr val="225B92"/>
                </a:solidFill>
                <a:latin typeface="Noto Sans JP"/>
                <a:ea typeface="Noto Sans JP"/>
                <a:cs typeface="Noto Sans JP"/>
              </a:defRPr>
            </a:pPr>
            <a:r>
              <a:rPr sz="2625" b="1">
                <a:solidFill>
                  <a:srgbClr val="225B92"/>
                </a:solidFill>
                <a:latin typeface="Noto Sans JP"/>
                <a:ea typeface="Noto Sans JP"/>
                <a:cs typeface="Noto Sans JP"/>
              </a:rPr>
              <a:t>判断と実行</a:t>
            </a:r>
          </a:p>
        </p:txBody>
      </p:sp>
      <p:sp>
        <p:nvSpPr>
          <p:cNvPr id="6" name="lb-1">
            <a:extLst xmlns:a="http://schemas.openxmlformats.org/drawingml/2006/main">
              <a:ext uri="{FF2B5EF4-FFF2-40B4-BE49-F238E27FC236}">
                <a16:creationId xmlns:a16="http://schemas.microsoft.com/office/drawing/2014/main" id="{613ECCAC-6C92-4718-8073-A48B9B8C45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5334000"/>
            <a:ext cx="781050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2175" b="0">
                <a:solidFill>
                  <a:srgbClr val="18354C"/>
                </a:solidFill>
                <a:latin typeface="Noto Sans JP"/>
                <a:ea typeface="Noto Sans JP"/>
                <a:cs typeface="Noto Sans JP"/>
              </a:defRPr>
            </a:defPPr>
            <a:lvl1pPr>
              <a:defRPr sz="2175" b="0">
                <a:solidFill>
                  <a:srgbClr val="18354C"/>
                </a:solidFill>
                <a:latin typeface="Noto Sans JP"/>
                <a:ea typeface="Noto Sans JP"/>
                <a:cs typeface="Noto Sans JP"/>
              </a:defRPr>
            </a:lvl1pPr>
            <a:lvl2pPr>
              <a:defRPr sz="2175" b="0">
                <a:solidFill>
                  <a:srgbClr val="18354C"/>
                </a:solidFill>
                <a:latin typeface="Noto Sans JP"/>
                <a:ea typeface="Noto Sans JP"/>
                <a:cs typeface="Noto Sans JP"/>
              </a:defRPr>
            </a:lvl2pPr>
            <a:lvl3pPr>
              <a:defRPr sz="2175" b="0">
                <a:solidFill>
                  <a:srgbClr val="18354C"/>
                </a:solidFill>
                <a:latin typeface="Noto Sans JP"/>
                <a:ea typeface="Noto Sans JP"/>
                <a:cs typeface="Noto Sans JP"/>
              </a:defRPr>
            </a:lvl3pPr>
            <a:lvl4pPr>
              <a:defRPr sz="2175" b="0">
                <a:solidFill>
                  <a:srgbClr val="18354C"/>
                </a:solidFill>
                <a:latin typeface="Noto Sans JP"/>
                <a:ea typeface="Noto Sans JP"/>
                <a:cs typeface="Noto Sans JP"/>
              </a:defRPr>
            </a:lvl4pPr>
            <a:lvl5pPr>
              <a:defRPr sz="2175" b="0">
                <a:solidFill>
                  <a:srgbClr val="18354C"/>
                </a:solidFill>
                <a:latin typeface="Noto Sans JP"/>
                <a:ea typeface="Noto Sans JP"/>
                <a:cs typeface="Noto Sans JP"/>
              </a:defRPr>
            </a:lvl5pPr>
            <a:lvl6pPr>
              <a:defRPr sz="2175" b="0">
                <a:solidFill>
                  <a:srgbClr val="18354C"/>
                </a:solidFill>
                <a:latin typeface="Noto Sans JP"/>
                <a:ea typeface="Noto Sans JP"/>
                <a:cs typeface="Noto Sans JP"/>
              </a:defRPr>
            </a:lvl6pPr>
            <a:lvl7pPr>
              <a:defRPr sz="2175" b="0">
                <a:solidFill>
                  <a:srgbClr val="18354C"/>
                </a:solidFill>
                <a:latin typeface="Noto Sans JP"/>
                <a:ea typeface="Noto Sans JP"/>
                <a:cs typeface="Noto Sans JP"/>
              </a:defRPr>
            </a:lvl7pPr>
            <a:lvl8pPr>
              <a:defRPr sz="2175" b="0">
                <a:solidFill>
                  <a:srgbClr val="18354C"/>
                </a:solidFill>
                <a:latin typeface="Noto Sans JP"/>
                <a:ea typeface="Noto Sans JP"/>
                <a:cs typeface="Noto Sans JP"/>
              </a:defRPr>
            </a:lvl8pPr>
            <a:lvl9pPr>
              <a:defRPr sz="2175" b="0">
                <a:solidFill>
                  <a:srgbClr val="18354C"/>
                </a:solidFill>
                <a:latin typeface="Noto Sans JP"/>
                <a:ea typeface="Noto Sans JP"/>
                <a:cs typeface="Noto Sans JP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18354C"/>
                </a:solidFill>
                <a:latin typeface="Noto Sans JP"/>
                <a:ea typeface="Noto Sans JP"/>
                <a:cs typeface="Noto Sans JP"/>
              </a:defRPr>
            </a:pPr>
            <a:r>
              <a:rPr sz="2175" b="0">
                <a:solidFill>
                  <a:srgbClr val="18354C"/>
                </a:solidFill>
                <a:latin typeface="Noto Sans JP"/>
                <a:ea typeface="Noto Sans JP"/>
                <a:cs typeface="Noto Sans JP"/>
              </a:rPr>
              <a:t>どの判断をAIが行い、誰が承認し、</a:t>
            </a:r>
          </a:p>
          <a:p xmlns:a="http://schemas.openxmlformats.org/drawingml/2006/main">
            <a:pPr>
              <a:defRPr sz="2175" b="0">
                <a:solidFill>
                  <a:srgbClr val="18354C"/>
                </a:solidFill>
                <a:latin typeface="Noto Sans JP"/>
                <a:ea typeface="Noto Sans JP"/>
                <a:cs typeface="Noto Sans JP"/>
              </a:defRPr>
            </a:pPr>
            <a:r>
              <a:rPr sz="2175" b="0">
                <a:solidFill>
                  <a:srgbClr val="18354C"/>
                </a:solidFill>
                <a:latin typeface="Noto Sans JP"/>
                <a:ea typeface="Noto Sans JP"/>
                <a:cs typeface="Noto Sans JP"/>
              </a:rPr>
              <a:t>どの操作まで実行できるかを確認する。</a:t>
            </a:r>
          </a:p>
        </p:txBody>
      </p:sp>
      <p:sp>
        <p:nvSpPr>
          <p:cNvPr id="7" name="l-2">
            <a:extLst xmlns:a="http://schemas.openxmlformats.org/drawingml/2006/main">
              <a:ext uri="{FF2B5EF4-FFF2-40B4-BE49-F238E27FC236}">
                <a16:creationId xmlns:a16="http://schemas.microsoft.com/office/drawing/2014/main" id="{F5D13AAD-A2F1-4EBF-B096-742978CE84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6619875"/>
            <a:ext cx="7429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2625" b="1">
                <a:solidFill>
                  <a:srgbClr val="225B92"/>
                </a:solidFill>
                <a:latin typeface="Noto Sans JP"/>
                <a:ea typeface="Noto Sans JP"/>
                <a:cs typeface="Noto Sans JP"/>
              </a:defRPr>
            </a:defPPr>
            <a:lvl1pPr>
              <a:defRPr sz="2625" b="1">
                <a:solidFill>
                  <a:srgbClr val="225B92"/>
                </a:solidFill>
                <a:latin typeface="Noto Sans JP"/>
                <a:ea typeface="Noto Sans JP"/>
                <a:cs typeface="Noto Sans JP"/>
              </a:defRPr>
            </a:lvl1pPr>
            <a:lvl2pPr>
              <a:defRPr sz="2625" b="1">
                <a:solidFill>
                  <a:srgbClr val="225B92"/>
                </a:solidFill>
                <a:latin typeface="Noto Sans JP"/>
                <a:ea typeface="Noto Sans JP"/>
                <a:cs typeface="Noto Sans JP"/>
              </a:defRPr>
            </a:lvl2pPr>
            <a:lvl3pPr>
              <a:defRPr sz="2625" b="1">
                <a:solidFill>
                  <a:srgbClr val="225B92"/>
                </a:solidFill>
                <a:latin typeface="Noto Sans JP"/>
                <a:ea typeface="Noto Sans JP"/>
                <a:cs typeface="Noto Sans JP"/>
              </a:defRPr>
            </a:lvl3pPr>
            <a:lvl4pPr>
              <a:defRPr sz="2625" b="1">
                <a:solidFill>
                  <a:srgbClr val="225B92"/>
                </a:solidFill>
                <a:latin typeface="Noto Sans JP"/>
                <a:ea typeface="Noto Sans JP"/>
                <a:cs typeface="Noto Sans JP"/>
              </a:defRPr>
            </a:lvl4pPr>
            <a:lvl5pPr>
              <a:defRPr sz="2625" b="1">
                <a:solidFill>
                  <a:srgbClr val="225B92"/>
                </a:solidFill>
                <a:latin typeface="Noto Sans JP"/>
                <a:ea typeface="Noto Sans JP"/>
                <a:cs typeface="Noto Sans JP"/>
              </a:defRPr>
            </a:lvl5pPr>
            <a:lvl6pPr>
              <a:defRPr sz="2625" b="1">
                <a:solidFill>
                  <a:srgbClr val="225B92"/>
                </a:solidFill>
                <a:latin typeface="Noto Sans JP"/>
                <a:ea typeface="Noto Sans JP"/>
                <a:cs typeface="Noto Sans JP"/>
              </a:defRPr>
            </a:lvl6pPr>
            <a:lvl7pPr>
              <a:defRPr sz="2625" b="1">
                <a:solidFill>
                  <a:srgbClr val="225B92"/>
                </a:solidFill>
                <a:latin typeface="Noto Sans JP"/>
                <a:ea typeface="Noto Sans JP"/>
                <a:cs typeface="Noto Sans JP"/>
              </a:defRPr>
            </a:lvl7pPr>
            <a:lvl8pPr>
              <a:defRPr sz="2625" b="1">
                <a:solidFill>
                  <a:srgbClr val="225B92"/>
                </a:solidFill>
                <a:latin typeface="Noto Sans JP"/>
                <a:ea typeface="Noto Sans JP"/>
                <a:cs typeface="Noto Sans JP"/>
              </a:defRPr>
            </a:lvl8pPr>
            <a:lvl9pPr>
              <a:defRPr sz="2625" b="1">
                <a:solidFill>
                  <a:srgbClr val="225B92"/>
                </a:solidFill>
                <a:latin typeface="Noto Sans JP"/>
                <a:ea typeface="Noto Sans JP"/>
                <a:cs typeface="Noto Sans JP"/>
              </a:defRPr>
            </a:lvl9pPr>
          </a:lstStyle>
          <a:p xmlns:a="http://schemas.openxmlformats.org/drawingml/2006/main">
            <a:pPr>
              <a:defRPr sz="2625" b="1">
                <a:solidFill>
                  <a:srgbClr val="225B92"/>
                </a:solidFill>
                <a:latin typeface="Noto Sans JP"/>
                <a:ea typeface="Noto Sans JP"/>
                <a:cs typeface="Noto Sans JP"/>
              </a:defRPr>
            </a:pPr>
            <a:r>
              <a:rPr sz="2625" b="1">
                <a:solidFill>
                  <a:srgbClr val="225B92"/>
                </a:solidFill>
                <a:latin typeface="Noto Sans JP"/>
                <a:ea typeface="Noto Sans JP"/>
                <a:cs typeface="Noto Sans JP"/>
              </a:rPr>
              <a:t>失敗と品質</a:t>
            </a:r>
          </a:p>
        </p:txBody>
      </p:sp>
      <p:sp>
        <p:nvSpPr>
          <p:cNvPr id="8" name="lb-2">
            <a:extLst xmlns:a="http://schemas.openxmlformats.org/drawingml/2006/main">
              <a:ext uri="{FF2B5EF4-FFF2-40B4-BE49-F238E27FC236}">
                <a16:creationId xmlns:a16="http://schemas.microsoft.com/office/drawing/2014/main" id="{084DB11B-9B9A-4E61-847E-CC449CBF5C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7286625"/>
            <a:ext cx="781050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2175" b="0">
                <a:solidFill>
                  <a:srgbClr val="18354C"/>
                </a:solidFill>
                <a:latin typeface="Noto Sans JP"/>
                <a:ea typeface="Noto Sans JP"/>
                <a:cs typeface="Noto Sans JP"/>
              </a:defRPr>
            </a:defPPr>
            <a:lvl1pPr>
              <a:defRPr sz="2175" b="0">
                <a:solidFill>
                  <a:srgbClr val="18354C"/>
                </a:solidFill>
                <a:latin typeface="Noto Sans JP"/>
                <a:ea typeface="Noto Sans JP"/>
                <a:cs typeface="Noto Sans JP"/>
              </a:defRPr>
            </a:lvl1pPr>
            <a:lvl2pPr>
              <a:defRPr sz="2175" b="0">
                <a:solidFill>
                  <a:srgbClr val="18354C"/>
                </a:solidFill>
                <a:latin typeface="Noto Sans JP"/>
                <a:ea typeface="Noto Sans JP"/>
                <a:cs typeface="Noto Sans JP"/>
              </a:defRPr>
            </a:lvl2pPr>
            <a:lvl3pPr>
              <a:defRPr sz="2175" b="0">
                <a:solidFill>
                  <a:srgbClr val="18354C"/>
                </a:solidFill>
                <a:latin typeface="Noto Sans JP"/>
                <a:ea typeface="Noto Sans JP"/>
                <a:cs typeface="Noto Sans JP"/>
              </a:defRPr>
            </a:lvl3pPr>
            <a:lvl4pPr>
              <a:defRPr sz="2175" b="0">
                <a:solidFill>
                  <a:srgbClr val="18354C"/>
                </a:solidFill>
                <a:latin typeface="Noto Sans JP"/>
                <a:ea typeface="Noto Sans JP"/>
                <a:cs typeface="Noto Sans JP"/>
              </a:defRPr>
            </a:lvl4pPr>
            <a:lvl5pPr>
              <a:defRPr sz="2175" b="0">
                <a:solidFill>
                  <a:srgbClr val="18354C"/>
                </a:solidFill>
                <a:latin typeface="Noto Sans JP"/>
                <a:ea typeface="Noto Sans JP"/>
                <a:cs typeface="Noto Sans JP"/>
              </a:defRPr>
            </a:lvl5pPr>
            <a:lvl6pPr>
              <a:defRPr sz="2175" b="0">
                <a:solidFill>
                  <a:srgbClr val="18354C"/>
                </a:solidFill>
                <a:latin typeface="Noto Sans JP"/>
                <a:ea typeface="Noto Sans JP"/>
                <a:cs typeface="Noto Sans JP"/>
              </a:defRPr>
            </a:lvl6pPr>
            <a:lvl7pPr>
              <a:defRPr sz="2175" b="0">
                <a:solidFill>
                  <a:srgbClr val="18354C"/>
                </a:solidFill>
                <a:latin typeface="Noto Sans JP"/>
                <a:ea typeface="Noto Sans JP"/>
                <a:cs typeface="Noto Sans JP"/>
              </a:defRPr>
            </a:lvl7pPr>
            <a:lvl8pPr>
              <a:defRPr sz="2175" b="0">
                <a:solidFill>
                  <a:srgbClr val="18354C"/>
                </a:solidFill>
                <a:latin typeface="Noto Sans JP"/>
                <a:ea typeface="Noto Sans JP"/>
                <a:cs typeface="Noto Sans JP"/>
              </a:defRPr>
            </a:lvl8pPr>
            <a:lvl9pPr>
              <a:defRPr sz="2175" b="0">
                <a:solidFill>
                  <a:srgbClr val="18354C"/>
                </a:solidFill>
                <a:latin typeface="Noto Sans JP"/>
                <a:ea typeface="Noto Sans JP"/>
                <a:cs typeface="Noto Sans JP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18354C"/>
                </a:solidFill>
                <a:latin typeface="Noto Sans JP"/>
                <a:ea typeface="Noto Sans JP"/>
                <a:cs typeface="Noto Sans JP"/>
              </a:defRPr>
            </a:pPr>
            <a:r>
              <a:rPr sz="2175" b="0">
                <a:solidFill>
                  <a:srgbClr val="18354C"/>
                </a:solidFill>
                <a:latin typeface="Noto Sans JP"/>
                <a:ea typeface="Noto Sans JP"/>
                <a:cs typeface="Noto Sans JP"/>
              </a:rPr>
              <a:t>見逃し・過検出、作業未完了、測定不能の時に、</a:t>
            </a:r>
          </a:p>
          <a:p xmlns:a="http://schemas.openxmlformats.org/drawingml/2006/main">
            <a:pPr>
              <a:defRPr sz="2175" b="0">
                <a:solidFill>
                  <a:srgbClr val="18354C"/>
                </a:solidFill>
                <a:latin typeface="Noto Sans JP"/>
                <a:ea typeface="Noto Sans JP"/>
                <a:cs typeface="Noto Sans JP"/>
              </a:defRPr>
            </a:pPr>
            <a:r>
              <a:rPr sz="2175" b="0">
                <a:solidFill>
                  <a:srgbClr val="18354C"/>
                </a:solidFill>
                <a:latin typeface="Noto Sans JP"/>
                <a:ea typeface="Noto Sans JP"/>
                <a:cs typeface="Noto Sans JP"/>
              </a:rPr>
              <a:t>どう止まり、誰が復帰させるかを確認する。</a:t>
            </a:r>
          </a:p>
        </p:txBody>
      </p:sp>
      <p:sp>
        <p:nvSpPr>
          <p:cNvPr id="9" name="right-title">
            <a:extLst xmlns:a="http://schemas.openxmlformats.org/drawingml/2006/main">
              <a:ext uri="{FF2B5EF4-FFF2-40B4-BE49-F238E27FC236}">
                <a16:creationId xmlns:a16="http://schemas.microsoft.com/office/drawing/2014/main" id="{345A394A-3ED4-4E28-91C3-051096F8FC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2724150"/>
            <a:ext cx="7810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2700" b="1">
                <a:solidFill>
                  <a:srgbClr val="225B92"/>
                </a:solidFill>
                <a:latin typeface="Noto Sans JP"/>
                <a:ea typeface="Noto Sans JP"/>
                <a:cs typeface="Noto Sans JP"/>
              </a:defRPr>
            </a:defPPr>
            <a:lvl1pPr>
              <a:defRPr sz="2700" b="1">
                <a:solidFill>
                  <a:srgbClr val="225B92"/>
                </a:solidFill>
                <a:latin typeface="Noto Sans JP"/>
                <a:ea typeface="Noto Sans JP"/>
                <a:cs typeface="Noto Sans JP"/>
              </a:defRPr>
            </a:lvl1pPr>
            <a:lvl2pPr>
              <a:defRPr sz="2700" b="1">
                <a:solidFill>
                  <a:srgbClr val="225B92"/>
                </a:solidFill>
                <a:latin typeface="Noto Sans JP"/>
                <a:ea typeface="Noto Sans JP"/>
                <a:cs typeface="Noto Sans JP"/>
              </a:defRPr>
            </a:lvl2pPr>
            <a:lvl3pPr>
              <a:defRPr sz="2700" b="1">
                <a:solidFill>
                  <a:srgbClr val="225B92"/>
                </a:solidFill>
                <a:latin typeface="Noto Sans JP"/>
                <a:ea typeface="Noto Sans JP"/>
                <a:cs typeface="Noto Sans JP"/>
              </a:defRPr>
            </a:lvl3pPr>
            <a:lvl4pPr>
              <a:defRPr sz="2700" b="1">
                <a:solidFill>
                  <a:srgbClr val="225B92"/>
                </a:solidFill>
                <a:latin typeface="Noto Sans JP"/>
                <a:ea typeface="Noto Sans JP"/>
                <a:cs typeface="Noto Sans JP"/>
              </a:defRPr>
            </a:lvl4pPr>
            <a:lvl5pPr>
              <a:defRPr sz="2700" b="1">
                <a:solidFill>
                  <a:srgbClr val="225B92"/>
                </a:solidFill>
                <a:latin typeface="Noto Sans JP"/>
                <a:ea typeface="Noto Sans JP"/>
                <a:cs typeface="Noto Sans JP"/>
              </a:defRPr>
            </a:lvl5pPr>
            <a:lvl6pPr>
              <a:defRPr sz="2700" b="1">
                <a:solidFill>
                  <a:srgbClr val="225B92"/>
                </a:solidFill>
                <a:latin typeface="Noto Sans JP"/>
                <a:ea typeface="Noto Sans JP"/>
                <a:cs typeface="Noto Sans JP"/>
              </a:defRPr>
            </a:lvl6pPr>
            <a:lvl7pPr>
              <a:defRPr sz="2700" b="1">
                <a:solidFill>
                  <a:srgbClr val="225B92"/>
                </a:solidFill>
                <a:latin typeface="Noto Sans JP"/>
                <a:ea typeface="Noto Sans JP"/>
                <a:cs typeface="Noto Sans JP"/>
              </a:defRPr>
            </a:lvl7pPr>
            <a:lvl8pPr>
              <a:defRPr sz="2700" b="1">
                <a:solidFill>
                  <a:srgbClr val="225B92"/>
                </a:solidFill>
                <a:latin typeface="Noto Sans JP"/>
                <a:ea typeface="Noto Sans JP"/>
                <a:cs typeface="Noto Sans JP"/>
              </a:defRPr>
            </a:lvl8pPr>
            <a:lvl9pPr>
              <a:defRPr sz="2700" b="1">
                <a:solidFill>
                  <a:srgbClr val="225B92"/>
                </a:solidFill>
                <a:latin typeface="Noto Sans JP"/>
                <a:ea typeface="Noto Sans JP"/>
                <a:cs typeface="Noto Sans JP"/>
              </a:defRPr>
            </a:lvl9pPr>
          </a:lstStyle>
          <a:p xmlns:a="http://schemas.openxmlformats.org/drawingml/2006/main">
            <a:pPr>
              <a:defRPr sz="2700" b="1">
                <a:solidFill>
                  <a:srgbClr val="225B92"/>
                </a:solidFill>
                <a:latin typeface="Noto Sans JP"/>
                <a:ea typeface="Noto Sans JP"/>
                <a:cs typeface="Noto Sans JP"/>
              </a:defRPr>
            </a:pPr>
            <a:r>
              <a:rPr sz="2700" b="1">
                <a:solidFill>
                  <a:srgbClr val="225B92"/>
                </a:solidFill>
                <a:latin typeface="Noto Sans JP"/>
                <a:ea typeface="Noto Sans JP"/>
                <a:cs typeface="Noto Sans JP"/>
              </a:rPr>
              <a:t>技術の説明に加えて聞くこと</a:t>
            </a:r>
          </a:p>
        </p:txBody>
      </p:sp>
      <p:sp>
        <p:nvSpPr>
          <p:cNvPr id="10" name="right-body">
            <a:extLst xmlns:a="http://schemas.openxmlformats.org/drawingml/2006/main">
              <a:ext uri="{FF2B5EF4-FFF2-40B4-BE49-F238E27FC236}">
                <a16:creationId xmlns:a16="http://schemas.microsoft.com/office/drawing/2014/main" id="{FB45598C-2AF8-4945-95BE-806B502414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3714750"/>
            <a:ext cx="752475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2325" b="0">
                <a:solidFill>
                  <a:srgbClr val="18354C"/>
                </a:solidFill>
                <a:latin typeface="Noto Sans JP"/>
                <a:ea typeface="Noto Sans JP"/>
                <a:cs typeface="Noto Sans JP"/>
              </a:defRPr>
            </a:defPPr>
            <a:lvl1pPr>
              <a:defRPr sz="2325" b="0">
                <a:solidFill>
                  <a:srgbClr val="18354C"/>
                </a:solidFill>
                <a:latin typeface="Noto Sans JP"/>
                <a:ea typeface="Noto Sans JP"/>
                <a:cs typeface="Noto Sans JP"/>
              </a:defRPr>
            </a:lvl1pPr>
            <a:lvl2pPr>
              <a:defRPr sz="2325" b="0">
                <a:solidFill>
                  <a:srgbClr val="18354C"/>
                </a:solidFill>
                <a:latin typeface="Noto Sans JP"/>
                <a:ea typeface="Noto Sans JP"/>
                <a:cs typeface="Noto Sans JP"/>
              </a:defRPr>
            </a:lvl2pPr>
            <a:lvl3pPr>
              <a:defRPr sz="2325" b="0">
                <a:solidFill>
                  <a:srgbClr val="18354C"/>
                </a:solidFill>
                <a:latin typeface="Noto Sans JP"/>
                <a:ea typeface="Noto Sans JP"/>
                <a:cs typeface="Noto Sans JP"/>
              </a:defRPr>
            </a:lvl3pPr>
            <a:lvl4pPr>
              <a:defRPr sz="2325" b="0">
                <a:solidFill>
                  <a:srgbClr val="18354C"/>
                </a:solidFill>
                <a:latin typeface="Noto Sans JP"/>
                <a:ea typeface="Noto Sans JP"/>
                <a:cs typeface="Noto Sans JP"/>
              </a:defRPr>
            </a:lvl4pPr>
            <a:lvl5pPr>
              <a:defRPr sz="2325" b="0">
                <a:solidFill>
                  <a:srgbClr val="18354C"/>
                </a:solidFill>
                <a:latin typeface="Noto Sans JP"/>
                <a:ea typeface="Noto Sans JP"/>
                <a:cs typeface="Noto Sans JP"/>
              </a:defRPr>
            </a:lvl5pPr>
            <a:lvl6pPr>
              <a:defRPr sz="2325" b="0">
                <a:solidFill>
                  <a:srgbClr val="18354C"/>
                </a:solidFill>
                <a:latin typeface="Noto Sans JP"/>
                <a:ea typeface="Noto Sans JP"/>
                <a:cs typeface="Noto Sans JP"/>
              </a:defRPr>
            </a:lvl6pPr>
            <a:lvl7pPr>
              <a:defRPr sz="2325" b="0">
                <a:solidFill>
                  <a:srgbClr val="18354C"/>
                </a:solidFill>
                <a:latin typeface="Noto Sans JP"/>
                <a:ea typeface="Noto Sans JP"/>
                <a:cs typeface="Noto Sans JP"/>
              </a:defRPr>
            </a:lvl7pPr>
            <a:lvl8pPr>
              <a:defRPr sz="2325" b="0">
                <a:solidFill>
                  <a:srgbClr val="18354C"/>
                </a:solidFill>
                <a:latin typeface="Noto Sans JP"/>
                <a:ea typeface="Noto Sans JP"/>
                <a:cs typeface="Noto Sans JP"/>
              </a:defRPr>
            </a:lvl8pPr>
            <a:lvl9pPr>
              <a:defRPr sz="2325" b="0">
                <a:solidFill>
                  <a:srgbClr val="18354C"/>
                </a:solidFill>
                <a:latin typeface="Noto Sans JP"/>
                <a:ea typeface="Noto Sans JP"/>
                <a:cs typeface="Noto Sans JP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18354C"/>
                </a:solidFill>
                <a:latin typeface="Noto Sans JP"/>
                <a:ea typeface="Noto Sans JP"/>
                <a:cs typeface="Noto Sans JP"/>
              </a:defRPr>
            </a:pPr>
            <a:r>
              <a:rPr sz="2325" b="0">
                <a:solidFill>
                  <a:srgbClr val="18354C"/>
                </a:solidFill>
                <a:latin typeface="Noto Sans JP"/>
                <a:ea typeface="Noto Sans JP"/>
                <a:cs typeface="Noto Sans JP"/>
              </a:rPr>
              <a:t>対象顧客、導入工数、価格、</a:t>
            </a:r>
          </a:p>
          <a:p xmlns:a="http://schemas.openxmlformats.org/drawingml/2006/main">
            <a:pPr>
              <a:defRPr sz="2325" b="0">
                <a:solidFill>
                  <a:srgbClr val="18354C"/>
                </a:solidFill>
                <a:latin typeface="Noto Sans JP"/>
                <a:ea typeface="Noto Sans JP"/>
                <a:cs typeface="Noto Sans JP"/>
              </a:defRPr>
            </a:pPr>
            <a:r>
              <a:rPr sz="2325" b="0">
                <a:solidFill>
                  <a:srgbClr val="18354C"/>
                </a:solidFill>
                <a:latin typeface="Noto Sans JP"/>
                <a:ea typeface="Noto Sans JP"/>
                <a:cs typeface="Noto Sans JP"/>
              </a:rPr>
              <a:t>有償導入・PoC・受注・引き合い。</a:t>
            </a:r>
          </a:p>
          <a:p xmlns:a="http://schemas.openxmlformats.org/drawingml/2006/main">
            <a:pPr>
              <a:defRPr sz="2325" b="0">
                <a:solidFill>
                  <a:srgbClr val="18354C"/>
                </a:solidFill>
                <a:latin typeface="Noto Sans JP"/>
                <a:ea typeface="Noto Sans JP"/>
                <a:cs typeface="Noto Sans JP"/>
              </a:defRPr>
            </a:pPr>
            <a:r>
              <a:rPr sz="2325" b="0">
                <a:solidFill>
                  <a:srgbClr val="18354C"/>
                </a:solidFill>
                <a:latin typeface="Noto Sans JP"/>
                <a:ea typeface="Noto Sans JP"/>
                <a:cs typeface="Noto Sans JP"/>
              </a:rPr>
              <a:t>市場規模は対象と算定根拠を確認する。</a:t>
            </a:r>
          </a:p>
        </p:txBody>
      </p:sp>
      <p:sp>
        <p:nvSpPr>
          <p:cNvPr id="11" name="decision">
            <a:extLst xmlns:a="http://schemas.openxmlformats.org/drawingml/2006/main">
              <a:ext uri="{FF2B5EF4-FFF2-40B4-BE49-F238E27FC236}">
                <a16:creationId xmlns:a16="http://schemas.microsoft.com/office/drawing/2014/main" id="{B1B960D6-E5BD-408D-8F25-C73C34E08E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6619875"/>
            <a:ext cx="752475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2550" b="1">
                <a:solidFill>
                  <a:srgbClr val="18354C"/>
                </a:solidFill>
                <a:latin typeface="Noto Sans JP"/>
                <a:ea typeface="Noto Sans JP"/>
                <a:cs typeface="Noto Sans JP"/>
              </a:defRPr>
            </a:defPPr>
            <a:lvl1pPr>
              <a:defRPr sz="2550" b="1">
                <a:solidFill>
                  <a:srgbClr val="18354C"/>
                </a:solidFill>
                <a:latin typeface="Noto Sans JP"/>
                <a:ea typeface="Noto Sans JP"/>
                <a:cs typeface="Noto Sans JP"/>
              </a:defRPr>
            </a:lvl1pPr>
            <a:lvl2pPr>
              <a:defRPr sz="2550" b="1">
                <a:solidFill>
                  <a:srgbClr val="18354C"/>
                </a:solidFill>
                <a:latin typeface="Noto Sans JP"/>
                <a:ea typeface="Noto Sans JP"/>
                <a:cs typeface="Noto Sans JP"/>
              </a:defRPr>
            </a:lvl2pPr>
            <a:lvl3pPr>
              <a:defRPr sz="2550" b="1">
                <a:solidFill>
                  <a:srgbClr val="18354C"/>
                </a:solidFill>
                <a:latin typeface="Noto Sans JP"/>
                <a:ea typeface="Noto Sans JP"/>
                <a:cs typeface="Noto Sans JP"/>
              </a:defRPr>
            </a:lvl3pPr>
            <a:lvl4pPr>
              <a:defRPr sz="2550" b="1">
                <a:solidFill>
                  <a:srgbClr val="18354C"/>
                </a:solidFill>
                <a:latin typeface="Noto Sans JP"/>
                <a:ea typeface="Noto Sans JP"/>
                <a:cs typeface="Noto Sans JP"/>
              </a:defRPr>
            </a:lvl4pPr>
            <a:lvl5pPr>
              <a:defRPr sz="2550" b="1">
                <a:solidFill>
                  <a:srgbClr val="18354C"/>
                </a:solidFill>
                <a:latin typeface="Noto Sans JP"/>
                <a:ea typeface="Noto Sans JP"/>
                <a:cs typeface="Noto Sans JP"/>
              </a:defRPr>
            </a:lvl5pPr>
            <a:lvl6pPr>
              <a:defRPr sz="2550" b="1">
                <a:solidFill>
                  <a:srgbClr val="18354C"/>
                </a:solidFill>
                <a:latin typeface="Noto Sans JP"/>
                <a:ea typeface="Noto Sans JP"/>
                <a:cs typeface="Noto Sans JP"/>
              </a:defRPr>
            </a:lvl6pPr>
            <a:lvl7pPr>
              <a:defRPr sz="2550" b="1">
                <a:solidFill>
                  <a:srgbClr val="18354C"/>
                </a:solidFill>
                <a:latin typeface="Noto Sans JP"/>
                <a:ea typeface="Noto Sans JP"/>
                <a:cs typeface="Noto Sans JP"/>
              </a:defRPr>
            </a:lvl7pPr>
            <a:lvl8pPr>
              <a:defRPr sz="2550" b="1">
                <a:solidFill>
                  <a:srgbClr val="18354C"/>
                </a:solidFill>
                <a:latin typeface="Noto Sans JP"/>
                <a:ea typeface="Noto Sans JP"/>
                <a:cs typeface="Noto Sans JP"/>
              </a:defRPr>
            </a:lvl8pPr>
            <a:lvl9pPr>
              <a:defRPr sz="2550" b="1">
                <a:solidFill>
                  <a:srgbClr val="18354C"/>
                </a:solidFill>
                <a:latin typeface="Noto Sans JP"/>
                <a:ea typeface="Noto Sans JP"/>
                <a:cs typeface="Noto Sans JP"/>
              </a:defRPr>
            </a:lvl9pPr>
          </a:lstStyle>
          <a:p xmlns:a="http://schemas.openxmlformats.org/drawingml/2006/main">
            <a:pPr>
              <a:defRPr sz="2550" b="1">
                <a:solidFill>
                  <a:srgbClr val="18354C"/>
                </a:solidFill>
                <a:latin typeface="Noto Sans JP"/>
                <a:ea typeface="Noto Sans JP"/>
                <a:cs typeface="Noto Sans JP"/>
              </a:defRPr>
            </a:pPr>
            <a:r>
              <a:rPr sz="2550" b="1">
                <a:solidFill>
                  <a:srgbClr val="18354C"/>
                </a:solidFill>
                <a:latin typeface="Noto Sans JP"/>
                <a:ea typeface="Noto Sans JP"/>
                <a:cs typeface="Noto Sans JP"/>
              </a:rPr>
              <a:t>現地確認後の判断</a:t>
            </a:r>
          </a:p>
          <a:p xmlns:a="http://schemas.openxmlformats.org/drawingml/2006/main">
            <a:pPr>
              <a:defRPr sz="2550" b="1">
                <a:solidFill>
                  <a:srgbClr val="18354C"/>
                </a:solidFill>
                <a:latin typeface="Noto Sans JP"/>
                <a:ea typeface="Noto Sans JP"/>
                <a:cs typeface="Noto Sans JP"/>
              </a:defRPr>
            </a:pPr>
            <a:r>
              <a:rPr sz="2550" b="1">
                <a:solidFill>
                  <a:srgbClr val="18354C"/>
                </a:solidFill>
                <a:latin typeface="Noto Sans JP"/>
                <a:ea typeface="Noto Sans JP"/>
                <a:cs typeface="Noto Sans JP"/>
              </a:rPr>
              <a:t>既存製品で解ける範囲と、</a:t>
            </a:r>
          </a:p>
          <a:p xmlns:a="http://schemas.openxmlformats.org/drawingml/2006/main">
            <a:pPr>
              <a:defRPr sz="2550" b="1">
                <a:solidFill>
                  <a:srgbClr val="18354C"/>
                </a:solidFill>
                <a:latin typeface="Noto Sans JP"/>
                <a:ea typeface="Noto Sans JP"/>
                <a:cs typeface="Noto Sans JP"/>
              </a:defRPr>
            </a:pPr>
            <a:r>
              <a:rPr sz="2550" b="1">
                <a:solidFill>
                  <a:srgbClr val="18354C"/>
                </a:solidFill>
                <a:latin typeface="Noto Sans JP"/>
                <a:ea typeface="Noto Sans JP"/>
                <a:cs typeface="Noto Sans JP"/>
              </a:rPr>
              <a:t>追加の研究を要する範囲を分ける。</a:t>
            </a:r>
          </a:p>
        </p:txBody>
      </p:sp>
      <p:sp>
        <p:nvSpPr>
          <p:cNvPr id="12" name="limit">
            <a:extLst xmlns:a="http://schemas.openxmlformats.org/drawingml/2006/main">
              <a:ext uri="{FF2B5EF4-FFF2-40B4-BE49-F238E27FC236}">
                <a16:creationId xmlns:a16="http://schemas.microsoft.com/office/drawing/2014/main" id="{15441304-62D1-4026-97B9-F80D0CA43E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9591675"/>
            <a:ext cx="1604962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500" b="0">
                <a:solidFill>
                  <a:srgbClr val="64778A"/>
                </a:solidFill>
                <a:latin typeface="Noto Sans JP"/>
                <a:ea typeface="Noto Sans JP"/>
                <a:cs typeface="Noto Sans JP"/>
              </a:defRPr>
            </a:defPPr>
            <a:lvl1pPr>
              <a:defRPr sz="1500" b="0">
                <a:solidFill>
                  <a:srgbClr val="64778A"/>
                </a:solidFill>
                <a:latin typeface="Noto Sans JP"/>
                <a:ea typeface="Noto Sans JP"/>
                <a:cs typeface="Noto Sans JP"/>
              </a:defRPr>
            </a:lvl1pPr>
            <a:lvl2pPr>
              <a:defRPr sz="1500" b="0">
                <a:solidFill>
                  <a:srgbClr val="64778A"/>
                </a:solidFill>
                <a:latin typeface="Noto Sans JP"/>
                <a:ea typeface="Noto Sans JP"/>
                <a:cs typeface="Noto Sans JP"/>
              </a:defRPr>
            </a:lvl2pPr>
            <a:lvl3pPr>
              <a:defRPr sz="1500" b="0">
                <a:solidFill>
                  <a:srgbClr val="64778A"/>
                </a:solidFill>
                <a:latin typeface="Noto Sans JP"/>
                <a:ea typeface="Noto Sans JP"/>
                <a:cs typeface="Noto Sans JP"/>
              </a:defRPr>
            </a:lvl3pPr>
            <a:lvl4pPr>
              <a:defRPr sz="1500" b="0">
                <a:solidFill>
                  <a:srgbClr val="64778A"/>
                </a:solidFill>
                <a:latin typeface="Noto Sans JP"/>
                <a:ea typeface="Noto Sans JP"/>
                <a:cs typeface="Noto Sans JP"/>
              </a:defRPr>
            </a:lvl4pPr>
            <a:lvl5pPr>
              <a:defRPr sz="1500" b="0">
                <a:solidFill>
                  <a:srgbClr val="64778A"/>
                </a:solidFill>
                <a:latin typeface="Noto Sans JP"/>
                <a:ea typeface="Noto Sans JP"/>
                <a:cs typeface="Noto Sans JP"/>
              </a:defRPr>
            </a:lvl5pPr>
            <a:lvl6pPr>
              <a:defRPr sz="1500" b="0">
                <a:solidFill>
                  <a:srgbClr val="64778A"/>
                </a:solidFill>
                <a:latin typeface="Noto Sans JP"/>
                <a:ea typeface="Noto Sans JP"/>
                <a:cs typeface="Noto Sans JP"/>
              </a:defRPr>
            </a:lvl6pPr>
            <a:lvl7pPr>
              <a:defRPr sz="1500" b="0">
                <a:solidFill>
                  <a:srgbClr val="64778A"/>
                </a:solidFill>
                <a:latin typeface="Noto Sans JP"/>
                <a:ea typeface="Noto Sans JP"/>
                <a:cs typeface="Noto Sans JP"/>
              </a:defRPr>
            </a:lvl7pPr>
            <a:lvl8pPr>
              <a:defRPr sz="1500" b="0">
                <a:solidFill>
                  <a:srgbClr val="64778A"/>
                </a:solidFill>
                <a:latin typeface="Noto Sans JP"/>
                <a:ea typeface="Noto Sans JP"/>
                <a:cs typeface="Noto Sans JP"/>
              </a:defRPr>
            </a:lvl8pPr>
            <a:lvl9pPr>
              <a:defRPr sz="1500" b="0">
                <a:solidFill>
                  <a:srgbClr val="64778A"/>
                </a:solidFill>
                <a:latin typeface="Noto Sans JP"/>
                <a:ea typeface="Noto Sans JP"/>
                <a:cs typeface="Noto Sans JP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64778A"/>
                </a:solidFill>
                <a:latin typeface="Noto Sans JP"/>
                <a:ea typeface="Noto Sans JP"/>
                <a:cs typeface="Noto Sans JP"/>
              </a:defRPr>
            </a:pPr>
            <a:r>
              <a:rPr sz="1500" b="0">
                <a:solidFill>
                  <a:srgbClr val="64778A"/>
                </a:solidFill>
                <a:latin typeface="Noto Sans JP"/>
                <a:ea typeface="Noto Sans JP"/>
                <a:cs typeface="Noto Sans JP"/>
              </a:rPr>
              <a:t>公式記載、現地での説明・実演、顧客での稼働、将来構想を区別して記録する。原典URLは各スライドのノートへ。</a:t>
            </a:r>
          </a:p>
        </p:txBody>
      </p:sp>
      <p:sp>
        <p:nvSpPr>
          <p:cNvPr id="13" name="page">
            <a:extLst xmlns:a="http://schemas.openxmlformats.org/drawingml/2006/main">
              <a:ext uri="{FF2B5EF4-FFF2-40B4-BE49-F238E27FC236}">
                <a16:creationId xmlns:a16="http://schemas.microsoft.com/office/drawing/2014/main" id="{4718ABE3-225A-4A88-8406-14B8831EDA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078325" y="9667875"/>
            <a:ext cx="457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500" b="0">
                <a:solidFill>
                  <a:srgbClr val="64778A"/>
                </a:solidFill>
                <a:latin typeface="Noto Sans JP"/>
                <a:ea typeface="Noto Sans JP"/>
                <a:cs typeface="Noto Sans JP"/>
              </a:defRPr>
            </a:defPPr>
            <a:lvl1pPr>
              <a:defRPr sz="1500" b="0">
                <a:solidFill>
                  <a:srgbClr val="64778A"/>
                </a:solidFill>
                <a:latin typeface="Noto Sans JP"/>
                <a:ea typeface="Noto Sans JP"/>
                <a:cs typeface="Noto Sans JP"/>
              </a:defRPr>
            </a:lvl1pPr>
            <a:lvl2pPr>
              <a:defRPr sz="1500" b="0">
                <a:solidFill>
                  <a:srgbClr val="64778A"/>
                </a:solidFill>
                <a:latin typeface="Noto Sans JP"/>
                <a:ea typeface="Noto Sans JP"/>
                <a:cs typeface="Noto Sans JP"/>
              </a:defRPr>
            </a:lvl2pPr>
            <a:lvl3pPr>
              <a:defRPr sz="1500" b="0">
                <a:solidFill>
                  <a:srgbClr val="64778A"/>
                </a:solidFill>
                <a:latin typeface="Noto Sans JP"/>
                <a:ea typeface="Noto Sans JP"/>
                <a:cs typeface="Noto Sans JP"/>
              </a:defRPr>
            </a:lvl3pPr>
            <a:lvl4pPr>
              <a:defRPr sz="1500" b="0">
                <a:solidFill>
                  <a:srgbClr val="64778A"/>
                </a:solidFill>
                <a:latin typeface="Noto Sans JP"/>
                <a:ea typeface="Noto Sans JP"/>
                <a:cs typeface="Noto Sans JP"/>
              </a:defRPr>
            </a:lvl4pPr>
            <a:lvl5pPr>
              <a:defRPr sz="1500" b="0">
                <a:solidFill>
                  <a:srgbClr val="64778A"/>
                </a:solidFill>
                <a:latin typeface="Noto Sans JP"/>
                <a:ea typeface="Noto Sans JP"/>
                <a:cs typeface="Noto Sans JP"/>
              </a:defRPr>
            </a:lvl5pPr>
            <a:lvl6pPr>
              <a:defRPr sz="1500" b="0">
                <a:solidFill>
                  <a:srgbClr val="64778A"/>
                </a:solidFill>
                <a:latin typeface="Noto Sans JP"/>
                <a:ea typeface="Noto Sans JP"/>
                <a:cs typeface="Noto Sans JP"/>
              </a:defRPr>
            </a:lvl6pPr>
            <a:lvl7pPr>
              <a:defRPr sz="1500" b="0">
                <a:solidFill>
                  <a:srgbClr val="64778A"/>
                </a:solidFill>
                <a:latin typeface="Noto Sans JP"/>
                <a:ea typeface="Noto Sans JP"/>
                <a:cs typeface="Noto Sans JP"/>
              </a:defRPr>
            </a:lvl7pPr>
            <a:lvl8pPr>
              <a:defRPr sz="1500" b="0">
                <a:solidFill>
                  <a:srgbClr val="64778A"/>
                </a:solidFill>
                <a:latin typeface="Noto Sans JP"/>
                <a:ea typeface="Noto Sans JP"/>
                <a:cs typeface="Noto Sans JP"/>
              </a:defRPr>
            </a:lvl8pPr>
            <a:lvl9pPr>
              <a:defRPr sz="1500" b="0">
                <a:solidFill>
                  <a:srgbClr val="64778A"/>
                </a:solidFill>
                <a:latin typeface="Noto Sans JP"/>
                <a:ea typeface="Noto Sans JP"/>
                <a:cs typeface="Noto Sans JP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64778A"/>
                </a:solidFill>
                <a:latin typeface="Noto Sans JP"/>
                <a:ea typeface="Noto Sans JP"/>
                <a:cs typeface="Noto Sans JP"/>
              </a:defRPr>
            </a:pPr>
            <a:r>
              <a:rPr sz="1500" b="0">
                <a:solidFill>
                  <a:srgbClr val="64778A"/>
                </a:solidFill>
                <a:latin typeface="Noto Sans JP"/>
                <a:ea typeface="Noto Sans JP"/>
                <a:cs typeface="Noto Sans JP"/>
              </a:rPr>
              <a:t>12</a:t>
            </a:r>
          </a:p>
        </p:txBody>
      </p:sp>
      <p:sp>
        <p:nvSpPr>
          <p:cNvPr id="14" name="source-S04">
            <a:extLst xmlns:a="http://schemas.openxmlformats.org/drawingml/2006/main">
              <a:ext uri="{FF2B5EF4-FFF2-40B4-BE49-F238E27FC236}">
                <a16:creationId xmlns:a16="http://schemas.microsoft.com/office/drawing/2014/main" id="{0C6DC635-52AE-494B-AE08-860B4F46ED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9172575"/>
            <a:ext cx="9048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500" b="0">
                <a:solidFill>
                  <a:srgbClr val="225B92"/>
                </a:solidFill>
                <a:latin typeface="Noto Sans JP"/>
                <a:ea typeface="Noto Sans JP"/>
                <a:cs typeface="Noto Sans JP"/>
              </a:defRPr>
            </a:defPPr>
            <a:lvl1pPr>
              <a:defRPr sz="1500" b="0">
                <a:solidFill>
                  <a:srgbClr val="225B92"/>
                </a:solidFill>
                <a:latin typeface="Noto Sans JP"/>
                <a:ea typeface="Noto Sans JP"/>
                <a:cs typeface="Noto Sans JP"/>
              </a:defRPr>
            </a:lvl1pPr>
            <a:lvl2pPr>
              <a:defRPr sz="1500" b="0">
                <a:solidFill>
                  <a:srgbClr val="225B92"/>
                </a:solidFill>
                <a:latin typeface="Noto Sans JP"/>
                <a:ea typeface="Noto Sans JP"/>
                <a:cs typeface="Noto Sans JP"/>
              </a:defRPr>
            </a:lvl2pPr>
            <a:lvl3pPr>
              <a:defRPr sz="1500" b="0">
                <a:solidFill>
                  <a:srgbClr val="225B92"/>
                </a:solidFill>
                <a:latin typeface="Noto Sans JP"/>
                <a:ea typeface="Noto Sans JP"/>
                <a:cs typeface="Noto Sans JP"/>
              </a:defRPr>
            </a:lvl3pPr>
            <a:lvl4pPr>
              <a:defRPr sz="1500" b="0">
                <a:solidFill>
                  <a:srgbClr val="225B92"/>
                </a:solidFill>
                <a:latin typeface="Noto Sans JP"/>
                <a:ea typeface="Noto Sans JP"/>
                <a:cs typeface="Noto Sans JP"/>
              </a:defRPr>
            </a:lvl4pPr>
            <a:lvl5pPr>
              <a:defRPr sz="1500" b="0">
                <a:solidFill>
                  <a:srgbClr val="225B92"/>
                </a:solidFill>
                <a:latin typeface="Noto Sans JP"/>
                <a:ea typeface="Noto Sans JP"/>
                <a:cs typeface="Noto Sans JP"/>
              </a:defRPr>
            </a:lvl5pPr>
            <a:lvl6pPr>
              <a:defRPr sz="1500" b="0">
                <a:solidFill>
                  <a:srgbClr val="225B92"/>
                </a:solidFill>
                <a:latin typeface="Noto Sans JP"/>
                <a:ea typeface="Noto Sans JP"/>
                <a:cs typeface="Noto Sans JP"/>
              </a:defRPr>
            </a:lvl6pPr>
            <a:lvl7pPr>
              <a:defRPr sz="1500" b="0">
                <a:solidFill>
                  <a:srgbClr val="225B92"/>
                </a:solidFill>
                <a:latin typeface="Noto Sans JP"/>
                <a:ea typeface="Noto Sans JP"/>
                <a:cs typeface="Noto Sans JP"/>
              </a:defRPr>
            </a:lvl7pPr>
            <a:lvl8pPr>
              <a:defRPr sz="1500" b="0">
                <a:solidFill>
                  <a:srgbClr val="225B92"/>
                </a:solidFill>
                <a:latin typeface="Noto Sans JP"/>
                <a:ea typeface="Noto Sans JP"/>
                <a:cs typeface="Noto Sans JP"/>
              </a:defRPr>
            </a:lvl8pPr>
            <a:lvl9pPr>
              <a:defRPr sz="1500" b="0">
                <a:solidFill>
                  <a:srgbClr val="225B92"/>
                </a:solidFill>
                <a:latin typeface="Noto Sans JP"/>
                <a:ea typeface="Noto Sans JP"/>
                <a:cs typeface="Noto Sans JP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225B92"/>
                </a:solidFill>
                <a:latin typeface="Noto Sans JP"/>
                <a:ea typeface="Noto Sans JP"/>
                <a:cs typeface="Noto Sans JP"/>
              </a:defRPr>
            </a:pPr>
            <a:r>
              <a:rPr sz="1500" b="0">
                <a:solidFill>
                  <a:srgbClr val="225B92"/>
                </a:solidFill>
                <a:latin typeface="Noto Sans JP"/>
                <a:ea typeface="Noto Sans JP"/>
                <a:cs typeface="Noto Sans JP"/>
                <a:hlinkClick xmlns:r="http://schemas.openxmlformats.org/officeDocument/2006/relationships" r:id="R2f7f2745976d42a5"/>
              </a:rPr>
              <a:t>S04</a:t>
            </a:r>
          </a:p>
        </p:txBody>
      </p:sp>
      <p:sp>
        <p:nvSpPr>
          <p:cNvPr id="15" name="source-S08">
            <a:extLst xmlns:a="http://schemas.openxmlformats.org/drawingml/2006/main">
              <a:ext uri="{FF2B5EF4-FFF2-40B4-BE49-F238E27FC236}">
                <a16:creationId xmlns:a16="http://schemas.microsoft.com/office/drawing/2014/main" id="{C1401EAE-77C0-4AC8-97EA-A782D2EB0E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81175" y="9172575"/>
            <a:ext cx="9048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500" b="0">
                <a:solidFill>
                  <a:srgbClr val="225B92"/>
                </a:solidFill>
                <a:latin typeface="Noto Sans JP"/>
                <a:ea typeface="Noto Sans JP"/>
                <a:cs typeface="Noto Sans JP"/>
              </a:defRPr>
            </a:defPPr>
            <a:lvl1pPr>
              <a:defRPr sz="1500" b="0">
                <a:solidFill>
                  <a:srgbClr val="225B92"/>
                </a:solidFill>
                <a:latin typeface="Noto Sans JP"/>
                <a:ea typeface="Noto Sans JP"/>
                <a:cs typeface="Noto Sans JP"/>
              </a:defRPr>
            </a:lvl1pPr>
            <a:lvl2pPr>
              <a:defRPr sz="1500" b="0">
                <a:solidFill>
                  <a:srgbClr val="225B92"/>
                </a:solidFill>
                <a:latin typeface="Noto Sans JP"/>
                <a:ea typeface="Noto Sans JP"/>
                <a:cs typeface="Noto Sans JP"/>
              </a:defRPr>
            </a:lvl2pPr>
            <a:lvl3pPr>
              <a:defRPr sz="1500" b="0">
                <a:solidFill>
                  <a:srgbClr val="225B92"/>
                </a:solidFill>
                <a:latin typeface="Noto Sans JP"/>
                <a:ea typeface="Noto Sans JP"/>
                <a:cs typeface="Noto Sans JP"/>
              </a:defRPr>
            </a:lvl3pPr>
            <a:lvl4pPr>
              <a:defRPr sz="1500" b="0">
                <a:solidFill>
                  <a:srgbClr val="225B92"/>
                </a:solidFill>
                <a:latin typeface="Noto Sans JP"/>
                <a:ea typeface="Noto Sans JP"/>
                <a:cs typeface="Noto Sans JP"/>
              </a:defRPr>
            </a:lvl4pPr>
            <a:lvl5pPr>
              <a:defRPr sz="1500" b="0">
                <a:solidFill>
                  <a:srgbClr val="225B92"/>
                </a:solidFill>
                <a:latin typeface="Noto Sans JP"/>
                <a:ea typeface="Noto Sans JP"/>
                <a:cs typeface="Noto Sans JP"/>
              </a:defRPr>
            </a:lvl5pPr>
            <a:lvl6pPr>
              <a:defRPr sz="1500" b="0">
                <a:solidFill>
                  <a:srgbClr val="225B92"/>
                </a:solidFill>
                <a:latin typeface="Noto Sans JP"/>
                <a:ea typeface="Noto Sans JP"/>
                <a:cs typeface="Noto Sans JP"/>
              </a:defRPr>
            </a:lvl6pPr>
            <a:lvl7pPr>
              <a:defRPr sz="1500" b="0">
                <a:solidFill>
                  <a:srgbClr val="225B92"/>
                </a:solidFill>
                <a:latin typeface="Noto Sans JP"/>
                <a:ea typeface="Noto Sans JP"/>
                <a:cs typeface="Noto Sans JP"/>
              </a:defRPr>
            </a:lvl7pPr>
            <a:lvl8pPr>
              <a:defRPr sz="1500" b="0">
                <a:solidFill>
                  <a:srgbClr val="225B92"/>
                </a:solidFill>
                <a:latin typeface="Noto Sans JP"/>
                <a:ea typeface="Noto Sans JP"/>
                <a:cs typeface="Noto Sans JP"/>
              </a:defRPr>
            </a:lvl8pPr>
            <a:lvl9pPr>
              <a:defRPr sz="1500" b="0">
                <a:solidFill>
                  <a:srgbClr val="225B92"/>
                </a:solidFill>
                <a:latin typeface="Noto Sans JP"/>
                <a:ea typeface="Noto Sans JP"/>
                <a:cs typeface="Noto Sans JP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225B92"/>
                </a:solidFill>
                <a:latin typeface="Noto Sans JP"/>
                <a:ea typeface="Noto Sans JP"/>
                <a:cs typeface="Noto Sans JP"/>
              </a:defRPr>
            </a:pPr>
            <a:r>
              <a:rPr sz="1500" b="0">
                <a:solidFill>
                  <a:srgbClr val="225B92"/>
                </a:solidFill>
                <a:latin typeface="Noto Sans JP"/>
                <a:ea typeface="Noto Sans JP"/>
                <a:cs typeface="Noto Sans JP"/>
                <a:hlinkClick xmlns:r="http://schemas.openxmlformats.org/officeDocument/2006/relationships" r:id="R4cf357067fed4875"/>
              </a:rPr>
              <a:t>S08</a:t>
            </a:r>
          </a:p>
        </p:txBody>
      </p:sp>
      <p:sp>
        <p:nvSpPr>
          <p:cNvPr id="16" name="source-S10">
            <a:extLst xmlns:a="http://schemas.openxmlformats.org/drawingml/2006/main">
              <a:ext uri="{FF2B5EF4-FFF2-40B4-BE49-F238E27FC236}">
                <a16:creationId xmlns:a16="http://schemas.microsoft.com/office/drawing/2014/main" id="{C5272307-8AEA-4791-A176-F402A9B051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9172575"/>
            <a:ext cx="9048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500" b="0">
                <a:solidFill>
                  <a:srgbClr val="225B92"/>
                </a:solidFill>
                <a:latin typeface="Noto Sans JP"/>
                <a:ea typeface="Noto Sans JP"/>
                <a:cs typeface="Noto Sans JP"/>
              </a:defRPr>
            </a:defPPr>
            <a:lvl1pPr>
              <a:defRPr sz="1500" b="0">
                <a:solidFill>
                  <a:srgbClr val="225B92"/>
                </a:solidFill>
                <a:latin typeface="Noto Sans JP"/>
                <a:ea typeface="Noto Sans JP"/>
                <a:cs typeface="Noto Sans JP"/>
              </a:defRPr>
            </a:lvl1pPr>
            <a:lvl2pPr>
              <a:defRPr sz="1500" b="0">
                <a:solidFill>
                  <a:srgbClr val="225B92"/>
                </a:solidFill>
                <a:latin typeface="Noto Sans JP"/>
                <a:ea typeface="Noto Sans JP"/>
                <a:cs typeface="Noto Sans JP"/>
              </a:defRPr>
            </a:lvl2pPr>
            <a:lvl3pPr>
              <a:defRPr sz="1500" b="0">
                <a:solidFill>
                  <a:srgbClr val="225B92"/>
                </a:solidFill>
                <a:latin typeface="Noto Sans JP"/>
                <a:ea typeface="Noto Sans JP"/>
                <a:cs typeface="Noto Sans JP"/>
              </a:defRPr>
            </a:lvl3pPr>
            <a:lvl4pPr>
              <a:defRPr sz="1500" b="0">
                <a:solidFill>
                  <a:srgbClr val="225B92"/>
                </a:solidFill>
                <a:latin typeface="Noto Sans JP"/>
                <a:ea typeface="Noto Sans JP"/>
                <a:cs typeface="Noto Sans JP"/>
              </a:defRPr>
            </a:lvl4pPr>
            <a:lvl5pPr>
              <a:defRPr sz="1500" b="0">
                <a:solidFill>
                  <a:srgbClr val="225B92"/>
                </a:solidFill>
                <a:latin typeface="Noto Sans JP"/>
                <a:ea typeface="Noto Sans JP"/>
                <a:cs typeface="Noto Sans JP"/>
              </a:defRPr>
            </a:lvl5pPr>
            <a:lvl6pPr>
              <a:defRPr sz="1500" b="0">
                <a:solidFill>
                  <a:srgbClr val="225B92"/>
                </a:solidFill>
                <a:latin typeface="Noto Sans JP"/>
                <a:ea typeface="Noto Sans JP"/>
                <a:cs typeface="Noto Sans JP"/>
              </a:defRPr>
            </a:lvl6pPr>
            <a:lvl7pPr>
              <a:defRPr sz="1500" b="0">
                <a:solidFill>
                  <a:srgbClr val="225B92"/>
                </a:solidFill>
                <a:latin typeface="Noto Sans JP"/>
                <a:ea typeface="Noto Sans JP"/>
                <a:cs typeface="Noto Sans JP"/>
              </a:defRPr>
            </a:lvl7pPr>
            <a:lvl8pPr>
              <a:defRPr sz="1500" b="0">
                <a:solidFill>
                  <a:srgbClr val="225B92"/>
                </a:solidFill>
                <a:latin typeface="Noto Sans JP"/>
                <a:ea typeface="Noto Sans JP"/>
                <a:cs typeface="Noto Sans JP"/>
              </a:defRPr>
            </a:lvl8pPr>
            <a:lvl9pPr>
              <a:defRPr sz="1500" b="0">
                <a:solidFill>
                  <a:srgbClr val="225B92"/>
                </a:solidFill>
                <a:latin typeface="Noto Sans JP"/>
                <a:ea typeface="Noto Sans JP"/>
                <a:cs typeface="Noto Sans JP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225B92"/>
                </a:solidFill>
                <a:latin typeface="Noto Sans JP"/>
                <a:ea typeface="Noto Sans JP"/>
                <a:cs typeface="Noto Sans JP"/>
              </a:defRPr>
            </a:pPr>
            <a:r>
              <a:rPr sz="1500" b="0">
                <a:solidFill>
                  <a:srgbClr val="225B92"/>
                </a:solidFill>
                <a:latin typeface="Noto Sans JP"/>
                <a:ea typeface="Noto Sans JP"/>
                <a:cs typeface="Noto Sans JP"/>
                <a:hlinkClick xmlns:r="http://schemas.openxmlformats.org/officeDocument/2006/relationships" r:id="R0c9c27555f274c88"/>
              </a:rPr>
              <a:t>S10</a:t>
            </a:r>
          </a:p>
        </p:txBody>
      </p:sp>
      <p:sp>
        <p:nvSpPr>
          <p:cNvPr id="17" name="source-S11">
            <a:extLst xmlns:a="http://schemas.openxmlformats.org/drawingml/2006/main">
              <a:ext uri="{FF2B5EF4-FFF2-40B4-BE49-F238E27FC236}">
                <a16:creationId xmlns:a16="http://schemas.microsoft.com/office/drawing/2014/main" id="{30903386-58A8-4FFF-82C9-5110082BB2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81425" y="9172575"/>
            <a:ext cx="9048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500" b="0">
                <a:solidFill>
                  <a:srgbClr val="225B92"/>
                </a:solidFill>
                <a:latin typeface="Noto Sans JP"/>
                <a:ea typeface="Noto Sans JP"/>
                <a:cs typeface="Noto Sans JP"/>
              </a:defRPr>
            </a:defPPr>
            <a:lvl1pPr>
              <a:defRPr sz="1500" b="0">
                <a:solidFill>
                  <a:srgbClr val="225B92"/>
                </a:solidFill>
                <a:latin typeface="Noto Sans JP"/>
                <a:ea typeface="Noto Sans JP"/>
                <a:cs typeface="Noto Sans JP"/>
              </a:defRPr>
            </a:lvl1pPr>
            <a:lvl2pPr>
              <a:defRPr sz="1500" b="0">
                <a:solidFill>
                  <a:srgbClr val="225B92"/>
                </a:solidFill>
                <a:latin typeface="Noto Sans JP"/>
                <a:ea typeface="Noto Sans JP"/>
                <a:cs typeface="Noto Sans JP"/>
              </a:defRPr>
            </a:lvl2pPr>
            <a:lvl3pPr>
              <a:defRPr sz="1500" b="0">
                <a:solidFill>
                  <a:srgbClr val="225B92"/>
                </a:solidFill>
                <a:latin typeface="Noto Sans JP"/>
                <a:ea typeface="Noto Sans JP"/>
                <a:cs typeface="Noto Sans JP"/>
              </a:defRPr>
            </a:lvl3pPr>
            <a:lvl4pPr>
              <a:defRPr sz="1500" b="0">
                <a:solidFill>
                  <a:srgbClr val="225B92"/>
                </a:solidFill>
                <a:latin typeface="Noto Sans JP"/>
                <a:ea typeface="Noto Sans JP"/>
                <a:cs typeface="Noto Sans JP"/>
              </a:defRPr>
            </a:lvl4pPr>
            <a:lvl5pPr>
              <a:defRPr sz="1500" b="0">
                <a:solidFill>
                  <a:srgbClr val="225B92"/>
                </a:solidFill>
                <a:latin typeface="Noto Sans JP"/>
                <a:ea typeface="Noto Sans JP"/>
                <a:cs typeface="Noto Sans JP"/>
              </a:defRPr>
            </a:lvl5pPr>
            <a:lvl6pPr>
              <a:defRPr sz="1500" b="0">
                <a:solidFill>
                  <a:srgbClr val="225B92"/>
                </a:solidFill>
                <a:latin typeface="Noto Sans JP"/>
                <a:ea typeface="Noto Sans JP"/>
                <a:cs typeface="Noto Sans JP"/>
              </a:defRPr>
            </a:lvl6pPr>
            <a:lvl7pPr>
              <a:defRPr sz="1500" b="0">
                <a:solidFill>
                  <a:srgbClr val="225B92"/>
                </a:solidFill>
                <a:latin typeface="Noto Sans JP"/>
                <a:ea typeface="Noto Sans JP"/>
                <a:cs typeface="Noto Sans JP"/>
              </a:defRPr>
            </a:lvl7pPr>
            <a:lvl8pPr>
              <a:defRPr sz="1500" b="0">
                <a:solidFill>
                  <a:srgbClr val="225B92"/>
                </a:solidFill>
                <a:latin typeface="Noto Sans JP"/>
                <a:ea typeface="Noto Sans JP"/>
                <a:cs typeface="Noto Sans JP"/>
              </a:defRPr>
            </a:lvl8pPr>
            <a:lvl9pPr>
              <a:defRPr sz="1500" b="0">
                <a:solidFill>
                  <a:srgbClr val="225B92"/>
                </a:solidFill>
                <a:latin typeface="Noto Sans JP"/>
                <a:ea typeface="Noto Sans JP"/>
                <a:cs typeface="Noto Sans JP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225B92"/>
                </a:solidFill>
                <a:latin typeface="Noto Sans JP"/>
                <a:ea typeface="Noto Sans JP"/>
                <a:cs typeface="Noto Sans JP"/>
              </a:defRPr>
            </a:pPr>
            <a:r>
              <a:rPr sz="1500" b="0">
                <a:solidFill>
                  <a:srgbClr val="225B92"/>
                </a:solidFill>
                <a:latin typeface="Noto Sans JP"/>
                <a:ea typeface="Noto Sans JP"/>
                <a:cs typeface="Noto Sans JP"/>
                <a:hlinkClick xmlns:r="http://schemas.openxmlformats.org/officeDocument/2006/relationships" r:id="R20c09bd0cb25473c"/>
              </a:rPr>
              <a:t>S11</a:t>
            </a:r>
          </a:p>
        </p:txBody>
      </p:sp>
      <p:sp>
        <p:nvSpPr>
          <p:cNvPr id="18" name="source-S16">
            <a:extLst xmlns:a="http://schemas.openxmlformats.org/drawingml/2006/main">
              <a:ext uri="{FF2B5EF4-FFF2-40B4-BE49-F238E27FC236}">
                <a16:creationId xmlns:a16="http://schemas.microsoft.com/office/drawing/2014/main" id="{0C68D576-9FB6-4835-B644-F92052BC8E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9172575"/>
            <a:ext cx="9048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500" b="0">
                <a:solidFill>
                  <a:srgbClr val="225B92"/>
                </a:solidFill>
                <a:latin typeface="Noto Sans JP"/>
                <a:ea typeface="Noto Sans JP"/>
                <a:cs typeface="Noto Sans JP"/>
              </a:defRPr>
            </a:defPPr>
            <a:lvl1pPr>
              <a:defRPr sz="1500" b="0">
                <a:solidFill>
                  <a:srgbClr val="225B92"/>
                </a:solidFill>
                <a:latin typeface="Noto Sans JP"/>
                <a:ea typeface="Noto Sans JP"/>
                <a:cs typeface="Noto Sans JP"/>
              </a:defRPr>
            </a:lvl1pPr>
            <a:lvl2pPr>
              <a:defRPr sz="1500" b="0">
                <a:solidFill>
                  <a:srgbClr val="225B92"/>
                </a:solidFill>
                <a:latin typeface="Noto Sans JP"/>
                <a:ea typeface="Noto Sans JP"/>
                <a:cs typeface="Noto Sans JP"/>
              </a:defRPr>
            </a:lvl2pPr>
            <a:lvl3pPr>
              <a:defRPr sz="1500" b="0">
                <a:solidFill>
                  <a:srgbClr val="225B92"/>
                </a:solidFill>
                <a:latin typeface="Noto Sans JP"/>
                <a:ea typeface="Noto Sans JP"/>
                <a:cs typeface="Noto Sans JP"/>
              </a:defRPr>
            </a:lvl3pPr>
            <a:lvl4pPr>
              <a:defRPr sz="1500" b="0">
                <a:solidFill>
                  <a:srgbClr val="225B92"/>
                </a:solidFill>
                <a:latin typeface="Noto Sans JP"/>
                <a:ea typeface="Noto Sans JP"/>
                <a:cs typeface="Noto Sans JP"/>
              </a:defRPr>
            </a:lvl4pPr>
            <a:lvl5pPr>
              <a:defRPr sz="1500" b="0">
                <a:solidFill>
                  <a:srgbClr val="225B92"/>
                </a:solidFill>
                <a:latin typeface="Noto Sans JP"/>
                <a:ea typeface="Noto Sans JP"/>
                <a:cs typeface="Noto Sans JP"/>
              </a:defRPr>
            </a:lvl5pPr>
            <a:lvl6pPr>
              <a:defRPr sz="1500" b="0">
                <a:solidFill>
                  <a:srgbClr val="225B92"/>
                </a:solidFill>
                <a:latin typeface="Noto Sans JP"/>
                <a:ea typeface="Noto Sans JP"/>
                <a:cs typeface="Noto Sans JP"/>
              </a:defRPr>
            </a:lvl6pPr>
            <a:lvl7pPr>
              <a:defRPr sz="1500" b="0">
                <a:solidFill>
                  <a:srgbClr val="225B92"/>
                </a:solidFill>
                <a:latin typeface="Noto Sans JP"/>
                <a:ea typeface="Noto Sans JP"/>
                <a:cs typeface="Noto Sans JP"/>
              </a:defRPr>
            </a:lvl7pPr>
            <a:lvl8pPr>
              <a:defRPr sz="1500" b="0">
                <a:solidFill>
                  <a:srgbClr val="225B92"/>
                </a:solidFill>
                <a:latin typeface="Noto Sans JP"/>
                <a:ea typeface="Noto Sans JP"/>
                <a:cs typeface="Noto Sans JP"/>
              </a:defRPr>
            </a:lvl8pPr>
            <a:lvl9pPr>
              <a:defRPr sz="1500" b="0">
                <a:solidFill>
                  <a:srgbClr val="225B92"/>
                </a:solidFill>
                <a:latin typeface="Noto Sans JP"/>
                <a:ea typeface="Noto Sans JP"/>
                <a:cs typeface="Noto Sans JP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225B92"/>
                </a:solidFill>
                <a:latin typeface="Noto Sans JP"/>
                <a:ea typeface="Noto Sans JP"/>
                <a:cs typeface="Noto Sans JP"/>
              </a:defRPr>
            </a:pPr>
            <a:r>
              <a:rPr sz="1500" b="0">
                <a:solidFill>
                  <a:srgbClr val="225B92"/>
                </a:solidFill>
                <a:latin typeface="Noto Sans JP"/>
                <a:ea typeface="Noto Sans JP"/>
                <a:cs typeface="Noto Sans JP"/>
                <a:hlinkClick xmlns:r="http://schemas.openxmlformats.org/officeDocument/2006/relationships" r:id="Rb34279e04ea84d71"/>
              </a:rPr>
              <a:t>S16</a:t>
            </a:r>
          </a:p>
        </p:txBody>
      </p:sp>
      <p:sp>
        <p:nvSpPr>
          <p:cNvPr id="19" name="source-S26">
            <a:extLst xmlns:a="http://schemas.openxmlformats.org/drawingml/2006/main">
              <a:ext uri="{FF2B5EF4-FFF2-40B4-BE49-F238E27FC236}">
                <a16:creationId xmlns:a16="http://schemas.microsoft.com/office/drawing/2014/main" id="{513B72F6-BE48-4209-A4BA-6FA58A071C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81675" y="9172575"/>
            <a:ext cx="9048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500" b="0">
                <a:solidFill>
                  <a:srgbClr val="225B92"/>
                </a:solidFill>
                <a:latin typeface="Noto Sans JP"/>
                <a:ea typeface="Noto Sans JP"/>
                <a:cs typeface="Noto Sans JP"/>
              </a:defRPr>
            </a:defPPr>
            <a:lvl1pPr>
              <a:defRPr sz="1500" b="0">
                <a:solidFill>
                  <a:srgbClr val="225B92"/>
                </a:solidFill>
                <a:latin typeface="Noto Sans JP"/>
                <a:ea typeface="Noto Sans JP"/>
                <a:cs typeface="Noto Sans JP"/>
              </a:defRPr>
            </a:lvl1pPr>
            <a:lvl2pPr>
              <a:defRPr sz="1500" b="0">
                <a:solidFill>
                  <a:srgbClr val="225B92"/>
                </a:solidFill>
                <a:latin typeface="Noto Sans JP"/>
                <a:ea typeface="Noto Sans JP"/>
                <a:cs typeface="Noto Sans JP"/>
              </a:defRPr>
            </a:lvl2pPr>
            <a:lvl3pPr>
              <a:defRPr sz="1500" b="0">
                <a:solidFill>
                  <a:srgbClr val="225B92"/>
                </a:solidFill>
                <a:latin typeface="Noto Sans JP"/>
                <a:ea typeface="Noto Sans JP"/>
                <a:cs typeface="Noto Sans JP"/>
              </a:defRPr>
            </a:lvl3pPr>
            <a:lvl4pPr>
              <a:defRPr sz="1500" b="0">
                <a:solidFill>
                  <a:srgbClr val="225B92"/>
                </a:solidFill>
                <a:latin typeface="Noto Sans JP"/>
                <a:ea typeface="Noto Sans JP"/>
                <a:cs typeface="Noto Sans JP"/>
              </a:defRPr>
            </a:lvl4pPr>
            <a:lvl5pPr>
              <a:defRPr sz="1500" b="0">
                <a:solidFill>
                  <a:srgbClr val="225B92"/>
                </a:solidFill>
                <a:latin typeface="Noto Sans JP"/>
                <a:ea typeface="Noto Sans JP"/>
                <a:cs typeface="Noto Sans JP"/>
              </a:defRPr>
            </a:lvl5pPr>
            <a:lvl6pPr>
              <a:defRPr sz="1500" b="0">
                <a:solidFill>
                  <a:srgbClr val="225B92"/>
                </a:solidFill>
                <a:latin typeface="Noto Sans JP"/>
                <a:ea typeface="Noto Sans JP"/>
                <a:cs typeface="Noto Sans JP"/>
              </a:defRPr>
            </a:lvl6pPr>
            <a:lvl7pPr>
              <a:defRPr sz="1500" b="0">
                <a:solidFill>
                  <a:srgbClr val="225B92"/>
                </a:solidFill>
                <a:latin typeface="Noto Sans JP"/>
                <a:ea typeface="Noto Sans JP"/>
                <a:cs typeface="Noto Sans JP"/>
              </a:defRPr>
            </a:lvl7pPr>
            <a:lvl8pPr>
              <a:defRPr sz="1500" b="0">
                <a:solidFill>
                  <a:srgbClr val="225B92"/>
                </a:solidFill>
                <a:latin typeface="Noto Sans JP"/>
                <a:ea typeface="Noto Sans JP"/>
                <a:cs typeface="Noto Sans JP"/>
              </a:defRPr>
            </a:lvl8pPr>
            <a:lvl9pPr>
              <a:defRPr sz="1500" b="0">
                <a:solidFill>
                  <a:srgbClr val="225B92"/>
                </a:solidFill>
                <a:latin typeface="Noto Sans JP"/>
                <a:ea typeface="Noto Sans JP"/>
                <a:cs typeface="Noto Sans JP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225B92"/>
                </a:solidFill>
                <a:latin typeface="Noto Sans JP"/>
                <a:ea typeface="Noto Sans JP"/>
                <a:cs typeface="Noto Sans JP"/>
              </a:defRPr>
            </a:pPr>
            <a:r>
              <a:rPr sz="1500" b="0">
                <a:solidFill>
                  <a:srgbClr val="225B92"/>
                </a:solidFill>
                <a:latin typeface="Noto Sans JP"/>
                <a:ea typeface="Noto Sans JP"/>
                <a:cs typeface="Noto Sans JP"/>
                <a:hlinkClick xmlns:r="http://schemas.openxmlformats.org/officeDocument/2006/relationships" r:id="Rd55c292a8021436c"/>
              </a:rPr>
              <a:t>S26</a:t>
            </a:r>
          </a:p>
        </p:txBody>
      </p:sp>
      <p:sp>
        <p:nvSpPr>
          <p:cNvPr id="20" name="source-S27">
            <a:extLst xmlns:a="http://schemas.openxmlformats.org/drawingml/2006/main">
              <a:ext uri="{FF2B5EF4-FFF2-40B4-BE49-F238E27FC236}">
                <a16:creationId xmlns:a16="http://schemas.microsoft.com/office/drawing/2014/main" id="{D19ED72B-2CBF-4046-B643-680030BFEE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9172575"/>
            <a:ext cx="9048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500" b="0">
                <a:solidFill>
                  <a:srgbClr val="225B92"/>
                </a:solidFill>
                <a:latin typeface="Noto Sans JP"/>
                <a:ea typeface="Noto Sans JP"/>
                <a:cs typeface="Noto Sans JP"/>
              </a:defRPr>
            </a:defPPr>
            <a:lvl1pPr>
              <a:defRPr sz="1500" b="0">
                <a:solidFill>
                  <a:srgbClr val="225B92"/>
                </a:solidFill>
                <a:latin typeface="Noto Sans JP"/>
                <a:ea typeface="Noto Sans JP"/>
                <a:cs typeface="Noto Sans JP"/>
              </a:defRPr>
            </a:lvl1pPr>
            <a:lvl2pPr>
              <a:defRPr sz="1500" b="0">
                <a:solidFill>
                  <a:srgbClr val="225B92"/>
                </a:solidFill>
                <a:latin typeface="Noto Sans JP"/>
                <a:ea typeface="Noto Sans JP"/>
                <a:cs typeface="Noto Sans JP"/>
              </a:defRPr>
            </a:lvl2pPr>
            <a:lvl3pPr>
              <a:defRPr sz="1500" b="0">
                <a:solidFill>
                  <a:srgbClr val="225B92"/>
                </a:solidFill>
                <a:latin typeface="Noto Sans JP"/>
                <a:ea typeface="Noto Sans JP"/>
                <a:cs typeface="Noto Sans JP"/>
              </a:defRPr>
            </a:lvl3pPr>
            <a:lvl4pPr>
              <a:defRPr sz="1500" b="0">
                <a:solidFill>
                  <a:srgbClr val="225B92"/>
                </a:solidFill>
                <a:latin typeface="Noto Sans JP"/>
                <a:ea typeface="Noto Sans JP"/>
                <a:cs typeface="Noto Sans JP"/>
              </a:defRPr>
            </a:lvl4pPr>
            <a:lvl5pPr>
              <a:defRPr sz="1500" b="0">
                <a:solidFill>
                  <a:srgbClr val="225B92"/>
                </a:solidFill>
                <a:latin typeface="Noto Sans JP"/>
                <a:ea typeface="Noto Sans JP"/>
                <a:cs typeface="Noto Sans JP"/>
              </a:defRPr>
            </a:lvl5pPr>
            <a:lvl6pPr>
              <a:defRPr sz="1500" b="0">
                <a:solidFill>
                  <a:srgbClr val="225B92"/>
                </a:solidFill>
                <a:latin typeface="Noto Sans JP"/>
                <a:ea typeface="Noto Sans JP"/>
                <a:cs typeface="Noto Sans JP"/>
              </a:defRPr>
            </a:lvl6pPr>
            <a:lvl7pPr>
              <a:defRPr sz="1500" b="0">
                <a:solidFill>
                  <a:srgbClr val="225B92"/>
                </a:solidFill>
                <a:latin typeface="Noto Sans JP"/>
                <a:ea typeface="Noto Sans JP"/>
                <a:cs typeface="Noto Sans JP"/>
              </a:defRPr>
            </a:lvl7pPr>
            <a:lvl8pPr>
              <a:defRPr sz="1500" b="0">
                <a:solidFill>
                  <a:srgbClr val="225B92"/>
                </a:solidFill>
                <a:latin typeface="Noto Sans JP"/>
                <a:ea typeface="Noto Sans JP"/>
                <a:cs typeface="Noto Sans JP"/>
              </a:defRPr>
            </a:lvl8pPr>
            <a:lvl9pPr>
              <a:defRPr sz="1500" b="0">
                <a:solidFill>
                  <a:srgbClr val="225B92"/>
                </a:solidFill>
                <a:latin typeface="Noto Sans JP"/>
                <a:ea typeface="Noto Sans JP"/>
                <a:cs typeface="Noto Sans JP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225B92"/>
                </a:solidFill>
                <a:latin typeface="Noto Sans JP"/>
                <a:ea typeface="Noto Sans JP"/>
                <a:cs typeface="Noto Sans JP"/>
              </a:defRPr>
            </a:pPr>
            <a:r>
              <a:rPr sz="1500" b="0">
                <a:solidFill>
                  <a:srgbClr val="225B92"/>
                </a:solidFill>
                <a:latin typeface="Noto Sans JP"/>
                <a:ea typeface="Noto Sans JP"/>
                <a:cs typeface="Noto Sans JP"/>
                <a:hlinkClick xmlns:r="http://schemas.openxmlformats.org/officeDocument/2006/relationships" r:id="R0a846c8f64f548c9"/>
              </a:rPr>
              <a:t>S27</a:t>
            </a:r>
          </a:p>
        </p:txBody>
      </p:sp>
    </p:spTree>
    <p:extLst>
      <p:ext uri="{BB962C8B-B14F-4D97-AF65-F5344CB8AC3E}">
        <p14:creationId xmlns:p14="http://schemas.microsoft.com/office/powerpoint/2010/main" val="1691208715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2026-10-18T22:56:19.4860000Z</dcterms:created>
  <dcterms:modified xsi:type="dcterms:W3CDTF">2026-10-18T22:56:19.4860000Z</dcterms:modified>
</coreProperties>
</file>